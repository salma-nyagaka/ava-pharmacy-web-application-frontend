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58.xml" ContentType="application/vnd.openxmlformats-officedocument.presentationml.notesSlide+xml"/>
  <Override PartName="/ppt/slides/slide59.xml" ContentType="application/vnd.openxmlformats-officedocument.presentationml.slide+xml"/>
  <Override PartName="/ppt/notesSlides/notesSlide59.xml" ContentType="application/vnd.openxmlformats-officedocument.presentationml.notesSlide+xml"/>
  <Override PartName="/ppt/slides/slide60.xml" ContentType="application/vnd.openxmlformats-officedocument.presentationml.slide+xml"/>
  <Override PartName="/ppt/notesSlides/notesSlide60.xml" ContentType="application/vnd.openxmlformats-officedocument.presentationml.notesSlide+xml"/>
  <Override PartName="/ppt/slides/slide61.xml" ContentType="application/vnd.openxmlformats-officedocument.presentationml.slide+xml"/>
  <Override PartName="/ppt/notesSlides/notesSlide61.xml" ContentType="application/vnd.openxmlformats-officedocument.presentationml.notesSlide+xml"/>
  <Override PartName="/ppt/slides/slide62.xml" ContentType="application/vnd.openxmlformats-officedocument.presentationml.slide+xml"/>
  <Override PartName="/ppt/notesSlides/notesSlide62.xml" ContentType="application/vnd.openxmlformats-officedocument.presentationml.notesSlide+xml"/>
  <Override PartName="/ppt/slides/slide63.xml" ContentType="application/vnd.openxmlformats-officedocument.presentationml.slide+xml"/>
  <Override PartName="/ppt/notesSlides/notesSlide63.xml" ContentType="application/vnd.openxmlformats-officedocument.presentationml.notesSlide+xml"/>
  <Override PartName="/ppt/slides/slide64.xml" ContentType="application/vnd.openxmlformats-officedocument.presentationml.slide+xml"/>
  <Override PartName="/ppt/notesSlides/notesSlide64.xml" ContentType="application/vnd.openxmlformats-officedocument.presentationml.notesSlide+xml"/>
  <Override PartName="/ppt/slides/slide65.xml" ContentType="application/vnd.openxmlformats-officedocument.presentationml.slide+xml"/>
  <Override PartName="/ppt/notesSlides/notesSlide65.xml" ContentType="application/vnd.openxmlformats-officedocument.presentationml.notesSlide+xml"/>
  <Override PartName="/ppt/slides/slide66.xml" ContentType="application/vnd.openxmlformats-officedocument.presentationml.slide+xml"/>
  <Override PartName="/ppt/notesSlides/notesSlide66.xml" ContentType="application/vnd.openxmlformats-officedocument.presentationml.notesSlide+xml"/>
  <Override PartName="/ppt/slides/slide67.xml" ContentType="application/vnd.openxmlformats-officedocument.presentationml.slide+xml"/>
  <Override PartName="/ppt/notesSlides/notesSlide67.xml" ContentType="application/vnd.openxmlformats-officedocument.presentationml.notesSlide+xml"/>
  <Override PartName="/ppt/slides/slide68.xml" ContentType="application/vnd.openxmlformats-officedocument.presentationml.slide+xml"/>
  <Override PartName="/ppt/notesSlides/notesSlide68.xml" ContentType="application/vnd.openxmlformats-officedocument.presentationml.notesSlide+xml"/>
  <Override PartName="/ppt/slides/slide69.xml" ContentType="application/vnd.openxmlformats-officedocument.presentationml.slide+xml"/>
  <Override PartName="/ppt/notesSlides/notesSlide69.xml" ContentType="application/vnd.openxmlformats-officedocument.presentationml.notesSlide+xml"/>
  <Override PartName="/ppt/slides/slide70.xml" ContentType="application/vnd.openxmlformats-officedocument.presentationml.slide+xml"/>
  <Override PartName="/ppt/notesSlides/notesSlide70.xml" ContentType="application/vnd.openxmlformats-officedocument.presentationml.notesSlide+xml"/>
  <Override PartName="/ppt/slides/slide71.xml" ContentType="application/vnd.openxmlformats-officedocument.presentationml.slide+xml"/>
  <Override PartName="/ppt/notesSlides/notesSlide71.xml" ContentType="application/vnd.openxmlformats-officedocument.presentationml.notesSlide+xml"/>
  <Override PartName="/ppt/slides/slide72.xml" ContentType="application/vnd.openxmlformats-officedocument.presentationml.slide+xml"/>
  <Override PartName="/ppt/notesSlides/notesSlide72.xml" ContentType="application/vnd.openxmlformats-officedocument.presentationml.notesSlide+xml"/>
  <Override PartName="/ppt/slides/slide73.xml" ContentType="application/vnd.openxmlformats-officedocument.presentationml.slide+xml"/>
  <Override PartName="/ppt/notesSlides/notesSlide73.xml" ContentType="application/vnd.openxmlformats-officedocument.presentationml.notesSlide+xml"/>
  <Override PartName="/ppt/slides/slide74.xml" ContentType="application/vnd.openxmlformats-officedocument.presentationml.slide+xml"/>
  <Override PartName="/ppt/notesSlides/notesSlide74.xml" ContentType="application/vnd.openxmlformats-officedocument.presentationml.notesSlide+xml"/>
  <Override PartName="/ppt/slides/slide75.xml" ContentType="application/vnd.openxmlformats-officedocument.presentationml.slide+xml"/>
  <Override PartName="/ppt/notesSlides/notesSlide75.xml" ContentType="application/vnd.openxmlformats-officedocument.presentationml.notesSlide+xml"/>
  <Override PartName="/ppt/slides/slide76.xml" ContentType="application/vnd.openxmlformats-officedocument.presentationml.slide+xml"/>
  <Override PartName="/ppt/notesSlides/notesSlide76.xml" ContentType="application/vnd.openxmlformats-officedocument.presentationml.notesSlide+xml"/>
  <Override PartName="/ppt/slides/slide77.xml" ContentType="application/vnd.openxmlformats-officedocument.presentationml.slide+xml"/>
  <Override PartName="/ppt/notesSlides/notesSlide77.xml" ContentType="application/vnd.openxmlformats-officedocument.presentationml.notesSlide+xml"/>
  <Override PartName="/ppt/slides/slide78.xml" ContentType="application/vnd.openxmlformats-officedocument.presentationml.slide+xml"/>
  <Override PartName="/ppt/notesSlides/notesSlide78.xml" ContentType="application/vnd.openxmlformats-officedocument.presentationml.notesSlide+xml"/>
  <Override PartName="/ppt/slides/slide79.xml" ContentType="application/vnd.openxmlformats-officedocument.presentationml.slide+xml"/>
  <Override PartName="/ppt/notesSlides/notesSlide79.xml" ContentType="application/vnd.openxmlformats-officedocument.presentationml.notesSlide+xml"/>
  <Override PartName="/ppt/slides/slide80.xml" ContentType="application/vnd.openxmlformats-officedocument.presentationml.slide+xml"/>
  <Override PartName="/ppt/notesSlides/notesSlide80.xml" ContentType="application/vnd.openxmlformats-officedocument.presentationml.notesSlide+xml"/>
  <Override PartName="/ppt/slides/slide81.xml" ContentType="application/vnd.openxmlformats-officedocument.presentationml.slide+xml"/>
  <Override PartName="/ppt/notesSlides/notesSlide81.xml" ContentType="application/vnd.openxmlformats-officedocument.presentationml.notesSlide+xml"/>
  <Override PartName="/ppt/slides/slide82.xml" ContentType="application/vnd.openxmlformats-officedocument.presentationml.slide+xml"/>
  <Override PartName="/ppt/notesSlides/notesSlide82.xml" ContentType="application/vnd.openxmlformats-officedocument.presentationml.notesSlide+xml"/>
  <Override PartName="/ppt/slides/slide83.xml" ContentType="application/vnd.openxmlformats-officedocument.presentationml.slide+xml"/>
  <Override PartName="/ppt/notesSlides/notesSlide83.xml" ContentType="application/vnd.openxmlformats-officedocument.presentationml.notesSlide+xml"/>
  <Override PartName="/ppt/slides/slide84.xml" ContentType="application/vnd.openxmlformats-officedocument.presentationml.slide+xml"/>
  <Override PartName="/ppt/notesSlides/notesSlide84.xml" ContentType="application/vnd.openxmlformats-officedocument.presentationml.notesSlide+xml"/>
  <Override PartName="/ppt/slides/slide85.xml" ContentType="application/vnd.openxmlformats-officedocument.presentationml.slide+xml"/>
  <Override PartName="/ppt/notesSlides/notesSlide85.xml" ContentType="application/vnd.openxmlformats-officedocument.presentationml.notesSlide+xml"/>
  <Override PartName="/ppt/slides/slide86.xml" ContentType="application/vnd.openxmlformats-officedocument.presentationml.slide+xml"/>
  <Override PartName="/ppt/notesSlides/notesSlide86.xml" ContentType="application/vnd.openxmlformats-officedocument.presentationml.notesSlide+xml"/>
  <Override PartName="/ppt/slides/slide87.xml" ContentType="application/vnd.openxmlformats-officedocument.presentationml.slide+xml"/>
  <Override PartName="/ppt/notesSlides/notesSlide87.xml" ContentType="application/vnd.openxmlformats-officedocument.presentationml.notesSlide+xml"/>
  <Override PartName="/ppt/slides/slide88.xml" ContentType="application/vnd.openxmlformats-officedocument.presentationml.slide+xml"/>
  <Override PartName="/ppt/notesSlides/notesSlide88.xml" ContentType="application/vnd.openxmlformats-officedocument.presentationml.notesSlide+xml"/>
  <Override PartName="/ppt/slides/slide89.xml" ContentType="application/vnd.openxmlformats-officedocument.presentationml.slide+xml"/>
  <Override PartName="/ppt/notesSlides/notesSlide89.xml" ContentType="application/vnd.openxmlformats-officedocument.presentationml.notesSlide+xml"/>
  <Override PartName="/ppt/slides/slide90.xml" ContentType="application/vnd.openxmlformats-officedocument.presentationml.slide+xml"/>
  <Override PartName="/ppt/notesSlides/notesSlide90.xml" ContentType="application/vnd.openxmlformats-officedocument.presentationml.notesSlide+xml"/>
  <Override PartName="/ppt/slides/slide91.xml" ContentType="application/vnd.openxmlformats-officedocument.presentationml.slide+xml"/>
  <Override PartName="/ppt/notesSlides/notesSlide91.xml" ContentType="application/vnd.openxmlformats-officedocument.presentationml.notesSlide+xml"/>
  <Override PartName="/ppt/slides/slide92.xml" ContentType="application/vnd.openxmlformats-officedocument.presentationml.slide+xml"/>
  <Override PartName="/ppt/notesSlides/notesSlide92.xml" ContentType="application/vnd.openxmlformats-officedocument.presentationml.notesSlide+xml"/>
  <Override PartName="/ppt/slides/slide93.xml" ContentType="application/vnd.openxmlformats-officedocument.presentationml.slide+xml"/>
  <Override PartName="/ppt/notesSlides/notesSlide93.xml" ContentType="application/vnd.openxmlformats-officedocument.presentationml.notesSlide+xml"/>
  <Override PartName="/ppt/slides/slide94.xml" ContentType="application/vnd.openxmlformats-officedocument.presentationml.slide+xml"/>
  <Override PartName="/ppt/notesSlides/notesSlide94.xml" ContentType="application/vnd.openxmlformats-officedocument.presentationml.notesSlide+xml"/>
  <Override PartName="/ppt/slides/slide95.xml" ContentType="application/vnd.openxmlformats-officedocument.presentationml.slide+xml"/>
  <Override PartName="/ppt/notesSlides/notesSlide95.xml" ContentType="application/vnd.openxmlformats-officedocument.presentationml.notesSlide+xml"/>
  <Override PartName="/ppt/slides/slide96.xml" ContentType="application/vnd.openxmlformats-officedocument.presentationml.slide+xml"/>
  <Override PartName="/ppt/notesSlides/notesSlide96.xml" ContentType="application/vnd.openxmlformats-officedocument.presentationml.notesSlide+xml"/>
  <Override PartName="/ppt/slides/slide97.xml" ContentType="application/vnd.openxmlformats-officedocument.presentationml.slide+xml"/>
  <Override PartName="/ppt/notesSlides/notesSlide97.xml" ContentType="application/vnd.openxmlformats-officedocument.presentationml.notesSlide+xml"/>
  <Override PartName="/ppt/slides/slide98.xml" ContentType="application/vnd.openxmlformats-officedocument.presentationml.slide+xml"/>
  <Override PartName="/ppt/notesSlides/notesSlide98.xml" ContentType="application/vnd.openxmlformats-officedocument.presentationml.notesSlide+xml"/>
  <Override PartName="/ppt/slides/slide99.xml" ContentType="application/vnd.openxmlformats-officedocument.presentationml.slide+xml"/>
  <Override PartName="/ppt/notesSlides/notesSlide99.xml" ContentType="application/vnd.openxmlformats-officedocument.presentationml.notesSlide+xml"/>
  <Override PartName="/ppt/slides/slide100.xml" ContentType="application/vnd.openxmlformats-officedocument.presentationml.slide+xml"/>
  <Override PartName="/ppt/notesSlides/notesSlide10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c35cbc9eac44b70" /><Relationship Type="http://schemas.openxmlformats.org/officeDocument/2006/relationships/extended-properties" Target="/docProps/app.xml" Id="Rf662f8dfe8414c14" /><Relationship Type="http://schemas.openxmlformats.org/officeDocument/2006/relationships/officeDocument" Target="/ppt/presentation.xml" Id="R758cea4b3bb64c5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9005164c93546bd"/>
  </p:sldMasterIdLst>
  <p:notesMasterIdLst>
    <p:notesMasterId xmlns:r="http://schemas.openxmlformats.org/officeDocument/2006/relationships" r:id="Ra699d06397be42b2"/>
  </p:notesMasterIdLst>
  <p:sldIdLst>
    <p:sldId xmlns:r="http://schemas.openxmlformats.org/officeDocument/2006/relationships" id="256" r:id="Rf601229176384d9c"/>
    <p:sldId xmlns:r="http://schemas.openxmlformats.org/officeDocument/2006/relationships" id="257" r:id="R024e8d12fdaa4661"/>
    <p:sldId xmlns:r="http://schemas.openxmlformats.org/officeDocument/2006/relationships" id="258" r:id="R10b08969216d4c4c"/>
    <p:sldId xmlns:r="http://schemas.openxmlformats.org/officeDocument/2006/relationships" id="259" r:id="R033dca2f1a954581"/>
    <p:sldId xmlns:r="http://schemas.openxmlformats.org/officeDocument/2006/relationships" id="260" r:id="Ra2096dd1137640e7"/>
    <p:sldId xmlns:r="http://schemas.openxmlformats.org/officeDocument/2006/relationships" id="261" r:id="Rbb91f71d461a4aad"/>
    <p:sldId xmlns:r="http://schemas.openxmlformats.org/officeDocument/2006/relationships" id="262" r:id="Ra14c2e528c1a4791"/>
    <p:sldId xmlns:r="http://schemas.openxmlformats.org/officeDocument/2006/relationships" id="263" r:id="R908fb9a43a454c05"/>
    <p:sldId xmlns:r="http://schemas.openxmlformats.org/officeDocument/2006/relationships" id="264" r:id="Rd2ee7a2762764e0f"/>
    <p:sldId xmlns:r="http://schemas.openxmlformats.org/officeDocument/2006/relationships" id="265" r:id="R5a5935bfaf884e3f"/>
    <p:sldId xmlns:r="http://schemas.openxmlformats.org/officeDocument/2006/relationships" id="266" r:id="R4a6e13fa52f54656"/>
    <p:sldId xmlns:r="http://schemas.openxmlformats.org/officeDocument/2006/relationships" id="267" r:id="R7655cbb5e6f34b95"/>
    <p:sldId xmlns:r="http://schemas.openxmlformats.org/officeDocument/2006/relationships" id="268" r:id="Rf826de5f32f14282"/>
    <p:sldId xmlns:r="http://schemas.openxmlformats.org/officeDocument/2006/relationships" id="269" r:id="R4bb03e329a9f4c28"/>
    <p:sldId xmlns:r="http://schemas.openxmlformats.org/officeDocument/2006/relationships" id="270" r:id="R3522abcbe67340ff"/>
    <p:sldId xmlns:r="http://schemas.openxmlformats.org/officeDocument/2006/relationships" id="271" r:id="Re5f3075325ea4f63"/>
    <p:sldId xmlns:r="http://schemas.openxmlformats.org/officeDocument/2006/relationships" id="272" r:id="Rb20625250f314ca0"/>
    <p:sldId xmlns:r="http://schemas.openxmlformats.org/officeDocument/2006/relationships" id="273" r:id="Rb643693b01f44d52"/>
    <p:sldId xmlns:r="http://schemas.openxmlformats.org/officeDocument/2006/relationships" id="274" r:id="R7061a10fbe394c2d"/>
    <p:sldId xmlns:r="http://schemas.openxmlformats.org/officeDocument/2006/relationships" id="275" r:id="Rdb67fd8865164085"/>
    <p:sldId xmlns:r="http://schemas.openxmlformats.org/officeDocument/2006/relationships" id="276" r:id="Rf4fbfe24f208480c"/>
    <p:sldId xmlns:r="http://schemas.openxmlformats.org/officeDocument/2006/relationships" id="277" r:id="Rfd0f78628f794fc8"/>
    <p:sldId xmlns:r="http://schemas.openxmlformats.org/officeDocument/2006/relationships" id="278" r:id="R45df8eca184d4f15"/>
    <p:sldId xmlns:r="http://schemas.openxmlformats.org/officeDocument/2006/relationships" id="279" r:id="R8ebae4ada89844b4"/>
    <p:sldId xmlns:r="http://schemas.openxmlformats.org/officeDocument/2006/relationships" id="280" r:id="Rcac5a5120e4a4281"/>
    <p:sldId xmlns:r="http://schemas.openxmlformats.org/officeDocument/2006/relationships" id="281" r:id="R8585e9f1e99a4615"/>
    <p:sldId xmlns:r="http://schemas.openxmlformats.org/officeDocument/2006/relationships" id="282" r:id="Rbf0078f5070e4216"/>
    <p:sldId xmlns:r="http://schemas.openxmlformats.org/officeDocument/2006/relationships" id="283" r:id="R6824bfa3bd2a4864"/>
    <p:sldId xmlns:r="http://schemas.openxmlformats.org/officeDocument/2006/relationships" id="284" r:id="Rfb46f6e999d841ce"/>
    <p:sldId xmlns:r="http://schemas.openxmlformats.org/officeDocument/2006/relationships" id="285" r:id="R28e88974422947dd"/>
    <p:sldId xmlns:r="http://schemas.openxmlformats.org/officeDocument/2006/relationships" id="286" r:id="Ra6e345c7f66a46ae"/>
    <p:sldId xmlns:r="http://schemas.openxmlformats.org/officeDocument/2006/relationships" id="287" r:id="R113db41b03be49b7"/>
    <p:sldId xmlns:r="http://schemas.openxmlformats.org/officeDocument/2006/relationships" id="288" r:id="Rfd225ca3d47c49d5"/>
    <p:sldId xmlns:r="http://schemas.openxmlformats.org/officeDocument/2006/relationships" id="289" r:id="R8271befa03264d83"/>
    <p:sldId xmlns:r="http://schemas.openxmlformats.org/officeDocument/2006/relationships" id="290" r:id="R1a976a93f8ab48cc"/>
    <p:sldId xmlns:r="http://schemas.openxmlformats.org/officeDocument/2006/relationships" id="291" r:id="Rae4ea21f5f594716"/>
    <p:sldId xmlns:r="http://schemas.openxmlformats.org/officeDocument/2006/relationships" id="292" r:id="R1969e3c91eff4ae9"/>
    <p:sldId xmlns:r="http://schemas.openxmlformats.org/officeDocument/2006/relationships" id="293" r:id="Rb908c5fe87134acf"/>
    <p:sldId xmlns:r="http://schemas.openxmlformats.org/officeDocument/2006/relationships" id="294" r:id="R2189300066d34457"/>
    <p:sldId xmlns:r="http://schemas.openxmlformats.org/officeDocument/2006/relationships" id="295" r:id="R85664c4fb2604ecb"/>
    <p:sldId xmlns:r="http://schemas.openxmlformats.org/officeDocument/2006/relationships" id="296" r:id="R31645576d69848cb"/>
    <p:sldId xmlns:r="http://schemas.openxmlformats.org/officeDocument/2006/relationships" id="297" r:id="R3cb1734baab24f89"/>
    <p:sldId xmlns:r="http://schemas.openxmlformats.org/officeDocument/2006/relationships" id="298" r:id="R78c570decfef4ad1"/>
    <p:sldId xmlns:r="http://schemas.openxmlformats.org/officeDocument/2006/relationships" id="299" r:id="Re41fd271d30a4d9c"/>
    <p:sldId xmlns:r="http://schemas.openxmlformats.org/officeDocument/2006/relationships" id="300" r:id="Rf5deae5a57e44628"/>
    <p:sldId xmlns:r="http://schemas.openxmlformats.org/officeDocument/2006/relationships" id="301" r:id="Rabce5e39918c4573"/>
    <p:sldId xmlns:r="http://schemas.openxmlformats.org/officeDocument/2006/relationships" id="302" r:id="Rd80be76be3f04040"/>
    <p:sldId xmlns:r="http://schemas.openxmlformats.org/officeDocument/2006/relationships" id="303" r:id="R4383d97b4dd84748"/>
    <p:sldId xmlns:r="http://schemas.openxmlformats.org/officeDocument/2006/relationships" id="304" r:id="R583e29b05fab44f7"/>
    <p:sldId xmlns:r="http://schemas.openxmlformats.org/officeDocument/2006/relationships" id="305" r:id="Re37da23c9d8c45c3"/>
    <p:sldId xmlns:r="http://schemas.openxmlformats.org/officeDocument/2006/relationships" id="306" r:id="Rc816851ecd7040e3"/>
    <p:sldId xmlns:r="http://schemas.openxmlformats.org/officeDocument/2006/relationships" id="307" r:id="R6c7a318312b14c0a"/>
    <p:sldId xmlns:r="http://schemas.openxmlformats.org/officeDocument/2006/relationships" id="308" r:id="Rdd43412cfd174191"/>
    <p:sldId xmlns:r="http://schemas.openxmlformats.org/officeDocument/2006/relationships" id="309" r:id="R9c57853667bc4f46"/>
    <p:sldId xmlns:r="http://schemas.openxmlformats.org/officeDocument/2006/relationships" id="310" r:id="Rde1f56619bd04180"/>
    <p:sldId xmlns:r="http://schemas.openxmlformats.org/officeDocument/2006/relationships" id="311" r:id="Rea0f21642a304db6"/>
    <p:sldId xmlns:r="http://schemas.openxmlformats.org/officeDocument/2006/relationships" id="312" r:id="R5c8a4b80fffe4f25"/>
    <p:sldId xmlns:r="http://schemas.openxmlformats.org/officeDocument/2006/relationships" id="313" r:id="R6be3bf332f4a4d78"/>
    <p:sldId xmlns:r="http://schemas.openxmlformats.org/officeDocument/2006/relationships" id="314" r:id="R567cde593e204025"/>
    <p:sldId xmlns:r="http://schemas.openxmlformats.org/officeDocument/2006/relationships" id="315" r:id="Rf6b3700d6c9247cc"/>
    <p:sldId xmlns:r="http://schemas.openxmlformats.org/officeDocument/2006/relationships" id="316" r:id="R604f6ce7a2e94dd0"/>
    <p:sldId xmlns:r="http://schemas.openxmlformats.org/officeDocument/2006/relationships" id="317" r:id="R6bfae2271b9541c2"/>
    <p:sldId xmlns:r="http://schemas.openxmlformats.org/officeDocument/2006/relationships" id="318" r:id="Ra04fd7d9e57547fe"/>
    <p:sldId xmlns:r="http://schemas.openxmlformats.org/officeDocument/2006/relationships" id="319" r:id="R02ad5f136cc84507"/>
    <p:sldId xmlns:r="http://schemas.openxmlformats.org/officeDocument/2006/relationships" id="320" r:id="Rf61e325e764341ab"/>
    <p:sldId xmlns:r="http://schemas.openxmlformats.org/officeDocument/2006/relationships" id="321" r:id="Re6d845133c4c4f12"/>
    <p:sldId xmlns:r="http://schemas.openxmlformats.org/officeDocument/2006/relationships" id="322" r:id="R8826c6805ab04fd4"/>
    <p:sldId xmlns:r="http://schemas.openxmlformats.org/officeDocument/2006/relationships" id="323" r:id="R67be4c70d723497c"/>
    <p:sldId xmlns:r="http://schemas.openxmlformats.org/officeDocument/2006/relationships" id="324" r:id="R494f09ad267d479a"/>
    <p:sldId xmlns:r="http://schemas.openxmlformats.org/officeDocument/2006/relationships" id="325" r:id="R7e3f46b47b3f4576"/>
    <p:sldId xmlns:r="http://schemas.openxmlformats.org/officeDocument/2006/relationships" id="326" r:id="Rff58c81fd3f44bd8"/>
    <p:sldId xmlns:r="http://schemas.openxmlformats.org/officeDocument/2006/relationships" id="327" r:id="Rcabe7c41b66e4a26"/>
    <p:sldId xmlns:r="http://schemas.openxmlformats.org/officeDocument/2006/relationships" id="328" r:id="Re01c3e70d71247b9"/>
    <p:sldId xmlns:r="http://schemas.openxmlformats.org/officeDocument/2006/relationships" id="329" r:id="R5d2af4cefc804fa1"/>
    <p:sldId xmlns:r="http://schemas.openxmlformats.org/officeDocument/2006/relationships" id="330" r:id="Rb8c99ed0bada4101"/>
    <p:sldId xmlns:r="http://schemas.openxmlformats.org/officeDocument/2006/relationships" id="331" r:id="R4e462a35dd7844cc"/>
    <p:sldId xmlns:r="http://schemas.openxmlformats.org/officeDocument/2006/relationships" id="332" r:id="R31412778c46444a1"/>
    <p:sldId xmlns:r="http://schemas.openxmlformats.org/officeDocument/2006/relationships" id="333" r:id="Rcf50968a76834abf"/>
    <p:sldId xmlns:r="http://schemas.openxmlformats.org/officeDocument/2006/relationships" id="334" r:id="R12988ceff72545c4"/>
    <p:sldId xmlns:r="http://schemas.openxmlformats.org/officeDocument/2006/relationships" id="335" r:id="Rc7846b5bce8c49be"/>
    <p:sldId xmlns:r="http://schemas.openxmlformats.org/officeDocument/2006/relationships" id="336" r:id="R657c3c58d4c14452"/>
    <p:sldId xmlns:r="http://schemas.openxmlformats.org/officeDocument/2006/relationships" id="337" r:id="R5c5fe70f5cae4c5b"/>
    <p:sldId xmlns:r="http://schemas.openxmlformats.org/officeDocument/2006/relationships" id="338" r:id="R360bb8bcc470424e"/>
    <p:sldId xmlns:r="http://schemas.openxmlformats.org/officeDocument/2006/relationships" id="339" r:id="R1a2b4226c2824179"/>
    <p:sldId xmlns:r="http://schemas.openxmlformats.org/officeDocument/2006/relationships" id="340" r:id="Rea15c8659486430d"/>
    <p:sldId xmlns:r="http://schemas.openxmlformats.org/officeDocument/2006/relationships" id="341" r:id="R577156c5a7c94c07"/>
    <p:sldId xmlns:r="http://schemas.openxmlformats.org/officeDocument/2006/relationships" id="342" r:id="R488cca25d30d4855"/>
    <p:sldId xmlns:r="http://schemas.openxmlformats.org/officeDocument/2006/relationships" id="343" r:id="R4938194243724c5f"/>
    <p:sldId xmlns:r="http://schemas.openxmlformats.org/officeDocument/2006/relationships" id="344" r:id="R42592de07a8442e3"/>
    <p:sldId xmlns:r="http://schemas.openxmlformats.org/officeDocument/2006/relationships" id="345" r:id="Rbf1495788e724e41"/>
    <p:sldId xmlns:r="http://schemas.openxmlformats.org/officeDocument/2006/relationships" id="346" r:id="R6ddfdeb025b74cdc"/>
    <p:sldId xmlns:r="http://schemas.openxmlformats.org/officeDocument/2006/relationships" id="347" r:id="Rba0af2a073c44151"/>
    <p:sldId xmlns:r="http://schemas.openxmlformats.org/officeDocument/2006/relationships" id="348" r:id="Ra619c56781784f49"/>
    <p:sldId xmlns:r="http://schemas.openxmlformats.org/officeDocument/2006/relationships" id="349" r:id="Ra953f3801a5f407a"/>
    <p:sldId xmlns:r="http://schemas.openxmlformats.org/officeDocument/2006/relationships" id="350" r:id="Rf5b37582b6064b92"/>
    <p:sldId xmlns:r="http://schemas.openxmlformats.org/officeDocument/2006/relationships" id="351" r:id="Reefa46c2ca864752"/>
    <p:sldId xmlns:r="http://schemas.openxmlformats.org/officeDocument/2006/relationships" id="352" r:id="R06438f228e8a42a5"/>
    <p:sldId xmlns:r="http://schemas.openxmlformats.org/officeDocument/2006/relationships" id="353" r:id="Rce91e43beb7a49b7"/>
    <p:sldId xmlns:r="http://schemas.openxmlformats.org/officeDocument/2006/relationships" id="354" r:id="R0a0b0334a7504f3b"/>
    <p:sldId xmlns:r="http://schemas.openxmlformats.org/officeDocument/2006/relationships" id="355" r:id="R07c746694d3f4da1"/>
  </p:sldIdLst>
  <p:sldSz cx="7562850" cy="10696575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b54e6143e6d4f49" /><Relationship Type="http://schemas.openxmlformats.org/officeDocument/2006/relationships/slideMaster" Target="/ppt/slideMasters/slideMaster1.xml" Id="Rb9005164c93546bd" /><Relationship Type="http://schemas.openxmlformats.org/officeDocument/2006/relationships/notesMaster" Target="/ppt/notesMasters/notesMaster1.xml" Id="Ra699d06397be42b2" /><Relationship Type="http://schemas.openxmlformats.org/officeDocument/2006/relationships/presProps" Target="/ppt/presProps.xml" Id="R81a3b10ec191472e" /><Relationship Type="http://schemas.openxmlformats.org/officeDocument/2006/relationships/tableStyles" Target="/ppt/tableStyles.xml" Id="R836e0939fb9d4fea" /><Relationship Type="http://schemas.openxmlformats.org/officeDocument/2006/relationships/slide" Target="/ppt/slides/slide1.xml" Id="Rf601229176384d9c" /><Relationship Type="http://schemas.openxmlformats.org/officeDocument/2006/relationships/slide" Target="/ppt/slides/slide2.xml" Id="R024e8d12fdaa4661" /><Relationship Type="http://schemas.openxmlformats.org/officeDocument/2006/relationships/slide" Target="/ppt/slides/slide3.xml" Id="R10b08969216d4c4c" /><Relationship Type="http://schemas.openxmlformats.org/officeDocument/2006/relationships/slide" Target="/ppt/slides/slide4.xml" Id="R033dca2f1a954581" /><Relationship Type="http://schemas.openxmlformats.org/officeDocument/2006/relationships/slide" Target="/ppt/slides/slide5.xml" Id="Ra2096dd1137640e7" /><Relationship Type="http://schemas.openxmlformats.org/officeDocument/2006/relationships/slide" Target="/ppt/slides/slide6.xml" Id="Rbb91f71d461a4aad" /><Relationship Type="http://schemas.openxmlformats.org/officeDocument/2006/relationships/slide" Target="/ppt/slides/slide7.xml" Id="Ra14c2e528c1a4791" /><Relationship Type="http://schemas.openxmlformats.org/officeDocument/2006/relationships/slide" Target="/ppt/slides/slide8.xml" Id="R908fb9a43a454c05" /><Relationship Type="http://schemas.openxmlformats.org/officeDocument/2006/relationships/slide" Target="/ppt/slides/slide9.xml" Id="Rd2ee7a2762764e0f" /><Relationship Type="http://schemas.openxmlformats.org/officeDocument/2006/relationships/slide" Target="/ppt/slides/slide10.xml" Id="R5a5935bfaf884e3f" /><Relationship Type="http://schemas.openxmlformats.org/officeDocument/2006/relationships/slide" Target="/ppt/slides/slide11.xml" Id="R4a6e13fa52f54656" /><Relationship Type="http://schemas.openxmlformats.org/officeDocument/2006/relationships/slide" Target="/ppt/slides/slide12.xml" Id="R7655cbb5e6f34b95" /><Relationship Type="http://schemas.openxmlformats.org/officeDocument/2006/relationships/slide" Target="/ppt/slides/slide13.xml" Id="Rf826de5f32f14282" /><Relationship Type="http://schemas.openxmlformats.org/officeDocument/2006/relationships/slide" Target="/ppt/slides/slide14.xml" Id="R4bb03e329a9f4c28" /><Relationship Type="http://schemas.openxmlformats.org/officeDocument/2006/relationships/slide" Target="/ppt/slides/slide15.xml" Id="R3522abcbe67340ff" /><Relationship Type="http://schemas.openxmlformats.org/officeDocument/2006/relationships/slide" Target="/ppt/slides/slide16.xml" Id="Re5f3075325ea4f63" /><Relationship Type="http://schemas.openxmlformats.org/officeDocument/2006/relationships/slide" Target="/ppt/slides/slide17.xml" Id="Rb20625250f314ca0" /><Relationship Type="http://schemas.openxmlformats.org/officeDocument/2006/relationships/slide" Target="/ppt/slides/slide18.xml" Id="Rb643693b01f44d52" /><Relationship Type="http://schemas.openxmlformats.org/officeDocument/2006/relationships/slide" Target="/ppt/slides/slide19.xml" Id="R7061a10fbe394c2d" /><Relationship Type="http://schemas.openxmlformats.org/officeDocument/2006/relationships/slide" Target="/ppt/slides/slide20.xml" Id="Rdb67fd8865164085" /><Relationship Type="http://schemas.openxmlformats.org/officeDocument/2006/relationships/slide" Target="/ppt/slides/slide21.xml" Id="Rf4fbfe24f208480c" /><Relationship Type="http://schemas.openxmlformats.org/officeDocument/2006/relationships/slide" Target="/ppt/slides/slide22.xml" Id="Rfd0f78628f794fc8" /><Relationship Type="http://schemas.openxmlformats.org/officeDocument/2006/relationships/slide" Target="/ppt/slides/slide23.xml" Id="R45df8eca184d4f15" /><Relationship Type="http://schemas.openxmlformats.org/officeDocument/2006/relationships/slide" Target="/ppt/slides/slide24.xml" Id="R8ebae4ada89844b4" /><Relationship Type="http://schemas.openxmlformats.org/officeDocument/2006/relationships/slide" Target="/ppt/slides/slide25.xml" Id="Rcac5a5120e4a4281" /><Relationship Type="http://schemas.openxmlformats.org/officeDocument/2006/relationships/slide" Target="/ppt/slides/slide26.xml" Id="R8585e9f1e99a4615" /><Relationship Type="http://schemas.openxmlformats.org/officeDocument/2006/relationships/slide" Target="/ppt/slides/slide27.xml" Id="Rbf0078f5070e4216" /><Relationship Type="http://schemas.openxmlformats.org/officeDocument/2006/relationships/slide" Target="/ppt/slides/slide28.xml" Id="R6824bfa3bd2a4864" /><Relationship Type="http://schemas.openxmlformats.org/officeDocument/2006/relationships/slide" Target="/ppt/slides/slide29.xml" Id="Rfb46f6e999d841ce" /><Relationship Type="http://schemas.openxmlformats.org/officeDocument/2006/relationships/slide" Target="/ppt/slides/slide30.xml" Id="R28e88974422947dd" /><Relationship Type="http://schemas.openxmlformats.org/officeDocument/2006/relationships/slide" Target="/ppt/slides/slide31.xml" Id="Ra6e345c7f66a46ae" /><Relationship Type="http://schemas.openxmlformats.org/officeDocument/2006/relationships/slide" Target="/ppt/slides/slide32.xml" Id="R113db41b03be49b7" /><Relationship Type="http://schemas.openxmlformats.org/officeDocument/2006/relationships/slide" Target="/ppt/slides/slide33.xml" Id="Rfd225ca3d47c49d5" /><Relationship Type="http://schemas.openxmlformats.org/officeDocument/2006/relationships/slide" Target="/ppt/slides/slide34.xml" Id="R8271befa03264d83" /><Relationship Type="http://schemas.openxmlformats.org/officeDocument/2006/relationships/slide" Target="/ppt/slides/slide35.xml" Id="R1a976a93f8ab48cc" /><Relationship Type="http://schemas.openxmlformats.org/officeDocument/2006/relationships/slide" Target="/ppt/slides/slide36.xml" Id="Rae4ea21f5f594716" /><Relationship Type="http://schemas.openxmlformats.org/officeDocument/2006/relationships/slide" Target="/ppt/slides/slide37.xml" Id="R1969e3c91eff4ae9" /><Relationship Type="http://schemas.openxmlformats.org/officeDocument/2006/relationships/slide" Target="/ppt/slides/slide38.xml" Id="Rb908c5fe87134acf" /><Relationship Type="http://schemas.openxmlformats.org/officeDocument/2006/relationships/slide" Target="/ppt/slides/slide39.xml" Id="R2189300066d34457" /><Relationship Type="http://schemas.openxmlformats.org/officeDocument/2006/relationships/slide" Target="/ppt/slides/slide40.xml" Id="R85664c4fb2604ecb" /><Relationship Type="http://schemas.openxmlformats.org/officeDocument/2006/relationships/slide" Target="/ppt/slides/slide41.xml" Id="R31645576d69848cb" /><Relationship Type="http://schemas.openxmlformats.org/officeDocument/2006/relationships/slide" Target="/ppt/slides/slide42.xml" Id="R3cb1734baab24f89" /><Relationship Type="http://schemas.openxmlformats.org/officeDocument/2006/relationships/slide" Target="/ppt/slides/slide43.xml" Id="R78c570decfef4ad1" /><Relationship Type="http://schemas.openxmlformats.org/officeDocument/2006/relationships/slide" Target="/ppt/slides/slide44.xml" Id="Re41fd271d30a4d9c" /><Relationship Type="http://schemas.openxmlformats.org/officeDocument/2006/relationships/slide" Target="/ppt/slides/slide45.xml" Id="Rf5deae5a57e44628" /><Relationship Type="http://schemas.openxmlformats.org/officeDocument/2006/relationships/slide" Target="/ppt/slides/slide46.xml" Id="Rabce5e39918c4573" /><Relationship Type="http://schemas.openxmlformats.org/officeDocument/2006/relationships/slide" Target="/ppt/slides/slide47.xml" Id="Rd80be76be3f04040" /><Relationship Type="http://schemas.openxmlformats.org/officeDocument/2006/relationships/slide" Target="/ppt/slides/slide48.xml" Id="R4383d97b4dd84748" /><Relationship Type="http://schemas.openxmlformats.org/officeDocument/2006/relationships/slide" Target="/ppt/slides/slide49.xml" Id="R583e29b05fab44f7" /><Relationship Type="http://schemas.openxmlformats.org/officeDocument/2006/relationships/slide" Target="/ppt/slides/slide50.xml" Id="Re37da23c9d8c45c3" /><Relationship Type="http://schemas.openxmlformats.org/officeDocument/2006/relationships/slide" Target="/ppt/slides/slide51.xml" Id="Rc816851ecd7040e3" /><Relationship Type="http://schemas.openxmlformats.org/officeDocument/2006/relationships/slide" Target="/ppt/slides/slide52.xml" Id="R6c7a318312b14c0a" /><Relationship Type="http://schemas.openxmlformats.org/officeDocument/2006/relationships/slide" Target="/ppt/slides/slide53.xml" Id="Rdd43412cfd174191" /><Relationship Type="http://schemas.openxmlformats.org/officeDocument/2006/relationships/slide" Target="/ppt/slides/slide54.xml" Id="R9c57853667bc4f46" /><Relationship Type="http://schemas.openxmlformats.org/officeDocument/2006/relationships/slide" Target="/ppt/slides/slide55.xml" Id="Rde1f56619bd04180" /><Relationship Type="http://schemas.openxmlformats.org/officeDocument/2006/relationships/slide" Target="/ppt/slides/slide56.xml" Id="Rea0f21642a304db6" /><Relationship Type="http://schemas.openxmlformats.org/officeDocument/2006/relationships/slide" Target="/ppt/slides/slide57.xml" Id="R5c8a4b80fffe4f25" /><Relationship Type="http://schemas.openxmlformats.org/officeDocument/2006/relationships/slide" Target="/ppt/slides/slide58.xml" Id="R6be3bf332f4a4d78" /><Relationship Type="http://schemas.openxmlformats.org/officeDocument/2006/relationships/slide" Target="/ppt/slides/slide59.xml" Id="R567cde593e204025" /><Relationship Type="http://schemas.openxmlformats.org/officeDocument/2006/relationships/slide" Target="/ppt/slides/slide60.xml" Id="Rf6b3700d6c9247cc" /><Relationship Type="http://schemas.openxmlformats.org/officeDocument/2006/relationships/slide" Target="/ppt/slides/slide61.xml" Id="R604f6ce7a2e94dd0" /><Relationship Type="http://schemas.openxmlformats.org/officeDocument/2006/relationships/slide" Target="/ppt/slides/slide62.xml" Id="R6bfae2271b9541c2" /><Relationship Type="http://schemas.openxmlformats.org/officeDocument/2006/relationships/slide" Target="/ppt/slides/slide63.xml" Id="Ra04fd7d9e57547fe" /><Relationship Type="http://schemas.openxmlformats.org/officeDocument/2006/relationships/slide" Target="/ppt/slides/slide64.xml" Id="R02ad5f136cc84507" /><Relationship Type="http://schemas.openxmlformats.org/officeDocument/2006/relationships/slide" Target="/ppt/slides/slide65.xml" Id="Rf61e325e764341ab" /><Relationship Type="http://schemas.openxmlformats.org/officeDocument/2006/relationships/slide" Target="/ppt/slides/slide66.xml" Id="Re6d845133c4c4f12" /><Relationship Type="http://schemas.openxmlformats.org/officeDocument/2006/relationships/slide" Target="/ppt/slides/slide67.xml" Id="R8826c6805ab04fd4" /><Relationship Type="http://schemas.openxmlformats.org/officeDocument/2006/relationships/slide" Target="/ppt/slides/slide68.xml" Id="R67be4c70d723497c" /><Relationship Type="http://schemas.openxmlformats.org/officeDocument/2006/relationships/slide" Target="/ppt/slides/slide69.xml" Id="R494f09ad267d479a" /><Relationship Type="http://schemas.openxmlformats.org/officeDocument/2006/relationships/slide" Target="/ppt/slides/slide70.xml" Id="R7e3f46b47b3f4576" /><Relationship Type="http://schemas.openxmlformats.org/officeDocument/2006/relationships/slide" Target="/ppt/slides/slide71.xml" Id="Rff58c81fd3f44bd8" /><Relationship Type="http://schemas.openxmlformats.org/officeDocument/2006/relationships/slide" Target="/ppt/slides/slide72.xml" Id="Rcabe7c41b66e4a26" /><Relationship Type="http://schemas.openxmlformats.org/officeDocument/2006/relationships/slide" Target="/ppt/slides/slide73.xml" Id="Re01c3e70d71247b9" /><Relationship Type="http://schemas.openxmlformats.org/officeDocument/2006/relationships/slide" Target="/ppt/slides/slide74.xml" Id="R5d2af4cefc804fa1" /><Relationship Type="http://schemas.openxmlformats.org/officeDocument/2006/relationships/slide" Target="/ppt/slides/slide75.xml" Id="Rb8c99ed0bada4101" /><Relationship Type="http://schemas.openxmlformats.org/officeDocument/2006/relationships/slide" Target="/ppt/slides/slide76.xml" Id="R4e462a35dd7844cc" /><Relationship Type="http://schemas.openxmlformats.org/officeDocument/2006/relationships/slide" Target="/ppt/slides/slide77.xml" Id="R31412778c46444a1" /><Relationship Type="http://schemas.openxmlformats.org/officeDocument/2006/relationships/slide" Target="/ppt/slides/slide78.xml" Id="Rcf50968a76834abf" /><Relationship Type="http://schemas.openxmlformats.org/officeDocument/2006/relationships/slide" Target="/ppt/slides/slide79.xml" Id="R12988ceff72545c4" /><Relationship Type="http://schemas.openxmlformats.org/officeDocument/2006/relationships/slide" Target="/ppt/slides/slide80.xml" Id="Rc7846b5bce8c49be" /><Relationship Type="http://schemas.openxmlformats.org/officeDocument/2006/relationships/slide" Target="/ppt/slides/slide81.xml" Id="R657c3c58d4c14452" /><Relationship Type="http://schemas.openxmlformats.org/officeDocument/2006/relationships/slide" Target="/ppt/slides/slide82.xml" Id="R5c5fe70f5cae4c5b" /><Relationship Type="http://schemas.openxmlformats.org/officeDocument/2006/relationships/slide" Target="/ppt/slides/slide83.xml" Id="R360bb8bcc470424e" /><Relationship Type="http://schemas.openxmlformats.org/officeDocument/2006/relationships/slide" Target="/ppt/slides/slide84.xml" Id="R1a2b4226c2824179" /><Relationship Type="http://schemas.openxmlformats.org/officeDocument/2006/relationships/slide" Target="/ppt/slides/slide85.xml" Id="Rea15c8659486430d" /><Relationship Type="http://schemas.openxmlformats.org/officeDocument/2006/relationships/slide" Target="/ppt/slides/slide86.xml" Id="R577156c5a7c94c07" /><Relationship Type="http://schemas.openxmlformats.org/officeDocument/2006/relationships/slide" Target="/ppt/slides/slide87.xml" Id="R488cca25d30d4855" /><Relationship Type="http://schemas.openxmlformats.org/officeDocument/2006/relationships/slide" Target="/ppt/slides/slide88.xml" Id="R4938194243724c5f" /><Relationship Type="http://schemas.openxmlformats.org/officeDocument/2006/relationships/slide" Target="/ppt/slides/slide89.xml" Id="R42592de07a8442e3" /><Relationship Type="http://schemas.openxmlformats.org/officeDocument/2006/relationships/slide" Target="/ppt/slides/slide90.xml" Id="Rbf1495788e724e41" /><Relationship Type="http://schemas.openxmlformats.org/officeDocument/2006/relationships/slide" Target="/ppt/slides/slide91.xml" Id="R6ddfdeb025b74cdc" /><Relationship Type="http://schemas.openxmlformats.org/officeDocument/2006/relationships/slide" Target="/ppt/slides/slide92.xml" Id="Rba0af2a073c44151" /><Relationship Type="http://schemas.openxmlformats.org/officeDocument/2006/relationships/slide" Target="/ppt/slides/slide93.xml" Id="Ra619c56781784f49" /><Relationship Type="http://schemas.openxmlformats.org/officeDocument/2006/relationships/slide" Target="/ppt/slides/slide94.xml" Id="Ra953f3801a5f407a" /><Relationship Type="http://schemas.openxmlformats.org/officeDocument/2006/relationships/slide" Target="/ppt/slides/slide95.xml" Id="Rf5b37582b6064b92" /><Relationship Type="http://schemas.openxmlformats.org/officeDocument/2006/relationships/slide" Target="/ppt/slides/slide96.xml" Id="Reefa46c2ca864752" /><Relationship Type="http://schemas.openxmlformats.org/officeDocument/2006/relationships/slide" Target="/ppt/slides/slide97.xml" Id="R06438f228e8a42a5" /><Relationship Type="http://schemas.openxmlformats.org/officeDocument/2006/relationships/slide" Target="/ppt/slides/slide98.xml" Id="Rce91e43beb7a49b7" /><Relationship Type="http://schemas.openxmlformats.org/officeDocument/2006/relationships/slide" Target="/ppt/slides/slide99.xml" Id="R0a0b0334a7504f3b" /><Relationship Type="http://schemas.openxmlformats.org/officeDocument/2006/relationships/slide" Target="/ppt/slides/slide100.xml" Id="R07c746694d3f4da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81214e851cc4d2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dd394f81d8d44c3" /><Relationship Type="http://schemas.openxmlformats.org/officeDocument/2006/relationships/notesMaster" Target="/ppt/notesMasters/notesMaster1.xml" Id="Re617fe7dec5348e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a9bc49c23c44535" /><Relationship Type="http://schemas.openxmlformats.org/officeDocument/2006/relationships/notesMaster" Target="/ppt/notesMasters/notesMaster1.xml" Id="R4097e0ce327443e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0ac1a3bc175435b" /><Relationship Type="http://schemas.openxmlformats.org/officeDocument/2006/relationships/notesMaster" Target="/ppt/notesMasters/notesMaster1.xml" Id="Re50699baa92f41e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0148db5719e408c" /><Relationship Type="http://schemas.openxmlformats.org/officeDocument/2006/relationships/notesMaster" Target="/ppt/notesMasters/notesMaster1.xml" Id="Rfce5f6c6ffd84d3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b083a4e143b4388" /><Relationship Type="http://schemas.openxmlformats.org/officeDocument/2006/relationships/notesMaster" Target="/ppt/notesMasters/notesMaster1.xml" Id="Rfa1a6fa86007457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2ee67ee3af8436a" /><Relationship Type="http://schemas.openxmlformats.org/officeDocument/2006/relationships/notesMaster" Target="/ppt/notesMasters/notesMaster1.xml" Id="Rb87f9484b6a94db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84136e7fc5b440d" /><Relationship Type="http://schemas.openxmlformats.org/officeDocument/2006/relationships/notesMaster" Target="/ppt/notesMasters/notesMaster1.xml" Id="R73978d45d10043f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497f82ac9284b6d" /><Relationship Type="http://schemas.openxmlformats.org/officeDocument/2006/relationships/notesMaster" Target="/ppt/notesMasters/notesMaster1.xml" Id="Rd72cd323a06e4cf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2bb20f8cabd4025" /><Relationship Type="http://schemas.openxmlformats.org/officeDocument/2006/relationships/notesMaster" Target="/ppt/notesMasters/notesMaster1.xml" Id="R6dbc6c4f35bc4e0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2a63c24181b40e8" /><Relationship Type="http://schemas.openxmlformats.org/officeDocument/2006/relationships/notesMaster" Target="/ppt/notesMasters/notesMaster1.xml" Id="R6141877625e1467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f230f9772e44ef0" /><Relationship Type="http://schemas.openxmlformats.org/officeDocument/2006/relationships/notesMaster" Target="/ppt/notesMasters/notesMaster1.xml" Id="R90ffe17abf2a43d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0cf978f94dc4aa0" /><Relationship Type="http://schemas.openxmlformats.org/officeDocument/2006/relationships/notesMaster" Target="/ppt/notesMasters/notesMaster1.xml" Id="R9ed01b172d66464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997c696c3334e0c" /><Relationship Type="http://schemas.openxmlformats.org/officeDocument/2006/relationships/notesMaster" Target="/ppt/notesMasters/notesMaster1.xml" Id="R04c25bc3749a4a9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350d273c8b848c4" /><Relationship Type="http://schemas.openxmlformats.org/officeDocument/2006/relationships/notesMaster" Target="/ppt/notesMasters/notesMaster1.xml" Id="Rb269ab4ac6aa4da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e6092acfa444f49" /><Relationship Type="http://schemas.openxmlformats.org/officeDocument/2006/relationships/notesMaster" Target="/ppt/notesMasters/notesMaster1.xml" Id="R14a96c02d07c4ef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1a712cc3dd64592" /><Relationship Type="http://schemas.openxmlformats.org/officeDocument/2006/relationships/notesMaster" Target="/ppt/notesMasters/notesMaster1.xml" Id="Rd935d0ca29454d4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fb6fa4e20f343ce" /><Relationship Type="http://schemas.openxmlformats.org/officeDocument/2006/relationships/notesMaster" Target="/ppt/notesMasters/notesMaster1.xml" Id="Rbea50795e80245a8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c8215bbeaf2e4171" /><Relationship Type="http://schemas.openxmlformats.org/officeDocument/2006/relationships/notesMaster" Target="/ppt/notesMasters/notesMaster1.xml" Id="Rb3e04ac6a56248ac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bf3dbf4771a5424f" /><Relationship Type="http://schemas.openxmlformats.org/officeDocument/2006/relationships/notesMaster" Target="/ppt/notesMasters/notesMaster1.xml" Id="R9e666d0dffcc40ab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54bf0067563c4aac" /><Relationship Type="http://schemas.openxmlformats.org/officeDocument/2006/relationships/notesMaster" Target="/ppt/notesMasters/notesMaster1.xml" Id="Ra68177463ee04163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0b58800334064575" /><Relationship Type="http://schemas.openxmlformats.org/officeDocument/2006/relationships/notesMaster" Target="/ppt/notesMasters/notesMaster1.xml" Id="R25836e2bd0574e32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6e58c9365d3044e3" /><Relationship Type="http://schemas.openxmlformats.org/officeDocument/2006/relationships/notesMaster" Target="/ppt/notesMasters/notesMaster1.xml" Id="R42cd8eda12c74558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ebe1e87290594ec6" /><Relationship Type="http://schemas.openxmlformats.org/officeDocument/2006/relationships/notesMaster" Target="/ppt/notesMasters/notesMaster1.xml" Id="Ra413ecc3f7124ca3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493bc53d23424ff7" /><Relationship Type="http://schemas.openxmlformats.org/officeDocument/2006/relationships/notesMaster" Target="/ppt/notesMasters/notesMaster1.xml" Id="Rf685e27d9e244db7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c40f44f8580e49d6" /><Relationship Type="http://schemas.openxmlformats.org/officeDocument/2006/relationships/notesMaster" Target="/ppt/notesMasters/notesMaster1.xml" Id="Ra11ba2784f8d41eb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6727360d0fff443a" /><Relationship Type="http://schemas.openxmlformats.org/officeDocument/2006/relationships/notesMaster" Target="/ppt/notesMasters/notesMaster1.xml" Id="Rcaa5a56cab414d5e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709fc7a8825e4ece" /><Relationship Type="http://schemas.openxmlformats.org/officeDocument/2006/relationships/notesMaster" Target="/ppt/notesMasters/notesMaster1.xml" Id="R9f94975fe1b946ec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aaebae45d7d94952" /><Relationship Type="http://schemas.openxmlformats.org/officeDocument/2006/relationships/notesMaster" Target="/ppt/notesMasters/notesMaster1.xml" Id="Ra8b731baf4f84e83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2b183cd33fb74bea" /><Relationship Type="http://schemas.openxmlformats.org/officeDocument/2006/relationships/notesMaster" Target="/ppt/notesMasters/notesMaster1.xml" Id="R5a1e07cf7beb4705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dd86e8fe454d481f" /><Relationship Type="http://schemas.openxmlformats.org/officeDocument/2006/relationships/notesMaster" Target="/ppt/notesMasters/notesMaster1.xml" Id="Raa46f615e15848e1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440d351f4d224380" /><Relationship Type="http://schemas.openxmlformats.org/officeDocument/2006/relationships/notesMaster" Target="/ppt/notesMasters/notesMaster1.xml" Id="Rbdd8950fa6e840b0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42cea515c43d4ee8" /><Relationship Type="http://schemas.openxmlformats.org/officeDocument/2006/relationships/notesMaster" Target="/ppt/notesMasters/notesMaster1.xml" Id="Rcecb94e90b20488f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31c4fd333dfe4e2b" /><Relationship Type="http://schemas.openxmlformats.org/officeDocument/2006/relationships/notesMaster" Target="/ppt/notesMasters/notesMaster1.xml" Id="R75a6c851233244ab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4816321520304f73" /><Relationship Type="http://schemas.openxmlformats.org/officeDocument/2006/relationships/notesMaster" Target="/ppt/notesMasters/notesMaster1.xml" Id="R6664c70e39854241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a48ece8c7b084cdf" /><Relationship Type="http://schemas.openxmlformats.org/officeDocument/2006/relationships/notesMaster" Target="/ppt/notesMasters/notesMaster1.xml" Id="R9e2a70e659b84b81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92fa617be91844de" /><Relationship Type="http://schemas.openxmlformats.org/officeDocument/2006/relationships/notesMaster" Target="/ppt/notesMasters/notesMaster1.xml" Id="Rb336e80ec98e4458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8d2b09068ae04ba3" /><Relationship Type="http://schemas.openxmlformats.org/officeDocument/2006/relationships/notesMaster" Target="/ppt/notesMasters/notesMaster1.xml" Id="R015cff04337343d7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421514962c8e4b09" /><Relationship Type="http://schemas.openxmlformats.org/officeDocument/2006/relationships/notesMaster" Target="/ppt/notesMasters/notesMaster1.xml" Id="R081b47c27f0f4fe1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8a85270238864b3c" /><Relationship Type="http://schemas.openxmlformats.org/officeDocument/2006/relationships/notesMaster" Target="/ppt/notesMasters/notesMaster1.xml" Id="R158ca4775fc4481a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847d67714b8f401a" /><Relationship Type="http://schemas.openxmlformats.org/officeDocument/2006/relationships/notesMaster" Target="/ppt/notesMasters/notesMaster1.xml" Id="Rde762bbdb6274e76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5a20e71d24974595" /><Relationship Type="http://schemas.openxmlformats.org/officeDocument/2006/relationships/notesMaster" Target="/ppt/notesMasters/notesMaster1.xml" Id="R865e3301545643b1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8f1101ee6b444439" /><Relationship Type="http://schemas.openxmlformats.org/officeDocument/2006/relationships/notesMaster" Target="/ppt/notesMasters/notesMaster1.xml" Id="R66f957b74ca5478b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b190fb232ef249d2" /><Relationship Type="http://schemas.openxmlformats.org/officeDocument/2006/relationships/notesMaster" Target="/ppt/notesMasters/notesMaster1.xml" Id="R920b7a2ef6174724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bb8811199c594fa8" /><Relationship Type="http://schemas.openxmlformats.org/officeDocument/2006/relationships/notesMaster" Target="/ppt/notesMasters/notesMaster1.xml" Id="R6e45503a991a4bae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ca49032d6be64a1e" /><Relationship Type="http://schemas.openxmlformats.org/officeDocument/2006/relationships/notesMaster" Target="/ppt/notesMasters/notesMaster1.xml" Id="R4680e22dd3b946d1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89394c17142d4bcc" /><Relationship Type="http://schemas.openxmlformats.org/officeDocument/2006/relationships/notesMaster" Target="/ppt/notesMasters/notesMaster1.xml" Id="Rf51bdbbd60594758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1c8e3f36ee304e12" /><Relationship Type="http://schemas.openxmlformats.org/officeDocument/2006/relationships/notesMaster" Target="/ppt/notesMasters/notesMaster1.xml" Id="R9e0be7555cd6405b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3041cba26370453c" /><Relationship Type="http://schemas.openxmlformats.org/officeDocument/2006/relationships/notesMaster" Target="/ppt/notesMasters/notesMaster1.xml" Id="R88b36ccdcf0f4d71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40e048f7d082466c" /><Relationship Type="http://schemas.openxmlformats.org/officeDocument/2006/relationships/notesMaster" Target="/ppt/notesMasters/notesMaster1.xml" Id="Rb5ae48ca2a3d46eb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9ee0b14819b640c0" /><Relationship Type="http://schemas.openxmlformats.org/officeDocument/2006/relationships/notesMaster" Target="/ppt/notesMasters/notesMaster1.xml" Id="Rb399d003ab924ea5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cfcbb57bff714db4" /><Relationship Type="http://schemas.openxmlformats.org/officeDocument/2006/relationships/notesMaster" Target="/ppt/notesMasters/notesMaster1.xml" Id="R8cc4fb0657b6416e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f428109c73db4377" /><Relationship Type="http://schemas.openxmlformats.org/officeDocument/2006/relationships/notesMaster" Target="/ppt/notesMasters/notesMaster1.xml" Id="Rbcdc4de4bc8449d9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a29dfa20c85c4397" /><Relationship Type="http://schemas.openxmlformats.org/officeDocument/2006/relationships/notesMaster" Target="/ppt/notesMasters/notesMaster1.xml" Id="R0be8ae231d4f444c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de007d90ec034d4f" /><Relationship Type="http://schemas.openxmlformats.org/officeDocument/2006/relationships/notesMaster" Target="/ppt/notesMasters/notesMaster1.xml" Id="R845163195aae403b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e1e40dd0319849f9" /><Relationship Type="http://schemas.openxmlformats.org/officeDocument/2006/relationships/notesMaster" Target="/ppt/notesMasters/notesMaster1.xml" Id="Rf3258f35d43f40a4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216fbb1eaa2e465d" /><Relationship Type="http://schemas.openxmlformats.org/officeDocument/2006/relationships/notesMaster" Target="/ppt/notesMasters/notesMaster1.xml" Id="R74bcf75425f14c83" /></Relationships>
</file>

<file path=ppt/notesSlides/_rels/notesSlide57.xml.rels>&#65279;<?xml version="1.0" encoding="utf-8"?><Relationships xmlns="http://schemas.openxmlformats.org/package/2006/relationships"><Relationship Type="http://schemas.openxmlformats.org/officeDocument/2006/relationships/slide" Target="/ppt/slides/slide57.xml" Id="Re544bf4e50c94390" /><Relationship Type="http://schemas.openxmlformats.org/officeDocument/2006/relationships/notesMaster" Target="/ppt/notesMasters/notesMaster1.xml" Id="Ra4f8178e5659439c" /></Relationships>
</file>

<file path=ppt/notesSlides/_rels/notesSlide58.xml.rels>&#65279;<?xml version="1.0" encoding="utf-8"?><Relationships xmlns="http://schemas.openxmlformats.org/package/2006/relationships"><Relationship Type="http://schemas.openxmlformats.org/officeDocument/2006/relationships/slide" Target="/ppt/slides/slide58.xml" Id="R946f7fae80a84256" /><Relationship Type="http://schemas.openxmlformats.org/officeDocument/2006/relationships/notesMaster" Target="/ppt/notesMasters/notesMaster1.xml" Id="Rf8225691244145e7" /></Relationships>
</file>

<file path=ppt/notesSlides/_rels/notesSlide59.xml.rels>&#65279;<?xml version="1.0" encoding="utf-8"?><Relationships xmlns="http://schemas.openxmlformats.org/package/2006/relationships"><Relationship Type="http://schemas.openxmlformats.org/officeDocument/2006/relationships/slide" Target="/ppt/slides/slide59.xml" Id="R91d321274ccf4e4d" /><Relationship Type="http://schemas.openxmlformats.org/officeDocument/2006/relationships/notesMaster" Target="/ppt/notesMasters/notesMaster1.xml" Id="Rf727e0d353224c87" /></Relationships>
</file>

<file path=ppt/notesSlides/_rels/notesSlide60.xml.rels>&#65279;<?xml version="1.0" encoding="utf-8"?><Relationships xmlns="http://schemas.openxmlformats.org/package/2006/relationships"><Relationship Type="http://schemas.openxmlformats.org/officeDocument/2006/relationships/slide" Target="/ppt/slides/slide60.xml" Id="R64f39b2c164f4c16" /><Relationship Type="http://schemas.openxmlformats.org/officeDocument/2006/relationships/notesMaster" Target="/ppt/notesMasters/notesMaster1.xml" Id="Rcb0447c6f74d4c53" /></Relationships>
</file>

<file path=ppt/notesSlides/_rels/notesSlide61.xml.rels>&#65279;<?xml version="1.0" encoding="utf-8"?><Relationships xmlns="http://schemas.openxmlformats.org/package/2006/relationships"><Relationship Type="http://schemas.openxmlformats.org/officeDocument/2006/relationships/slide" Target="/ppt/slides/slide61.xml" Id="R0e85050b804a4d56" /><Relationship Type="http://schemas.openxmlformats.org/officeDocument/2006/relationships/notesMaster" Target="/ppt/notesMasters/notesMaster1.xml" Id="Rde477d67ed94489a" /></Relationships>
</file>

<file path=ppt/notesSlides/_rels/notesSlide62.xml.rels>&#65279;<?xml version="1.0" encoding="utf-8"?><Relationships xmlns="http://schemas.openxmlformats.org/package/2006/relationships"><Relationship Type="http://schemas.openxmlformats.org/officeDocument/2006/relationships/slide" Target="/ppt/slides/slide62.xml" Id="R5c83beafca964ef5" /><Relationship Type="http://schemas.openxmlformats.org/officeDocument/2006/relationships/notesMaster" Target="/ppt/notesMasters/notesMaster1.xml" Id="R2c2b265483b74401" /></Relationships>
</file>

<file path=ppt/notesSlides/_rels/notesSlide63.xml.rels>&#65279;<?xml version="1.0" encoding="utf-8"?><Relationships xmlns="http://schemas.openxmlformats.org/package/2006/relationships"><Relationship Type="http://schemas.openxmlformats.org/officeDocument/2006/relationships/slide" Target="/ppt/slides/slide63.xml" Id="Rcb0472df770f4019" /><Relationship Type="http://schemas.openxmlformats.org/officeDocument/2006/relationships/notesMaster" Target="/ppt/notesMasters/notesMaster1.xml" Id="R76de737c64434459" /></Relationships>
</file>

<file path=ppt/notesSlides/_rels/notesSlide64.xml.rels>&#65279;<?xml version="1.0" encoding="utf-8"?><Relationships xmlns="http://schemas.openxmlformats.org/package/2006/relationships"><Relationship Type="http://schemas.openxmlformats.org/officeDocument/2006/relationships/slide" Target="/ppt/slides/slide64.xml" Id="R624cce6a07684edd" /><Relationship Type="http://schemas.openxmlformats.org/officeDocument/2006/relationships/notesMaster" Target="/ppt/notesMasters/notesMaster1.xml" Id="Rdd97dc6402564855" /></Relationships>
</file>

<file path=ppt/notesSlides/_rels/notesSlide65.xml.rels>&#65279;<?xml version="1.0" encoding="utf-8"?><Relationships xmlns="http://schemas.openxmlformats.org/package/2006/relationships"><Relationship Type="http://schemas.openxmlformats.org/officeDocument/2006/relationships/slide" Target="/ppt/slides/slide65.xml" Id="Ra4a546a7f8c142d2" /><Relationship Type="http://schemas.openxmlformats.org/officeDocument/2006/relationships/notesMaster" Target="/ppt/notesMasters/notesMaster1.xml" Id="R9f9bc91032d54375" /></Relationships>
</file>

<file path=ppt/notesSlides/_rels/notesSlide66.xml.rels>&#65279;<?xml version="1.0" encoding="utf-8"?><Relationships xmlns="http://schemas.openxmlformats.org/package/2006/relationships"><Relationship Type="http://schemas.openxmlformats.org/officeDocument/2006/relationships/slide" Target="/ppt/slides/slide66.xml" Id="Rb4487cd64e96497b" /><Relationship Type="http://schemas.openxmlformats.org/officeDocument/2006/relationships/notesMaster" Target="/ppt/notesMasters/notesMaster1.xml" Id="Rf03d608ad96d4e26" /></Relationships>
</file>

<file path=ppt/notesSlides/_rels/notesSlide67.xml.rels>&#65279;<?xml version="1.0" encoding="utf-8"?><Relationships xmlns="http://schemas.openxmlformats.org/package/2006/relationships"><Relationship Type="http://schemas.openxmlformats.org/officeDocument/2006/relationships/slide" Target="/ppt/slides/slide67.xml" Id="Rd8fc3e6210cc4f0f" /><Relationship Type="http://schemas.openxmlformats.org/officeDocument/2006/relationships/notesMaster" Target="/ppt/notesMasters/notesMaster1.xml" Id="Re25ade34ea374aaa" /></Relationships>
</file>

<file path=ppt/notesSlides/_rels/notesSlide68.xml.rels>&#65279;<?xml version="1.0" encoding="utf-8"?><Relationships xmlns="http://schemas.openxmlformats.org/package/2006/relationships"><Relationship Type="http://schemas.openxmlformats.org/officeDocument/2006/relationships/slide" Target="/ppt/slides/slide68.xml" Id="R7fe17171a68d4f9f" /><Relationship Type="http://schemas.openxmlformats.org/officeDocument/2006/relationships/notesMaster" Target="/ppt/notesMasters/notesMaster1.xml" Id="R7c596b27edc34e85" /></Relationships>
</file>

<file path=ppt/notesSlides/_rels/notesSlide69.xml.rels>&#65279;<?xml version="1.0" encoding="utf-8"?><Relationships xmlns="http://schemas.openxmlformats.org/package/2006/relationships"><Relationship Type="http://schemas.openxmlformats.org/officeDocument/2006/relationships/slide" Target="/ppt/slides/slide69.xml" Id="R5eb569af5b0746de" /><Relationship Type="http://schemas.openxmlformats.org/officeDocument/2006/relationships/notesMaster" Target="/ppt/notesMasters/notesMaster1.xml" Id="R01961892fc2247c7" /></Relationships>
</file>

<file path=ppt/notesSlides/_rels/notesSlide70.xml.rels>&#65279;<?xml version="1.0" encoding="utf-8"?><Relationships xmlns="http://schemas.openxmlformats.org/package/2006/relationships"><Relationship Type="http://schemas.openxmlformats.org/officeDocument/2006/relationships/slide" Target="/ppt/slides/slide70.xml" Id="Rcc883dd9c65441c4" /><Relationship Type="http://schemas.openxmlformats.org/officeDocument/2006/relationships/notesMaster" Target="/ppt/notesMasters/notesMaster1.xml" Id="R266a41ca88a5436f" /></Relationships>
</file>

<file path=ppt/notesSlides/_rels/notesSlide71.xml.rels>&#65279;<?xml version="1.0" encoding="utf-8"?><Relationships xmlns="http://schemas.openxmlformats.org/package/2006/relationships"><Relationship Type="http://schemas.openxmlformats.org/officeDocument/2006/relationships/slide" Target="/ppt/slides/slide71.xml" Id="R479c83d93fd14c41" /><Relationship Type="http://schemas.openxmlformats.org/officeDocument/2006/relationships/notesMaster" Target="/ppt/notesMasters/notesMaster1.xml" Id="Reb48132d5a7c4085" /></Relationships>
</file>

<file path=ppt/notesSlides/_rels/notesSlide72.xml.rels>&#65279;<?xml version="1.0" encoding="utf-8"?><Relationships xmlns="http://schemas.openxmlformats.org/package/2006/relationships"><Relationship Type="http://schemas.openxmlformats.org/officeDocument/2006/relationships/slide" Target="/ppt/slides/slide72.xml" Id="Rb3d3acf9b2c14252" /><Relationship Type="http://schemas.openxmlformats.org/officeDocument/2006/relationships/notesMaster" Target="/ppt/notesMasters/notesMaster1.xml" Id="R4d904fa428be4427" /></Relationships>
</file>

<file path=ppt/notesSlides/_rels/notesSlide73.xml.rels>&#65279;<?xml version="1.0" encoding="utf-8"?><Relationships xmlns="http://schemas.openxmlformats.org/package/2006/relationships"><Relationship Type="http://schemas.openxmlformats.org/officeDocument/2006/relationships/slide" Target="/ppt/slides/slide73.xml" Id="R0e13809f3ab84a12" /><Relationship Type="http://schemas.openxmlformats.org/officeDocument/2006/relationships/notesMaster" Target="/ppt/notesMasters/notesMaster1.xml" Id="R9306e9d6c56f46ae" /></Relationships>
</file>

<file path=ppt/notesSlides/_rels/notesSlide74.xml.rels>&#65279;<?xml version="1.0" encoding="utf-8"?><Relationships xmlns="http://schemas.openxmlformats.org/package/2006/relationships"><Relationship Type="http://schemas.openxmlformats.org/officeDocument/2006/relationships/slide" Target="/ppt/slides/slide74.xml" Id="R615cde736b604327" /><Relationship Type="http://schemas.openxmlformats.org/officeDocument/2006/relationships/notesMaster" Target="/ppt/notesMasters/notesMaster1.xml" Id="Rc41c897aa5704d0c" /></Relationships>
</file>

<file path=ppt/notesSlides/_rels/notesSlide75.xml.rels>&#65279;<?xml version="1.0" encoding="utf-8"?><Relationships xmlns="http://schemas.openxmlformats.org/package/2006/relationships"><Relationship Type="http://schemas.openxmlformats.org/officeDocument/2006/relationships/slide" Target="/ppt/slides/slide75.xml" Id="R0a4e851980854f96" /><Relationship Type="http://schemas.openxmlformats.org/officeDocument/2006/relationships/notesMaster" Target="/ppt/notesMasters/notesMaster1.xml" Id="Rc7dbddc337804112" /></Relationships>
</file>

<file path=ppt/notesSlides/_rels/notesSlide76.xml.rels>&#65279;<?xml version="1.0" encoding="utf-8"?><Relationships xmlns="http://schemas.openxmlformats.org/package/2006/relationships"><Relationship Type="http://schemas.openxmlformats.org/officeDocument/2006/relationships/slide" Target="/ppt/slides/slide76.xml" Id="Rc0391990f2d741f6" /><Relationship Type="http://schemas.openxmlformats.org/officeDocument/2006/relationships/notesMaster" Target="/ppt/notesMasters/notesMaster1.xml" Id="R97a3075328cf4286" /></Relationships>
</file>

<file path=ppt/notesSlides/_rels/notesSlide77.xml.rels>&#65279;<?xml version="1.0" encoding="utf-8"?><Relationships xmlns="http://schemas.openxmlformats.org/package/2006/relationships"><Relationship Type="http://schemas.openxmlformats.org/officeDocument/2006/relationships/slide" Target="/ppt/slides/slide77.xml" Id="R1cbd8a29a1264656" /><Relationship Type="http://schemas.openxmlformats.org/officeDocument/2006/relationships/notesMaster" Target="/ppt/notesMasters/notesMaster1.xml" Id="R290b4f9c86e9483d" /></Relationships>
</file>

<file path=ppt/notesSlides/_rels/notesSlide78.xml.rels>&#65279;<?xml version="1.0" encoding="utf-8"?><Relationships xmlns="http://schemas.openxmlformats.org/package/2006/relationships"><Relationship Type="http://schemas.openxmlformats.org/officeDocument/2006/relationships/slide" Target="/ppt/slides/slide78.xml" Id="Rd0c27055fbaa41c8" /><Relationship Type="http://schemas.openxmlformats.org/officeDocument/2006/relationships/notesMaster" Target="/ppt/notesMasters/notesMaster1.xml" Id="R3829fa92e50a49b6" /></Relationships>
</file>

<file path=ppt/notesSlides/_rels/notesSlide79.xml.rels>&#65279;<?xml version="1.0" encoding="utf-8"?><Relationships xmlns="http://schemas.openxmlformats.org/package/2006/relationships"><Relationship Type="http://schemas.openxmlformats.org/officeDocument/2006/relationships/slide" Target="/ppt/slides/slide79.xml" Id="R85d2e057c9c44490" /><Relationship Type="http://schemas.openxmlformats.org/officeDocument/2006/relationships/notesMaster" Target="/ppt/notesMasters/notesMaster1.xml" Id="Rc26a87d173774402" /></Relationships>
</file>

<file path=ppt/notesSlides/_rels/notesSlide80.xml.rels>&#65279;<?xml version="1.0" encoding="utf-8"?><Relationships xmlns="http://schemas.openxmlformats.org/package/2006/relationships"><Relationship Type="http://schemas.openxmlformats.org/officeDocument/2006/relationships/slide" Target="/ppt/slides/slide80.xml" Id="Rf9c3ba9d70bc493f" /><Relationship Type="http://schemas.openxmlformats.org/officeDocument/2006/relationships/notesMaster" Target="/ppt/notesMasters/notesMaster1.xml" Id="Ref30ed073d81463b" /></Relationships>
</file>

<file path=ppt/notesSlides/_rels/notesSlide81.xml.rels>&#65279;<?xml version="1.0" encoding="utf-8"?><Relationships xmlns="http://schemas.openxmlformats.org/package/2006/relationships"><Relationship Type="http://schemas.openxmlformats.org/officeDocument/2006/relationships/slide" Target="/ppt/slides/slide81.xml" Id="Rf02dea7efc814263" /><Relationship Type="http://schemas.openxmlformats.org/officeDocument/2006/relationships/notesMaster" Target="/ppt/notesMasters/notesMaster1.xml" Id="R4384cbb5e93a4dd2" /></Relationships>
</file>

<file path=ppt/notesSlides/_rels/notesSlide82.xml.rels>&#65279;<?xml version="1.0" encoding="utf-8"?><Relationships xmlns="http://schemas.openxmlformats.org/package/2006/relationships"><Relationship Type="http://schemas.openxmlformats.org/officeDocument/2006/relationships/slide" Target="/ppt/slides/slide82.xml" Id="Re5234310a8684625" /><Relationship Type="http://schemas.openxmlformats.org/officeDocument/2006/relationships/notesMaster" Target="/ppt/notesMasters/notesMaster1.xml" Id="Rfa4e3246719540bb" /></Relationships>
</file>

<file path=ppt/notesSlides/_rels/notesSlide83.xml.rels>&#65279;<?xml version="1.0" encoding="utf-8"?><Relationships xmlns="http://schemas.openxmlformats.org/package/2006/relationships"><Relationship Type="http://schemas.openxmlformats.org/officeDocument/2006/relationships/slide" Target="/ppt/slides/slide83.xml" Id="R1cf2c69f87d44aef" /><Relationship Type="http://schemas.openxmlformats.org/officeDocument/2006/relationships/notesMaster" Target="/ppt/notesMasters/notesMaster1.xml" Id="R63084ac9cf3b4d44" /></Relationships>
</file>

<file path=ppt/notesSlides/_rels/notesSlide84.xml.rels>&#65279;<?xml version="1.0" encoding="utf-8"?><Relationships xmlns="http://schemas.openxmlformats.org/package/2006/relationships"><Relationship Type="http://schemas.openxmlformats.org/officeDocument/2006/relationships/slide" Target="/ppt/slides/slide84.xml" Id="R55f2917eccf948e6" /><Relationship Type="http://schemas.openxmlformats.org/officeDocument/2006/relationships/notesMaster" Target="/ppt/notesMasters/notesMaster1.xml" Id="Rc1dd4664f7de41fe" /></Relationships>
</file>

<file path=ppt/notesSlides/_rels/notesSlide85.xml.rels>&#65279;<?xml version="1.0" encoding="utf-8"?><Relationships xmlns="http://schemas.openxmlformats.org/package/2006/relationships"><Relationship Type="http://schemas.openxmlformats.org/officeDocument/2006/relationships/slide" Target="/ppt/slides/slide85.xml" Id="Raf6b24ca589c478f" /><Relationship Type="http://schemas.openxmlformats.org/officeDocument/2006/relationships/notesMaster" Target="/ppt/notesMasters/notesMaster1.xml" Id="R2768b8c5de9048a1" /></Relationships>
</file>

<file path=ppt/notesSlides/_rels/notesSlide86.xml.rels>&#65279;<?xml version="1.0" encoding="utf-8"?><Relationships xmlns="http://schemas.openxmlformats.org/package/2006/relationships"><Relationship Type="http://schemas.openxmlformats.org/officeDocument/2006/relationships/slide" Target="/ppt/slides/slide86.xml" Id="R7a2988a253c243ec" /><Relationship Type="http://schemas.openxmlformats.org/officeDocument/2006/relationships/notesMaster" Target="/ppt/notesMasters/notesMaster1.xml" Id="R3159db6791b0460d" /></Relationships>
</file>

<file path=ppt/notesSlides/_rels/notesSlide87.xml.rels>&#65279;<?xml version="1.0" encoding="utf-8"?><Relationships xmlns="http://schemas.openxmlformats.org/package/2006/relationships"><Relationship Type="http://schemas.openxmlformats.org/officeDocument/2006/relationships/slide" Target="/ppt/slides/slide87.xml" Id="Rabd454aaee9a4cba" /><Relationship Type="http://schemas.openxmlformats.org/officeDocument/2006/relationships/notesMaster" Target="/ppt/notesMasters/notesMaster1.xml" Id="R16749b823622480a" /></Relationships>
</file>

<file path=ppt/notesSlides/_rels/notesSlide88.xml.rels>&#65279;<?xml version="1.0" encoding="utf-8"?><Relationships xmlns="http://schemas.openxmlformats.org/package/2006/relationships"><Relationship Type="http://schemas.openxmlformats.org/officeDocument/2006/relationships/slide" Target="/ppt/slides/slide88.xml" Id="Rff32501ee11f4d95" /><Relationship Type="http://schemas.openxmlformats.org/officeDocument/2006/relationships/notesMaster" Target="/ppt/notesMasters/notesMaster1.xml" Id="Re675ca3ff15a4e31" /></Relationships>
</file>

<file path=ppt/notesSlides/_rels/notesSlide89.xml.rels>&#65279;<?xml version="1.0" encoding="utf-8"?><Relationships xmlns="http://schemas.openxmlformats.org/package/2006/relationships"><Relationship Type="http://schemas.openxmlformats.org/officeDocument/2006/relationships/slide" Target="/ppt/slides/slide89.xml" Id="Re8c33184e2024fea" /><Relationship Type="http://schemas.openxmlformats.org/officeDocument/2006/relationships/notesMaster" Target="/ppt/notesMasters/notesMaster1.xml" Id="R12e0c003c1994f18" /></Relationships>
</file>

<file path=ppt/notesSlides/_rels/notesSlide90.xml.rels>&#65279;<?xml version="1.0" encoding="utf-8"?><Relationships xmlns="http://schemas.openxmlformats.org/package/2006/relationships"><Relationship Type="http://schemas.openxmlformats.org/officeDocument/2006/relationships/slide" Target="/ppt/slides/slide90.xml" Id="R87456e962cc8447f" /><Relationship Type="http://schemas.openxmlformats.org/officeDocument/2006/relationships/notesMaster" Target="/ppt/notesMasters/notesMaster1.xml" Id="R2172182fa9c642b1" /></Relationships>
</file>

<file path=ppt/notesSlides/_rels/notesSlide91.xml.rels>&#65279;<?xml version="1.0" encoding="utf-8"?><Relationships xmlns="http://schemas.openxmlformats.org/package/2006/relationships"><Relationship Type="http://schemas.openxmlformats.org/officeDocument/2006/relationships/slide" Target="/ppt/slides/slide91.xml" Id="R6d98083f45ba43d3" /><Relationship Type="http://schemas.openxmlformats.org/officeDocument/2006/relationships/notesMaster" Target="/ppt/notesMasters/notesMaster1.xml" Id="R5527eaa8f1714add" /></Relationships>
</file>

<file path=ppt/notesSlides/_rels/notesSlide92.xml.rels>&#65279;<?xml version="1.0" encoding="utf-8"?><Relationships xmlns="http://schemas.openxmlformats.org/package/2006/relationships"><Relationship Type="http://schemas.openxmlformats.org/officeDocument/2006/relationships/slide" Target="/ppt/slides/slide92.xml" Id="Rf4bae31628ab49f8" /><Relationship Type="http://schemas.openxmlformats.org/officeDocument/2006/relationships/notesMaster" Target="/ppt/notesMasters/notesMaster1.xml" Id="R6c6dfe05fe644335" /></Relationships>
</file>

<file path=ppt/notesSlides/_rels/notesSlide93.xml.rels>&#65279;<?xml version="1.0" encoding="utf-8"?><Relationships xmlns="http://schemas.openxmlformats.org/package/2006/relationships"><Relationship Type="http://schemas.openxmlformats.org/officeDocument/2006/relationships/slide" Target="/ppt/slides/slide93.xml" Id="Ra4f0285143eb408f" /><Relationship Type="http://schemas.openxmlformats.org/officeDocument/2006/relationships/notesMaster" Target="/ppt/notesMasters/notesMaster1.xml" Id="Reabb396575674c44" /></Relationships>
</file>

<file path=ppt/notesSlides/_rels/notesSlide94.xml.rels>&#65279;<?xml version="1.0" encoding="utf-8"?><Relationships xmlns="http://schemas.openxmlformats.org/package/2006/relationships"><Relationship Type="http://schemas.openxmlformats.org/officeDocument/2006/relationships/slide" Target="/ppt/slides/slide94.xml" Id="Ra2aa3e8a33e048dd" /><Relationship Type="http://schemas.openxmlformats.org/officeDocument/2006/relationships/notesMaster" Target="/ppt/notesMasters/notesMaster1.xml" Id="R2142e8bfda534f7e" /></Relationships>
</file>

<file path=ppt/notesSlides/_rels/notesSlide95.xml.rels>&#65279;<?xml version="1.0" encoding="utf-8"?><Relationships xmlns="http://schemas.openxmlformats.org/package/2006/relationships"><Relationship Type="http://schemas.openxmlformats.org/officeDocument/2006/relationships/slide" Target="/ppt/slides/slide95.xml" Id="R19fab6b173884502" /><Relationship Type="http://schemas.openxmlformats.org/officeDocument/2006/relationships/notesMaster" Target="/ppt/notesMasters/notesMaster1.xml" Id="Rcf0b2fad90314294" /></Relationships>
</file>

<file path=ppt/notesSlides/_rels/notesSlide96.xml.rels>&#65279;<?xml version="1.0" encoding="utf-8"?><Relationships xmlns="http://schemas.openxmlformats.org/package/2006/relationships"><Relationship Type="http://schemas.openxmlformats.org/officeDocument/2006/relationships/slide" Target="/ppt/slides/slide96.xml" Id="R0ec59b610ed64334" /><Relationship Type="http://schemas.openxmlformats.org/officeDocument/2006/relationships/notesMaster" Target="/ppt/notesMasters/notesMaster1.xml" Id="Rf440e4edbf884af7" /></Relationships>
</file>

<file path=ppt/notesSlides/_rels/notesSlide97.xml.rels>&#65279;<?xml version="1.0" encoding="utf-8"?><Relationships xmlns="http://schemas.openxmlformats.org/package/2006/relationships"><Relationship Type="http://schemas.openxmlformats.org/officeDocument/2006/relationships/slide" Target="/ppt/slides/slide97.xml" Id="R194591524d3f4c11" /><Relationship Type="http://schemas.openxmlformats.org/officeDocument/2006/relationships/notesMaster" Target="/ppt/notesMasters/notesMaster1.xml" Id="Re69f28d1918143ba" /></Relationships>
</file>

<file path=ppt/notesSlides/_rels/notesSlide98.xml.rels>&#65279;<?xml version="1.0" encoding="utf-8"?><Relationships xmlns="http://schemas.openxmlformats.org/package/2006/relationships"><Relationship Type="http://schemas.openxmlformats.org/officeDocument/2006/relationships/slide" Target="/ppt/slides/slide98.xml" Id="R7356728271544906" /><Relationship Type="http://schemas.openxmlformats.org/officeDocument/2006/relationships/notesMaster" Target="/ppt/notesMasters/notesMaster1.xml" Id="R05d53046fa6d42fe" /></Relationships>
</file>

<file path=ppt/notesSlides/_rels/notesSlide99.xml.rels>&#65279;<?xml version="1.0" encoding="utf-8"?><Relationships xmlns="http://schemas.openxmlformats.org/package/2006/relationships"><Relationship Type="http://schemas.openxmlformats.org/officeDocument/2006/relationships/slide" Target="/ppt/slides/slide99.xml" Id="R7d108519a8804eca" /><Relationship Type="http://schemas.openxmlformats.org/officeDocument/2006/relationships/notesMaster" Target="/ppt/notesMasters/notesMaster1.xml" Id="Rfd281ec4b02f439b" /></Relationships>
</file>

<file path=ppt/notesSlides/_rels/notesSlide100.xml.rels>&#65279;<?xml version="1.0" encoding="utf-8"?><Relationships xmlns="http://schemas.openxmlformats.org/package/2006/relationships"><Relationship Type="http://schemas.openxmlformats.org/officeDocument/2006/relationships/slide" Target="/ppt/slides/slide100.xml" Id="R45f24d2c04904c45" /><Relationship Type="http://schemas.openxmlformats.org/officeDocument/2006/relationships/notesMaster" Target="/ppt/notesMasters/notesMaster1.xml" Id="R184c24933b3a459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8ebed02eea427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8ea0fa6768541dd" /><Relationship Type="http://schemas.openxmlformats.org/officeDocument/2006/relationships/slideLayout" Target="/ppt/slideLayouts/slideLayout1.xml" Id="Raa5343003b88488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a5343003b88488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0913b2cbd5436c" /><Relationship Type="http://schemas.openxmlformats.org/officeDocument/2006/relationships/image" Target="/ppt/media/image.jpeg" Id="R1f5561c5e42c40a2" /><Relationship Type="http://schemas.openxmlformats.org/officeDocument/2006/relationships/notesSlide" Target="/ppt/notesSlides/notesSlide1.xml" Id="R28d254255e3441d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4f32a309664887" /><Relationship Type="http://schemas.openxmlformats.org/officeDocument/2006/relationships/image" Target="/ppt/media/image2.jpeg" Id="R19c38a82135b41b3" /><Relationship Type="http://schemas.openxmlformats.org/officeDocument/2006/relationships/notesSlide" Target="/ppt/notesSlides/notesSlide2.xml" Id="R55460770c0d443a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11597d74174a17" /><Relationship Type="http://schemas.openxmlformats.org/officeDocument/2006/relationships/image" Target="/ppt/media/image3.jpeg" Id="R693d1cf4ef3c4200" /><Relationship Type="http://schemas.openxmlformats.org/officeDocument/2006/relationships/notesSlide" Target="/ppt/notesSlides/notesSlide3.xml" Id="Rbae09f5015c8417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b37b0c38a74057" /><Relationship Type="http://schemas.openxmlformats.org/officeDocument/2006/relationships/image" Target="/ppt/media/image4.jpeg" Id="R9418316e207e409f" /><Relationship Type="http://schemas.openxmlformats.org/officeDocument/2006/relationships/notesSlide" Target="/ppt/notesSlides/notesSlide4.xml" Id="Rf009c2d0d05b4e4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0529cb1c41457d" /><Relationship Type="http://schemas.openxmlformats.org/officeDocument/2006/relationships/image" Target="/ppt/media/image5.jpeg" Id="Rbd8863f0ad14492d" /><Relationship Type="http://schemas.openxmlformats.org/officeDocument/2006/relationships/notesSlide" Target="/ppt/notesSlides/notesSlide5.xml" Id="R974e9b7cba9e493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d45f58e5574246" /><Relationship Type="http://schemas.openxmlformats.org/officeDocument/2006/relationships/image" Target="/ppt/media/image6.jpeg" Id="R19206214c6da46ff" /><Relationship Type="http://schemas.openxmlformats.org/officeDocument/2006/relationships/notesSlide" Target="/ppt/notesSlides/notesSlide6.xml" Id="Rc38361b3310c408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736588503c4ca8" /><Relationship Type="http://schemas.openxmlformats.org/officeDocument/2006/relationships/image" Target="/ppt/media/image7.jpeg" Id="Ra98102757b164ec9" /><Relationship Type="http://schemas.openxmlformats.org/officeDocument/2006/relationships/notesSlide" Target="/ppt/notesSlides/notesSlide7.xml" Id="Rf40c4f245401498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1ca9112da94b45" /><Relationship Type="http://schemas.openxmlformats.org/officeDocument/2006/relationships/image" Target="/ppt/media/image8.jpeg" Id="R3da420d251a64d24" /><Relationship Type="http://schemas.openxmlformats.org/officeDocument/2006/relationships/notesSlide" Target="/ppt/notesSlides/notesSlide8.xml" Id="R7d8d4e24c7fb49a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eaea9bbf5b493c" /><Relationship Type="http://schemas.openxmlformats.org/officeDocument/2006/relationships/image" Target="/ppt/media/image9.jpeg" Id="Ra687285a73534306" /><Relationship Type="http://schemas.openxmlformats.org/officeDocument/2006/relationships/notesSlide" Target="/ppt/notesSlides/notesSlide9.xml" Id="R095e3e5727bc42d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d073d6cb6b440b" /><Relationship Type="http://schemas.openxmlformats.org/officeDocument/2006/relationships/image" Target="/ppt/media/image10.jpeg" Id="R7ca25e37a6634cd6" /><Relationship Type="http://schemas.openxmlformats.org/officeDocument/2006/relationships/notesSlide" Target="/ppt/notesSlides/notesSlide10.xml" Id="R43d269ac8c53405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19d1f8655a4d5d" /><Relationship Type="http://schemas.openxmlformats.org/officeDocument/2006/relationships/image" Target="/ppt/media/image11.jpeg" Id="Ra982513abe4141c1" /><Relationship Type="http://schemas.openxmlformats.org/officeDocument/2006/relationships/notesSlide" Target="/ppt/notesSlides/notesSlide11.xml" Id="R0029e851fd2741d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892ab1fb784b2c" /><Relationship Type="http://schemas.openxmlformats.org/officeDocument/2006/relationships/image" Target="/ppt/media/image12.jpeg" Id="R44692c53cdd248fd" /><Relationship Type="http://schemas.openxmlformats.org/officeDocument/2006/relationships/notesSlide" Target="/ppt/notesSlides/notesSlide12.xml" Id="R0b727d9f4a5c49a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8f0e8b6e3f4af1" /><Relationship Type="http://schemas.openxmlformats.org/officeDocument/2006/relationships/image" Target="/ppt/media/image13.jpeg" Id="R19868f495bfe49a2" /><Relationship Type="http://schemas.openxmlformats.org/officeDocument/2006/relationships/notesSlide" Target="/ppt/notesSlides/notesSlide13.xml" Id="R74f60ec8062646e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da844ae54d4403" /><Relationship Type="http://schemas.openxmlformats.org/officeDocument/2006/relationships/image" Target="/ppt/media/image14.jpeg" Id="Rb945dd910da6435a" /><Relationship Type="http://schemas.openxmlformats.org/officeDocument/2006/relationships/notesSlide" Target="/ppt/notesSlides/notesSlide14.xml" Id="R1578f0ce77564e8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96c86d5e1f4f85" /><Relationship Type="http://schemas.openxmlformats.org/officeDocument/2006/relationships/image" Target="/ppt/media/image15.jpeg" Id="R8c1237f7937b46d4" /><Relationship Type="http://schemas.openxmlformats.org/officeDocument/2006/relationships/notesSlide" Target="/ppt/notesSlides/notesSlide15.xml" Id="Rac2061288a094c5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1cbd91b0e54432" /><Relationship Type="http://schemas.openxmlformats.org/officeDocument/2006/relationships/image" Target="/ppt/media/image16.jpeg" Id="Rb7f8b8a72f204503" /><Relationship Type="http://schemas.openxmlformats.org/officeDocument/2006/relationships/notesSlide" Target="/ppt/notesSlides/notesSlide16.xml" Id="R51c0e5ae8e41439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5e4fa9610f4445" /><Relationship Type="http://schemas.openxmlformats.org/officeDocument/2006/relationships/image" Target="/ppt/media/image17.jpeg" Id="Rab9174eac96745e8" /><Relationship Type="http://schemas.openxmlformats.org/officeDocument/2006/relationships/notesSlide" Target="/ppt/notesSlides/notesSlide17.xml" Id="R97cdcba0e31a4616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fc727aa4be4295" /><Relationship Type="http://schemas.openxmlformats.org/officeDocument/2006/relationships/image" Target="/ppt/media/image18.jpeg" Id="Ree647b46ee314668" /><Relationship Type="http://schemas.openxmlformats.org/officeDocument/2006/relationships/notesSlide" Target="/ppt/notesSlides/notesSlide18.xml" Id="R36d579d2cec24116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81e71243ff4675" /><Relationship Type="http://schemas.openxmlformats.org/officeDocument/2006/relationships/image" Target="/ppt/media/image19.jpeg" Id="R8bedaf562aaa40d3" /><Relationship Type="http://schemas.openxmlformats.org/officeDocument/2006/relationships/notesSlide" Target="/ppt/notesSlides/notesSlide19.xml" Id="Rd073db1f9d6d413a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06c0950a834181" /><Relationship Type="http://schemas.openxmlformats.org/officeDocument/2006/relationships/image" Target="/ppt/media/image20.jpeg" Id="R6d02f20c2aec4738" /><Relationship Type="http://schemas.openxmlformats.org/officeDocument/2006/relationships/notesSlide" Target="/ppt/notesSlides/notesSlide20.xml" Id="R74a91f8c72cd4b63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f0953ba1f140dd" /><Relationship Type="http://schemas.openxmlformats.org/officeDocument/2006/relationships/image" Target="/ppt/media/image21.jpeg" Id="R38441bf210c24e35" /><Relationship Type="http://schemas.openxmlformats.org/officeDocument/2006/relationships/notesSlide" Target="/ppt/notesSlides/notesSlide21.xml" Id="R211790d6ae714a1c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8de1cf2f104427" /><Relationship Type="http://schemas.openxmlformats.org/officeDocument/2006/relationships/image" Target="/ppt/media/image22.jpeg" Id="Rf6c25833b0ea4cb3" /><Relationship Type="http://schemas.openxmlformats.org/officeDocument/2006/relationships/notesSlide" Target="/ppt/notesSlides/notesSlide22.xml" Id="R5df6a6d870274e0f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3109934fd14c64" /><Relationship Type="http://schemas.openxmlformats.org/officeDocument/2006/relationships/image" Target="/ppt/media/image23.jpeg" Id="Re41053c339f84d88" /><Relationship Type="http://schemas.openxmlformats.org/officeDocument/2006/relationships/notesSlide" Target="/ppt/notesSlides/notesSlide23.xml" Id="Rd952919f6ec545df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f69ed5fd954746" /><Relationship Type="http://schemas.openxmlformats.org/officeDocument/2006/relationships/image" Target="/ppt/media/image24.jpeg" Id="Rf8591c8248694403" /><Relationship Type="http://schemas.openxmlformats.org/officeDocument/2006/relationships/notesSlide" Target="/ppt/notesSlides/notesSlide24.xml" Id="R59f1abe84e7042a5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66aaf53fa543b3" /><Relationship Type="http://schemas.openxmlformats.org/officeDocument/2006/relationships/image" Target="/ppt/media/image25.jpeg" Id="R41968b9f03474189" /><Relationship Type="http://schemas.openxmlformats.org/officeDocument/2006/relationships/notesSlide" Target="/ppt/notesSlides/notesSlide25.xml" Id="R64afe004503249da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2799f14555486e" /><Relationship Type="http://schemas.openxmlformats.org/officeDocument/2006/relationships/image" Target="/ppt/media/image26.jpeg" Id="R1f7dd74a51034cb3" /><Relationship Type="http://schemas.openxmlformats.org/officeDocument/2006/relationships/notesSlide" Target="/ppt/notesSlides/notesSlide26.xml" Id="R0678d121c48b43ef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3b8f211df449d3" /><Relationship Type="http://schemas.openxmlformats.org/officeDocument/2006/relationships/image" Target="/ppt/media/image27.jpeg" Id="Rf1ad672d29ed4b32" /><Relationship Type="http://schemas.openxmlformats.org/officeDocument/2006/relationships/notesSlide" Target="/ppt/notesSlides/notesSlide27.xml" Id="R482862b5cb2f4344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abba11af8f4c5d" /><Relationship Type="http://schemas.openxmlformats.org/officeDocument/2006/relationships/image" Target="/ppt/media/image28.jpeg" Id="R39567a20d2504422" /><Relationship Type="http://schemas.openxmlformats.org/officeDocument/2006/relationships/notesSlide" Target="/ppt/notesSlides/notesSlide28.xml" Id="R1ae4d06071b34593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b0b1493e894c49" /><Relationship Type="http://schemas.openxmlformats.org/officeDocument/2006/relationships/image" Target="/ppt/media/image29.jpeg" Id="Re5d1213709c34010" /><Relationship Type="http://schemas.openxmlformats.org/officeDocument/2006/relationships/notesSlide" Target="/ppt/notesSlides/notesSlide29.xml" Id="Rfce8f3b925b1472b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61b2ed191c4cdf" /><Relationship Type="http://schemas.openxmlformats.org/officeDocument/2006/relationships/image" Target="/ppt/media/image30.jpeg" Id="R8124248c668a41d9" /><Relationship Type="http://schemas.openxmlformats.org/officeDocument/2006/relationships/notesSlide" Target="/ppt/notesSlides/notesSlide30.xml" Id="R7185c8e0f1734cfd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af3c4f19624fee" /><Relationship Type="http://schemas.openxmlformats.org/officeDocument/2006/relationships/image" Target="/ppt/media/image31.jpeg" Id="R2854e3007a0b4d26" /><Relationship Type="http://schemas.openxmlformats.org/officeDocument/2006/relationships/notesSlide" Target="/ppt/notesSlides/notesSlide31.xml" Id="R4df2734974c6403d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3d766008a846e0" /><Relationship Type="http://schemas.openxmlformats.org/officeDocument/2006/relationships/image" Target="/ppt/media/image32.jpeg" Id="Rff583283c7f84927" /><Relationship Type="http://schemas.openxmlformats.org/officeDocument/2006/relationships/notesSlide" Target="/ppt/notesSlides/notesSlide32.xml" Id="R315f752b24ac4668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1cd55e43a74722" /><Relationship Type="http://schemas.openxmlformats.org/officeDocument/2006/relationships/image" Target="/ppt/media/image33.jpeg" Id="Rf3dc1883d34943ec" /><Relationship Type="http://schemas.openxmlformats.org/officeDocument/2006/relationships/notesSlide" Target="/ppt/notesSlides/notesSlide33.xml" Id="Rcefef2ec36714bf7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2f69d2be9b4cd0" /><Relationship Type="http://schemas.openxmlformats.org/officeDocument/2006/relationships/image" Target="/ppt/media/image34.jpeg" Id="R5e6e559ce87146c1" /><Relationship Type="http://schemas.openxmlformats.org/officeDocument/2006/relationships/notesSlide" Target="/ppt/notesSlides/notesSlide34.xml" Id="R83d2bf18eb974f6c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712264c0324c23" /><Relationship Type="http://schemas.openxmlformats.org/officeDocument/2006/relationships/image" Target="/ppt/media/image35.jpeg" Id="R309cd46ed1b84287" /><Relationship Type="http://schemas.openxmlformats.org/officeDocument/2006/relationships/notesSlide" Target="/ppt/notesSlides/notesSlide35.xml" Id="Rdbba7a98dbcb4f4f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9784f7b9bd4ad1" /><Relationship Type="http://schemas.openxmlformats.org/officeDocument/2006/relationships/image" Target="/ppt/media/image36.jpeg" Id="Rb787267e9c6b4981" /><Relationship Type="http://schemas.openxmlformats.org/officeDocument/2006/relationships/notesSlide" Target="/ppt/notesSlides/notesSlide36.xml" Id="R6b41d78157074fdd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16725c22044aa7" /><Relationship Type="http://schemas.openxmlformats.org/officeDocument/2006/relationships/image" Target="/ppt/media/image37.jpeg" Id="Rbfa7db2b2ab542a1" /><Relationship Type="http://schemas.openxmlformats.org/officeDocument/2006/relationships/notesSlide" Target="/ppt/notesSlides/notesSlide37.xml" Id="R4468ed565ea64842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18db7296b54e05" /><Relationship Type="http://schemas.openxmlformats.org/officeDocument/2006/relationships/image" Target="/ppt/media/image38.jpeg" Id="Rde2d6a1552ee4501" /><Relationship Type="http://schemas.openxmlformats.org/officeDocument/2006/relationships/notesSlide" Target="/ppt/notesSlides/notesSlide38.xml" Id="Rcbfdd4e2d2e94797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52b6de04f14f99" /><Relationship Type="http://schemas.openxmlformats.org/officeDocument/2006/relationships/image" Target="/ppt/media/image39.jpeg" Id="R3996e05456ea4d77" /><Relationship Type="http://schemas.openxmlformats.org/officeDocument/2006/relationships/notesSlide" Target="/ppt/notesSlides/notesSlide39.xml" Id="Rf2fc7f8a80854425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b3b09a3a684fb0" /><Relationship Type="http://schemas.openxmlformats.org/officeDocument/2006/relationships/image" Target="/ppt/media/image40.jpeg" Id="R740742aab7084345" /><Relationship Type="http://schemas.openxmlformats.org/officeDocument/2006/relationships/notesSlide" Target="/ppt/notesSlides/notesSlide40.xml" Id="R5f175a64faad4edd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a15590e51e4ea4" /><Relationship Type="http://schemas.openxmlformats.org/officeDocument/2006/relationships/image" Target="/ppt/media/image41.jpeg" Id="R19eb8178662e4339" /><Relationship Type="http://schemas.openxmlformats.org/officeDocument/2006/relationships/notesSlide" Target="/ppt/notesSlides/notesSlide41.xml" Id="R8685782a0763472b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6fa4550f3e45ad" /><Relationship Type="http://schemas.openxmlformats.org/officeDocument/2006/relationships/image" Target="/ppt/media/image42.jpeg" Id="R02203b49451648ad" /><Relationship Type="http://schemas.openxmlformats.org/officeDocument/2006/relationships/notesSlide" Target="/ppt/notesSlides/notesSlide42.xml" Id="R5cd0086931b3486a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59416be7d844b0" /><Relationship Type="http://schemas.openxmlformats.org/officeDocument/2006/relationships/image" Target="/ppt/media/image43.jpeg" Id="R483e465aa68c4bd0" /><Relationship Type="http://schemas.openxmlformats.org/officeDocument/2006/relationships/notesSlide" Target="/ppt/notesSlides/notesSlide43.xml" Id="Re7a429b752ea4b33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4004cc19394b89" /><Relationship Type="http://schemas.openxmlformats.org/officeDocument/2006/relationships/image" Target="/ppt/media/image44.jpeg" Id="R5ebb2204fa9a42c2" /><Relationship Type="http://schemas.openxmlformats.org/officeDocument/2006/relationships/notesSlide" Target="/ppt/notesSlides/notesSlide44.xml" Id="R45b5791b260146e2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cec4a489824726" /><Relationship Type="http://schemas.openxmlformats.org/officeDocument/2006/relationships/image" Target="/ppt/media/image45.jpeg" Id="Rde9a2d1155ad4855" /><Relationship Type="http://schemas.openxmlformats.org/officeDocument/2006/relationships/notesSlide" Target="/ppt/notesSlides/notesSlide45.xml" Id="Rb6b3ee80fd124927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7869c7c5204197" /><Relationship Type="http://schemas.openxmlformats.org/officeDocument/2006/relationships/image" Target="/ppt/media/image46.jpeg" Id="Rbb8caf86d70d4551" /><Relationship Type="http://schemas.openxmlformats.org/officeDocument/2006/relationships/notesSlide" Target="/ppt/notesSlides/notesSlide46.xml" Id="R428e406ce4d24af0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6305d1d5214ad8" /><Relationship Type="http://schemas.openxmlformats.org/officeDocument/2006/relationships/image" Target="/ppt/media/image47.jpeg" Id="Rbb74bde7f6b845d8" /><Relationship Type="http://schemas.openxmlformats.org/officeDocument/2006/relationships/notesSlide" Target="/ppt/notesSlides/notesSlide47.xml" Id="R8a44a947611740db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0bd38ab18b40f2" /><Relationship Type="http://schemas.openxmlformats.org/officeDocument/2006/relationships/image" Target="/ppt/media/image48.jpeg" Id="R57c0563b923f4beb" /><Relationship Type="http://schemas.openxmlformats.org/officeDocument/2006/relationships/notesSlide" Target="/ppt/notesSlides/notesSlide48.xml" Id="R4f0136abade248ab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95f3a26aed4957" /><Relationship Type="http://schemas.openxmlformats.org/officeDocument/2006/relationships/image" Target="/ppt/media/image49.jpeg" Id="R018858cced374701" /><Relationship Type="http://schemas.openxmlformats.org/officeDocument/2006/relationships/notesSlide" Target="/ppt/notesSlides/notesSlide49.xml" Id="R4d2095b7a9944e21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d017750caa42a1" /><Relationship Type="http://schemas.openxmlformats.org/officeDocument/2006/relationships/image" Target="/ppt/media/image50.jpeg" Id="R3700f9a20838405a" /><Relationship Type="http://schemas.openxmlformats.org/officeDocument/2006/relationships/notesSlide" Target="/ppt/notesSlides/notesSlide50.xml" Id="R6a16efa568c04654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4f8af3568d40ff" /><Relationship Type="http://schemas.openxmlformats.org/officeDocument/2006/relationships/image" Target="/ppt/media/image51.jpeg" Id="R8ba6adc6fc0747ff" /><Relationship Type="http://schemas.openxmlformats.org/officeDocument/2006/relationships/notesSlide" Target="/ppt/notesSlides/notesSlide51.xml" Id="R2d57a35410284628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301507c6e14dd5" /><Relationship Type="http://schemas.openxmlformats.org/officeDocument/2006/relationships/image" Target="/ppt/media/image52.jpeg" Id="Rcfc75963debb46ad" /><Relationship Type="http://schemas.openxmlformats.org/officeDocument/2006/relationships/notesSlide" Target="/ppt/notesSlides/notesSlide52.xml" Id="R774cd2dce28049bb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85ccb8effa494a" /><Relationship Type="http://schemas.openxmlformats.org/officeDocument/2006/relationships/image" Target="/ppt/media/image53.jpeg" Id="Rcee14e0609204586" /><Relationship Type="http://schemas.openxmlformats.org/officeDocument/2006/relationships/notesSlide" Target="/ppt/notesSlides/notesSlide53.xml" Id="Rb66117e5db644608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cb1193e4e94423" /><Relationship Type="http://schemas.openxmlformats.org/officeDocument/2006/relationships/image" Target="/ppt/media/image54.jpeg" Id="Re463f12c6d1a4773" /><Relationship Type="http://schemas.openxmlformats.org/officeDocument/2006/relationships/notesSlide" Target="/ppt/notesSlides/notesSlide54.xml" Id="R0060fa0404734319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8bd9426dfa4379" /><Relationship Type="http://schemas.openxmlformats.org/officeDocument/2006/relationships/image" Target="/ppt/media/image55.jpeg" Id="Rc4dd020c783e41b6" /><Relationship Type="http://schemas.openxmlformats.org/officeDocument/2006/relationships/notesSlide" Target="/ppt/notesSlides/notesSlide55.xml" Id="Re032b84f7feb46e7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6a9e78ea564fd5" /><Relationship Type="http://schemas.openxmlformats.org/officeDocument/2006/relationships/image" Target="/ppt/media/image56.jpeg" Id="Rc40c05bf714b4691" /><Relationship Type="http://schemas.openxmlformats.org/officeDocument/2006/relationships/notesSlide" Target="/ppt/notesSlides/notesSlide56.xml" Id="R64f55090c1454852" /></Relationships>
</file>

<file path=ppt/slides/_rels/slide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8365b632e4437a" /><Relationship Type="http://schemas.openxmlformats.org/officeDocument/2006/relationships/image" Target="/ppt/media/image57.jpeg" Id="Rd44de7bf4b954ed9" /><Relationship Type="http://schemas.openxmlformats.org/officeDocument/2006/relationships/notesSlide" Target="/ppt/notesSlides/notesSlide57.xml" Id="Rc2180ae1269047b8" /></Relationships>
</file>

<file path=ppt/slides/_rels/slide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2df360f8df4126" /><Relationship Type="http://schemas.openxmlformats.org/officeDocument/2006/relationships/image" Target="/ppt/media/image58.jpeg" Id="R27e9f2fa5ae64824" /><Relationship Type="http://schemas.openxmlformats.org/officeDocument/2006/relationships/notesSlide" Target="/ppt/notesSlides/notesSlide58.xml" Id="R091e087f785b47bb" /></Relationships>
</file>

<file path=ppt/slides/_rels/slide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dc081e94524319" /><Relationship Type="http://schemas.openxmlformats.org/officeDocument/2006/relationships/image" Target="/ppt/media/image59.jpeg" Id="R51c3ff88968f4cc9" /><Relationship Type="http://schemas.openxmlformats.org/officeDocument/2006/relationships/notesSlide" Target="/ppt/notesSlides/notesSlide59.xml" Id="Ra9c8e0d9df614698" /></Relationships>
</file>

<file path=ppt/slides/_rels/slide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d2e9c6fa6f43df" /><Relationship Type="http://schemas.openxmlformats.org/officeDocument/2006/relationships/image" Target="/ppt/media/image60.jpeg" Id="Rfcee57f0b51b414a" /><Relationship Type="http://schemas.openxmlformats.org/officeDocument/2006/relationships/notesSlide" Target="/ppt/notesSlides/notesSlide60.xml" Id="R95491b2093ae4498" /></Relationships>
</file>

<file path=ppt/slides/_rels/slide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dbc8f6208341a1" /><Relationship Type="http://schemas.openxmlformats.org/officeDocument/2006/relationships/image" Target="/ppt/media/image61.jpeg" Id="Rafd873d4a8da41fb" /><Relationship Type="http://schemas.openxmlformats.org/officeDocument/2006/relationships/notesSlide" Target="/ppt/notesSlides/notesSlide61.xml" Id="R1fa6e9b5fced4088" /></Relationships>
</file>

<file path=ppt/slides/_rels/slide6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044beab5e9416a" /><Relationship Type="http://schemas.openxmlformats.org/officeDocument/2006/relationships/image" Target="/ppt/media/image62.jpeg" Id="R42dcf34c65254acd" /><Relationship Type="http://schemas.openxmlformats.org/officeDocument/2006/relationships/notesSlide" Target="/ppt/notesSlides/notesSlide62.xml" Id="Re52b05cf7b124eef" /></Relationships>
</file>

<file path=ppt/slides/_rels/slide6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4ba3c34b5f4294" /><Relationship Type="http://schemas.openxmlformats.org/officeDocument/2006/relationships/image" Target="/ppt/media/image63.jpeg" Id="Ref75ca9e38374d8d" /><Relationship Type="http://schemas.openxmlformats.org/officeDocument/2006/relationships/notesSlide" Target="/ppt/notesSlides/notesSlide63.xml" Id="R8ec325631a004448" /></Relationships>
</file>

<file path=ppt/slides/_rels/slide6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da52264ad64cee" /><Relationship Type="http://schemas.openxmlformats.org/officeDocument/2006/relationships/image" Target="/ppt/media/image64.jpeg" Id="R8c955aae681040c3" /><Relationship Type="http://schemas.openxmlformats.org/officeDocument/2006/relationships/notesSlide" Target="/ppt/notesSlides/notesSlide64.xml" Id="Rf46c2d0a5e954541" /></Relationships>
</file>

<file path=ppt/slides/_rels/slide6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015642202749ab" /><Relationship Type="http://schemas.openxmlformats.org/officeDocument/2006/relationships/image" Target="/ppt/media/image65.jpeg" Id="Rb728072e27294bec" /><Relationship Type="http://schemas.openxmlformats.org/officeDocument/2006/relationships/notesSlide" Target="/ppt/notesSlides/notesSlide65.xml" Id="R2f426955d2994000" /></Relationships>
</file>

<file path=ppt/slides/_rels/slide6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476e2656b345ae" /><Relationship Type="http://schemas.openxmlformats.org/officeDocument/2006/relationships/image" Target="/ppt/media/image66.jpeg" Id="R7fcbb4c4168641f3" /><Relationship Type="http://schemas.openxmlformats.org/officeDocument/2006/relationships/notesSlide" Target="/ppt/notesSlides/notesSlide66.xml" Id="R90bfe48fae4c4368" /></Relationships>
</file>

<file path=ppt/slides/_rels/slide6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f506b2dfae4809" /><Relationship Type="http://schemas.openxmlformats.org/officeDocument/2006/relationships/image" Target="/ppt/media/image67.jpeg" Id="Rf173827be23e4db6" /><Relationship Type="http://schemas.openxmlformats.org/officeDocument/2006/relationships/notesSlide" Target="/ppt/notesSlides/notesSlide67.xml" Id="Rb2e4694a799a42bc" /></Relationships>
</file>

<file path=ppt/slides/_rels/slide6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c7cc54d9ad466f" /><Relationship Type="http://schemas.openxmlformats.org/officeDocument/2006/relationships/image" Target="/ppt/media/image68.jpeg" Id="R425fb368acd34b47" /><Relationship Type="http://schemas.openxmlformats.org/officeDocument/2006/relationships/notesSlide" Target="/ppt/notesSlides/notesSlide68.xml" Id="R11cd0f1eafb64817" /></Relationships>
</file>

<file path=ppt/slides/_rels/slide6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1d7c3e287f4612" /><Relationship Type="http://schemas.openxmlformats.org/officeDocument/2006/relationships/image" Target="/ppt/media/image69.jpeg" Id="R2cd4ab4010974a54" /><Relationship Type="http://schemas.openxmlformats.org/officeDocument/2006/relationships/notesSlide" Target="/ppt/notesSlides/notesSlide69.xml" Id="R3ee2085250794f5b" /></Relationships>
</file>

<file path=ppt/slides/_rels/slide7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5a6bb4b0b74a9a" /><Relationship Type="http://schemas.openxmlformats.org/officeDocument/2006/relationships/image" Target="/ppt/media/image70.jpeg" Id="R715a466290c04afb" /><Relationship Type="http://schemas.openxmlformats.org/officeDocument/2006/relationships/notesSlide" Target="/ppt/notesSlides/notesSlide70.xml" Id="Rbf0f1badd08f4eea" /></Relationships>
</file>

<file path=ppt/slides/_rels/slide7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81af23b8dd4e4b" /><Relationship Type="http://schemas.openxmlformats.org/officeDocument/2006/relationships/image" Target="/ppt/media/image71.jpeg" Id="Rdbdbab8be1fc4130" /><Relationship Type="http://schemas.openxmlformats.org/officeDocument/2006/relationships/notesSlide" Target="/ppt/notesSlides/notesSlide71.xml" Id="Rfea35888e3884f6d" /></Relationships>
</file>

<file path=ppt/slides/_rels/slide7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7090362798485c" /><Relationship Type="http://schemas.openxmlformats.org/officeDocument/2006/relationships/image" Target="/ppt/media/image72.jpeg" Id="R1959c8aee5624efc" /><Relationship Type="http://schemas.openxmlformats.org/officeDocument/2006/relationships/notesSlide" Target="/ppt/notesSlides/notesSlide72.xml" Id="R3564cd782c82412a" /></Relationships>
</file>

<file path=ppt/slides/_rels/slide7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33916f447d441b" /><Relationship Type="http://schemas.openxmlformats.org/officeDocument/2006/relationships/image" Target="/ppt/media/image73.jpeg" Id="Rdc649e2484c4417c" /><Relationship Type="http://schemas.openxmlformats.org/officeDocument/2006/relationships/notesSlide" Target="/ppt/notesSlides/notesSlide73.xml" Id="Rbb4653e8200e4f00" /></Relationships>
</file>

<file path=ppt/slides/_rels/slide7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490aaddfe44775" /><Relationship Type="http://schemas.openxmlformats.org/officeDocument/2006/relationships/image" Target="/ppt/media/image74.jpeg" Id="R3e277f12820440a1" /><Relationship Type="http://schemas.openxmlformats.org/officeDocument/2006/relationships/notesSlide" Target="/ppt/notesSlides/notesSlide74.xml" Id="R178018a85657447a" /></Relationships>
</file>

<file path=ppt/slides/_rels/slide7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d8e861e3104663" /><Relationship Type="http://schemas.openxmlformats.org/officeDocument/2006/relationships/image" Target="/ppt/media/image75.jpeg" Id="R41396e4dbda94b77" /><Relationship Type="http://schemas.openxmlformats.org/officeDocument/2006/relationships/notesSlide" Target="/ppt/notesSlides/notesSlide75.xml" Id="R1cacafcf0eee4b19" /></Relationships>
</file>

<file path=ppt/slides/_rels/slide7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cca3eeb421489f" /><Relationship Type="http://schemas.openxmlformats.org/officeDocument/2006/relationships/image" Target="/ppt/media/image76.jpeg" Id="Rb33d1bed2a5c495f" /><Relationship Type="http://schemas.openxmlformats.org/officeDocument/2006/relationships/notesSlide" Target="/ppt/notesSlides/notesSlide76.xml" Id="R930bd3e320df419d" /></Relationships>
</file>

<file path=ppt/slides/_rels/slide7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57272f0c964e38" /><Relationship Type="http://schemas.openxmlformats.org/officeDocument/2006/relationships/image" Target="/ppt/media/image77.jpeg" Id="R27698693644f40de" /><Relationship Type="http://schemas.openxmlformats.org/officeDocument/2006/relationships/notesSlide" Target="/ppt/notesSlides/notesSlide77.xml" Id="R9b05b2aa72504076" /></Relationships>
</file>

<file path=ppt/slides/_rels/slide7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00fbffb7ac44ba" /><Relationship Type="http://schemas.openxmlformats.org/officeDocument/2006/relationships/image" Target="/ppt/media/image78.jpeg" Id="Reb44ff4d8279464b" /><Relationship Type="http://schemas.openxmlformats.org/officeDocument/2006/relationships/notesSlide" Target="/ppt/notesSlides/notesSlide78.xml" Id="R55775064521e4bda" /></Relationships>
</file>

<file path=ppt/slides/_rels/slide7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226b4bba8540f9" /><Relationship Type="http://schemas.openxmlformats.org/officeDocument/2006/relationships/image" Target="/ppt/media/image79.jpeg" Id="R20d3eee71b824c34" /><Relationship Type="http://schemas.openxmlformats.org/officeDocument/2006/relationships/notesSlide" Target="/ppt/notesSlides/notesSlide79.xml" Id="R05714d45582347cd" /></Relationships>
</file>

<file path=ppt/slides/_rels/slide8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702369396047c6" /><Relationship Type="http://schemas.openxmlformats.org/officeDocument/2006/relationships/image" Target="/ppt/media/image80.jpeg" Id="R628f9df8feff4866" /><Relationship Type="http://schemas.openxmlformats.org/officeDocument/2006/relationships/notesSlide" Target="/ppt/notesSlides/notesSlide80.xml" Id="Rcb3fde813d634245" /></Relationships>
</file>

<file path=ppt/slides/_rels/slide8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3f333539c94ffd" /><Relationship Type="http://schemas.openxmlformats.org/officeDocument/2006/relationships/image" Target="/ppt/media/image81.jpeg" Id="R102f202a3fd444bc" /><Relationship Type="http://schemas.openxmlformats.org/officeDocument/2006/relationships/notesSlide" Target="/ppt/notesSlides/notesSlide81.xml" Id="R840c6716023e47f2" /></Relationships>
</file>

<file path=ppt/slides/_rels/slide8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ea42be58e64bb5" /><Relationship Type="http://schemas.openxmlformats.org/officeDocument/2006/relationships/image" Target="/ppt/media/image82.jpeg" Id="Rf2c1e5a6b8574451" /><Relationship Type="http://schemas.openxmlformats.org/officeDocument/2006/relationships/notesSlide" Target="/ppt/notesSlides/notesSlide82.xml" Id="R345952a5b34a416b" /></Relationships>
</file>

<file path=ppt/slides/_rels/slide8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d0773503454c80" /><Relationship Type="http://schemas.openxmlformats.org/officeDocument/2006/relationships/image" Target="/ppt/media/image83.jpeg" Id="R388c9223e59d43f9" /><Relationship Type="http://schemas.openxmlformats.org/officeDocument/2006/relationships/notesSlide" Target="/ppt/notesSlides/notesSlide83.xml" Id="Ra53bdd8373c645fc" /></Relationships>
</file>

<file path=ppt/slides/_rels/slide8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60e0d308524939" /><Relationship Type="http://schemas.openxmlformats.org/officeDocument/2006/relationships/image" Target="/ppt/media/image84.jpeg" Id="R15c02b455d0d403f" /><Relationship Type="http://schemas.openxmlformats.org/officeDocument/2006/relationships/notesSlide" Target="/ppt/notesSlides/notesSlide84.xml" Id="Recd1ae39569044da" /></Relationships>
</file>

<file path=ppt/slides/_rels/slide8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a328d6ced44b67" /><Relationship Type="http://schemas.openxmlformats.org/officeDocument/2006/relationships/image" Target="/ppt/media/image85.jpeg" Id="R798312eccd544163" /><Relationship Type="http://schemas.openxmlformats.org/officeDocument/2006/relationships/notesSlide" Target="/ppt/notesSlides/notesSlide85.xml" Id="Rf646bdb4306647c9" /></Relationships>
</file>

<file path=ppt/slides/_rels/slide8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04fa63ed024061" /><Relationship Type="http://schemas.openxmlformats.org/officeDocument/2006/relationships/image" Target="/ppt/media/image86.jpeg" Id="R9301c964fac44b72" /><Relationship Type="http://schemas.openxmlformats.org/officeDocument/2006/relationships/notesSlide" Target="/ppt/notesSlides/notesSlide86.xml" Id="R0082934108244837" /></Relationships>
</file>

<file path=ppt/slides/_rels/slide8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c7dbb60c024e6d" /><Relationship Type="http://schemas.openxmlformats.org/officeDocument/2006/relationships/image" Target="/ppt/media/image87.jpeg" Id="R1c22e57864f94871" /><Relationship Type="http://schemas.openxmlformats.org/officeDocument/2006/relationships/notesSlide" Target="/ppt/notesSlides/notesSlide87.xml" Id="R6aab0d1ff14e439e" /></Relationships>
</file>

<file path=ppt/slides/_rels/slide8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afff32cfb446c5" /><Relationship Type="http://schemas.openxmlformats.org/officeDocument/2006/relationships/image" Target="/ppt/media/image88.jpeg" Id="R216ee3763d7d4950" /><Relationship Type="http://schemas.openxmlformats.org/officeDocument/2006/relationships/notesSlide" Target="/ppt/notesSlides/notesSlide88.xml" Id="R1fbc4b7535254696" /></Relationships>
</file>

<file path=ppt/slides/_rels/slide8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5da88b90fd4514" /><Relationship Type="http://schemas.openxmlformats.org/officeDocument/2006/relationships/image" Target="/ppt/media/image89.jpeg" Id="R0cfafa1d2f1c4d61" /><Relationship Type="http://schemas.openxmlformats.org/officeDocument/2006/relationships/notesSlide" Target="/ppt/notesSlides/notesSlide89.xml" Id="Redde0d6ef0ca4aee" /></Relationships>
</file>

<file path=ppt/slides/_rels/slide9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2d44a2c0124195" /><Relationship Type="http://schemas.openxmlformats.org/officeDocument/2006/relationships/image" Target="/ppt/media/image90.jpeg" Id="R379ff33c18bd404d" /><Relationship Type="http://schemas.openxmlformats.org/officeDocument/2006/relationships/notesSlide" Target="/ppt/notesSlides/notesSlide90.xml" Id="Rf8a5183c509240fe" /></Relationships>
</file>

<file path=ppt/slides/_rels/slide9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f4a1b67c95473a" /><Relationship Type="http://schemas.openxmlformats.org/officeDocument/2006/relationships/image" Target="/ppt/media/image91.jpeg" Id="Rc1d54a5479a043df" /><Relationship Type="http://schemas.openxmlformats.org/officeDocument/2006/relationships/notesSlide" Target="/ppt/notesSlides/notesSlide91.xml" Id="Re80e5f7eeab24236" /></Relationships>
</file>

<file path=ppt/slides/_rels/slide9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1d1697022c4ad8" /><Relationship Type="http://schemas.openxmlformats.org/officeDocument/2006/relationships/image" Target="/ppt/media/image92.jpeg" Id="R8f37c0e1225b42fe" /><Relationship Type="http://schemas.openxmlformats.org/officeDocument/2006/relationships/notesSlide" Target="/ppt/notesSlides/notesSlide92.xml" Id="R26dbf9d85fd94412" /></Relationships>
</file>

<file path=ppt/slides/_rels/slide9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512bd97eb14629" /><Relationship Type="http://schemas.openxmlformats.org/officeDocument/2006/relationships/image" Target="/ppt/media/image93.jpeg" Id="Rfee7147639c84b31" /><Relationship Type="http://schemas.openxmlformats.org/officeDocument/2006/relationships/notesSlide" Target="/ppt/notesSlides/notesSlide93.xml" Id="R8b3f2be83ae74892" /></Relationships>
</file>

<file path=ppt/slides/_rels/slide9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7c765e55054eb2" /><Relationship Type="http://schemas.openxmlformats.org/officeDocument/2006/relationships/image" Target="/ppt/media/image94.jpeg" Id="R631d8bef8be24aa6" /><Relationship Type="http://schemas.openxmlformats.org/officeDocument/2006/relationships/notesSlide" Target="/ppt/notesSlides/notesSlide94.xml" Id="R3718ca1e57d441e5" /></Relationships>
</file>

<file path=ppt/slides/_rels/slide9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bee48f36034ce1" /><Relationship Type="http://schemas.openxmlformats.org/officeDocument/2006/relationships/image" Target="/ppt/media/image95.jpeg" Id="R22180ac8cd464a92" /><Relationship Type="http://schemas.openxmlformats.org/officeDocument/2006/relationships/notesSlide" Target="/ppt/notesSlides/notesSlide95.xml" Id="R2ccc211c3f24421f" /></Relationships>
</file>

<file path=ppt/slides/_rels/slide9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45dcfa4a124071" /><Relationship Type="http://schemas.openxmlformats.org/officeDocument/2006/relationships/image" Target="/ppt/media/image96.jpeg" Id="R1cd318868ad142f7" /><Relationship Type="http://schemas.openxmlformats.org/officeDocument/2006/relationships/notesSlide" Target="/ppt/notesSlides/notesSlide96.xml" Id="Rdd5e528d66dc40b8" /></Relationships>
</file>

<file path=ppt/slides/_rels/slide9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10a1aa728f45fb" /><Relationship Type="http://schemas.openxmlformats.org/officeDocument/2006/relationships/image" Target="/ppt/media/image97.jpeg" Id="Re6cb4ef36a1f4c9b" /><Relationship Type="http://schemas.openxmlformats.org/officeDocument/2006/relationships/notesSlide" Target="/ppt/notesSlides/notesSlide97.xml" Id="R23b355032ad24008" /></Relationships>
</file>

<file path=ppt/slides/_rels/slide9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538c2bc8e147ae" /><Relationship Type="http://schemas.openxmlformats.org/officeDocument/2006/relationships/image" Target="/ppt/media/image98.jpeg" Id="Rf95b0f4627224457" /><Relationship Type="http://schemas.openxmlformats.org/officeDocument/2006/relationships/notesSlide" Target="/ppt/notesSlides/notesSlide98.xml" Id="Rb0baba4fe9b94943" /></Relationships>
</file>

<file path=ppt/slides/_rels/slide9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c94c8967894c7d" /><Relationship Type="http://schemas.openxmlformats.org/officeDocument/2006/relationships/image" Target="/ppt/media/image99.jpeg" Id="R5c43b5dabe8c47a1" /><Relationship Type="http://schemas.openxmlformats.org/officeDocument/2006/relationships/notesSlide" Target="/ppt/notesSlides/notesSlide99.xml" Id="Rdbb3fe7d469b42bb" /></Relationships>
</file>

<file path=ppt/slides/_rels/slide10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46178ba6994767" /><Relationship Type="http://schemas.openxmlformats.org/officeDocument/2006/relationships/image" Target="/ppt/media/image100.jpeg" Id="Rc876a50c55f14699" /><Relationship Type="http://schemas.openxmlformats.org/officeDocument/2006/relationships/notesSlide" Target="/ppt/notesSlides/notesSlide100.xml" Id="R4ae19a7aaa6e4d6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C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5561c5e42c40a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7562850" cy="10696575"/>
          </a:xfrm>
          <a:prstGeom xmlns:a="http://schemas.openxmlformats.org/drawingml/2006/main" prst="rect">
            <a:avLst/>
          </a:prstGeom>
        </p:spPr>
      </p:pic>
      <p:sp>
        <p:nvSpPr>
          <p:cNvPr id="2" name="soft-romantic-panel">
            <a:extLst xmlns:a="http://schemas.openxmlformats.org/drawingml/2006/main">
              <a:ext uri="{FF2B5EF4-FFF2-40B4-BE49-F238E27FC236}">
                <a16:creationId xmlns:a16="http://schemas.microsoft.com/office/drawing/2014/main" id="{3766B06B-89FA-4F47-B8B7-D1B2BAA2E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"/>
            <a:ext cx="6000750" cy="9429750"/>
          </a:xfrm>
          <a:prstGeom xmlns:a="http://schemas.openxmlformats.org/drawingml/2006/main" prst="roundRect">
            <a:avLst>
              <a:gd name="adj" fmla="val 1270"/>
            </a:avLst>
          </a:prstGeom>
          <a:solidFill xmlns:a="http://schemas.openxmlformats.org/drawingml/2006/main">
            <a:srgbClr val="FCF7F3"/>
          </a:solidFill>
          <a:ln xmlns:a="http://schemas.openxmlformats.org/drawingml/2006/main" w="9525">
            <a:solidFill>
              <a:srgbClr val="C79B46"/>
            </a:solidFill>
            <a:prstDash val="solid"/>
          </a:ln>
        </p:spPr>
      </p:sp>
      <p:sp>
        <p:nvSpPr>
          <p:cNvPr id="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1911E29-B0E1-4A84-BEAA-0751E7AA5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966787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C79B46"/>
                </a:solidFill>
              </a:defRPr>
            </a:pPr>
            <a:r>
              <a:rPr sz="750" b="0" i="0">
                <a:solidFill>
                  <a:srgbClr val="C79B46"/>
                </a:solidFill>
              </a:rPr>
              <a:t>001</a:t>
            </a:r>
          </a:p>
        </p:txBody>
      </p:sp>
      <p:sp>
        <p:nvSpPr>
          <p:cNvPr id="4" name="cover-panel">
            <a:extLst xmlns:a="http://schemas.openxmlformats.org/drawingml/2006/main">
              <a:ext uri="{FF2B5EF4-FFF2-40B4-BE49-F238E27FC236}">
                <a16:creationId xmlns:a16="http://schemas.microsoft.com/office/drawing/2014/main" id="{E475284B-2B1C-438F-BB84-300E2B592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57450"/>
            <a:ext cx="5467350" cy="538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-THE">
            <a:extLst xmlns:a="http://schemas.openxmlformats.org/drawingml/2006/main">
              <a:ext uri="{FF2B5EF4-FFF2-40B4-BE49-F238E27FC236}">
                <a16:creationId xmlns:a16="http://schemas.microsoft.com/office/drawing/2014/main" id="{3903F592-9CB1-47B5-AE14-E0A3E2CC0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857500"/>
            <a:ext cx="22288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0" i="0">
                <a:solidFill>
                  <a:srgbClr val="667B61"/>
                </a:solidFill>
              </a:defRPr>
            </a:pPr>
            <a:r>
              <a:rPr sz="1650" b="0" i="0">
                <a:solidFill>
                  <a:srgbClr val="667B61"/>
                </a:solidFill>
              </a:rPr>
              <a:t>THE</a:t>
            </a:r>
          </a:p>
        </p:txBody>
      </p:sp>
      <p:sp>
        <p:nvSpPr>
          <p:cNvPr id="6" name="text-WEDDING">
            <a:extLst xmlns:a="http://schemas.openxmlformats.org/drawingml/2006/main">
              <a:ext uri="{FF2B5EF4-FFF2-40B4-BE49-F238E27FC236}">
                <a16:creationId xmlns:a16="http://schemas.microsoft.com/office/drawing/2014/main" id="{D83EAEF4-A5C3-4077-B577-54741E80B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476625"/>
            <a:ext cx="50863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4350" b="0" i="0">
                <a:solidFill>
                  <a:srgbClr val="667B61"/>
                </a:solidFill>
              </a:defRPr>
            </a:pPr>
            <a:r>
              <a:rPr sz="4350" b="0" i="0">
                <a:solidFill>
                  <a:srgbClr val="667B61"/>
                </a:solidFill>
              </a:rPr>
              <a:t>WEDDING</a:t>
            </a:r>
          </a:p>
        </p:txBody>
      </p:sp>
      <p:sp>
        <p:nvSpPr>
          <p:cNvPr id="7" name="text-PLANNER">
            <a:extLst xmlns:a="http://schemas.openxmlformats.org/drawingml/2006/main">
              <a:ext uri="{FF2B5EF4-FFF2-40B4-BE49-F238E27FC236}">
                <a16:creationId xmlns:a16="http://schemas.microsoft.com/office/drawing/2014/main" id="{8A56F720-E04C-48B3-B72B-FD201ACE2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276725"/>
            <a:ext cx="50863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4350" b="0" i="0">
                <a:solidFill>
                  <a:srgbClr val="667B61"/>
                </a:solidFill>
              </a:defRPr>
            </a:pPr>
            <a:r>
              <a:rPr sz="4350" b="0" i="0">
                <a:solidFill>
                  <a:srgbClr val="667B61"/>
                </a:solidFill>
              </a:rPr>
              <a:t>PLANNER</a:t>
            </a:r>
          </a:p>
        </p:txBody>
      </p:sp>
      <p:sp>
        <p:nvSpPr>
          <p:cNvPr id="8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49244E6C-555F-4DD4-AE21-485DED602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295900"/>
            <a:ext cx="95250" cy="952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C79B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-A beautiful guide for planni">
            <a:extLst xmlns:a="http://schemas.openxmlformats.org/drawingml/2006/main">
              <a:ext uri="{FF2B5EF4-FFF2-40B4-BE49-F238E27FC236}">
                <a16:creationId xmlns:a16="http://schemas.microsoft.com/office/drawing/2014/main" id="{34278A0E-681F-48F4-BB5E-D3248A3D9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734050"/>
            <a:ext cx="41338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0" i="1">
                <a:solidFill>
                  <a:srgbClr val="667B61"/>
                </a:solidFill>
              </a:defRPr>
            </a:pPr>
            <a:r>
              <a:rPr sz="1725" b="0" i="1">
                <a:solidFill>
                  <a:srgbClr val="667B61"/>
                </a:solidFill>
              </a:rPr>
              <a:t>A beautiful guide for planning your best day</a:t>
            </a:r>
          </a:p>
        </p:txBody>
      </p:sp>
      <p:sp>
        <p:nvSpPr>
          <p:cNvPr id="10" name="text-Created with love for the br">
            <a:extLst xmlns:a="http://schemas.openxmlformats.org/drawingml/2006/main">
              <a:ext uri="{FF2B5EF4-FFF2-40B4-BE49-F238E27FC236}">
                <a16:creationId xmlns:a16="http://schemas.microsoft.com/office/drawing/2014/main" id="{3E401549-42C1-43B8-AA8D-2264D7D19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7105650"/>
            <a:ext cx="4038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667B61"/>
                </a:solidFill>
              </a:defRPr>
            </a:pPr>
            <a:r>
              <a:rPr sz="1275" b="0" i="0">
                <a:solidFill>
                  <a:srgbClr val="667B61"/>
                </a:solidFill>
              </a:rPr>
              <a:t>Created with love for the bride-to-be</a:t>
            </a:r>
          </a:p>
        </p:txBody>
      </p:sp>
    </p:spTree>
    <p:extLst>
      <p:ext uri="{BB962C8B-B14F-4D97-AF65-F5344CB8AC3E}">
        <p14:creationId xmlns:p14="http://schemas.microsoft.com/office/powerpoint/2010/main" val="204546806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c38a82135b41b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7562850" cy="10696575"/>
          </a:xfrm>
          <a:prstGeom xmlns:a="http://schemas.openxmlformats.org/drawingml/2006/main" prst="rect">
            <a:avLst/>
          </a:prstGeom>
        </p:spPr>
      </p:pic>
      <p:sp>
        <p:nvSpPr>
          <p:cNvPr id="2" name="soft-romantic-panel">
            <a:extLst xmlns:a="http://schemas.openxmlformats.org/drawingml/2006/main">
              <a:ext uri="{FF2B5EF4-FFF2-40B4-BE49-F238E27FC236}">
                <a16:creationId xmlns:a16="http://schemas.microsoft.com/office/drawing/2014/main" id="{AB52B1F1-6F31-46B0-80DA-B591F70B5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"/>
            <a:ext cx="6000750" cy="9429750"/>
          </a:xfrm>
          <a:prstGeom xmlns:a="http://schemas.openxmlformats.org/drawingml/2006/main" prst="roundRect">
            <a:avLst>
              <a:gd name="adj" fmla="val 1270"/>
            </a:avLst>
          </a:prstGeom>
          <a:solidFill xmlns:a="http://schemas.openxmlformats.org/drawingml/2006/main">
            <a:srgbClr val="FCF7F3"/>
          </a:solidFill>
          <a:ln xmlns:a="http://schemas.openxmlformats.org/drawingml/2006/main" w="9525">
            <a:solidFill>
              <a:srgbClr val="C79B46"/>
            </a:solidFill>
            <a:prstDash val="solid"/>
          </a:ln>
        </p:spPr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D4133695-6870-4BE2-933E-0500F14DE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42950"/>
            <a:ext cx="5562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0" i="1">
                <a:solidFill>
                  <a:srgbClr val="52654E"/>
                </a:solidFill>
              </a:defRPr>
            </a:pPr>
            <a:r>
              <a:rPr sz="2025" b="0" i="1">
                <a:solidFill>
                  <a:srgbClr val="52654E"/>
                </a:solidFill>
              </a:rPr>
              <a:t>Welcome to Your Wedding Planner</a:t>
            </a:r>
          </a:p>
        </p:txBody>
      </p:sp>
      <p:sp>
        <p:nvSpPr>
          <p:cNvPr id="4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D8156D5B-95F4-4D58-8980-9EAA706C8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581150"/>
            <a:ext cx="85725" cy="857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C79B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EB69E9D-BB08-4F99-B098-BC1221E5B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966787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C79B46"/>
                </a:solidFill>
              </a:defRPr>
            </a:pPr>
            <a:r>
              <a:rPr sz="750" b="0" i="0">
                <a:solidFill>
                  <a:srgbClr val="C79B46"/>
                </a:solidFill>
              </a:rPr>
              <a:t>002</a:t>
            </a:r>
          </a:p>
        </p:txBody>
      </p:sp>
      <p:sp>
        <p:nvSpPr>
          <p:cNvPr id="6" name="text-BRIDE">
            <a:extLst xmlns:a="http://schemas.openxmlformats.org/drawingml/2006/main">
              <a:ext uri="{FF2B5EF4-FFF2-40B4-BE49-F238E27FC236}">
                <a16:creationId xmlns:a16="http://schemas.microsoft.com/office/drawing/2014/main" id="{8E957AB9-1426-46FB-8D8E-5CBCEAB99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952625"/>
            <a:ext cx="2333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BRIDE</a:t>
            </a:r>
          </a:p>
        </p:txBody>
      </p:sp>
      <p:sp>
        <p:nvSpPr>
          <p:cNvPr id="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849BF072-9F11-45DE-9AFC-8AF6D5A96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190750"/>
            <a:ext cx="333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PARTNER">
            <a:extLst xmlns:a="http://schemas.openxmlformats.org/drawingml/2006/main">
              <a:ext uri="{FF2B5EF4-FFF2-40B4-BE49-F238E27FC236}">
                <a16:creationId xmlns:a16="http://schemas.microsoft.com/office/drawing/2014/main" id="{3B776BD1-4D43-41E3-8FEF-F7ED9EC0E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447925"/>
            <a:ext cx="2333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PARTNER</a:t>
            </a:r>
          </a:p>
        </p:txBody>
      </p:sp>
      <p:sp>
        <p:nvSpPr>
          <p:cNvPr id="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BD25BEA3-321A-4AF8-BF59-3AACFAFA4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686050"/>
            <a:ext cx="333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WEDDING DATE">
            <a:extLst xmlns:a="http://schemas.openxmlformats.org/drawingml/2006/main">
              <a:ext uri="{FF2B5EF4-FFF2-40B4-BE49-F238E27FC236}">
                <a16:creationId xmlns:a16="http://schemas.microsoft.com/office/drawing/2014/main" id="{027F836A-C58B-4271-AFFC-1EE309F30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943225"/>
            <a:ext cx="2333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WEDDING DATE</a:t>
            </a:r>
          </a:p>
        </p:txBody>
      </p:sp>
      <p:sp>
        <p:nvSpPr>
          <p:cNvPr id="1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40DA94A6-FD3E-4C9B-91DA-769CE1D71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181350"/>
            <a:ext cx="333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-CEREMONY VENUE">
            <a:extLst xmlns:a="http://schemas.openxmlformats.org/drawingml/2006/main">
              <a:ext uri="{FF2B5EF4-FFF2-40B4-BE49-F238E27FC236}">
                <a16:creationId xmlns:a16="http://schemas.microsoft.com/office/drawing/2014/main" id="{BF79BE7E-3A3D-4957-9FEC-FF0F90491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438525"/>
            <a:ext cx="2333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CEREMONY VENUE</a:t>
            </a:r>
          </a:p>
        </p:txBody>
      </p:sp>
      <p:sp>
        <p:nvSpPr>
          <p:cNvPr id="1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34A95C56-B224-4DCB-B870-078B43443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676650"/>
            <a:ext cx="333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-RECEPTION VENUE">
            <a:extLst xmlns:a="http://schemas.openxmlformats.org/drawingml/2006/main">
              <a:ext uri="{FF2B5EF4-FFF2-40B4-BE49-F238E27FC236}">
                <a16:creationId xmlns:a16="http://schemas.microsoft.com/office/drawing/2014/main" id="{8CBAB9D8-6831-4DEC-8E53-86556EABC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933825"/>
            <a:ext cx="2333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RECEPTION VENUE</a:t>
            </a:r>
          </a:p>
        </p:txBody>
      </p:sp>
      <p:sp>
        <p:nvSpPr>
          <p:cNvPr id="1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C90DB127-D023-46FF-B26C-B619FD6A6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171950"/>
            <a:ext cx="333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-WEDDING THEME">
            <a:extLst xmlns:a="http://schemas.openxmlformats.org/drawingml/2006/main">
              <a:ext uri="{FF2B5EF4-FFF2-40B4-BE49-F238E27FC236}">
                <a16:creationId xmlns:a16="http://schemas.microsoft.com/office/drawing/2014/main" id="{A79FC1F9-6420-4CD3-A0F3-62F358E99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429125"/>
            <a:ext cx="2333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WEDDING THEME</a:t>
            </a:r>
          </a:p>
        </p:txBody>
      </p:sp>
      <p:sp>
        <p:nvSpPr>
          <p:cNvPr id="1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B050679F-CE0B-4F27-8873-CE5810066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667250"/>
            <a:ext cx="333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-PLANNER BELONGS TO">
            <a:extLst xmlns:a="http://schemas.openxmlformats.org/drawingml/2006/main">
              <a:ext uri="{FF2B5EF4-FFF2-40B4-BE49-F238E27FC236}">
                <a16:creationId xmlns:a16="http://schemas.microsoft.com/office/drawing/2014/main" id="{B2B94120-E2A1-46FF-9FE4-E7DC95B01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924425"/>
            <a:ext cx="2333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PLANNER BELONGS TO</a:t>
            </a:r>
          </a:p>
        </p:txBody>
      </p:sp>
      <p:sp>
        <p:nvSpPr>
          <p:cNvPr id="1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8430C438-7499-4E91-95C7-BE31564C8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162550"/>
            <a:ext cx="333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ext-PHONE / EMAIL">
            <a:extLst xmlns:a="http://schemas.openxmlformats.org/drawingml/2006/main">
              <a:ext uri="{FF2B5EF4-FFF2-40B4-BE49-F238E27FC236}">
                <a16:creationId xmlns:a16="http://schemas.microsoft.com/office/drawing/2014/main" id="{CDA192EE-ECDF-4B5E-9FA9-76F9DD402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419725"/>
            <a:ext cx="2333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PHONE / EMAIL</a:t>
            </a:r>
          </a:p>
        </p:txBody>
      </p:sp>
      <p:sp>
        <p:nvSpPr>
          <p:cNvPr id="2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46EF295C-48CC-4C3D-874C-1808F1E62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657850"/>
            <a:ext cx="333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-EMERGENCY CONTACT">
            <a:extLst xmlns:a="http://schemas.openxmlformats.org/drawingml/2006/main">
              <a:ext uri="{FF2B5EF4-FFF2-40B4-BE49-F238E27FC236}">
                <a16:creationId xmlns:a16="http://schemas.microsoft.com/office/drawing/2014/main" id="{C069DA27-B900-4D83-B0BA-B99D3373E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915025"/>
            <a:ext cx="2333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EMERGENCY CONTACT</a:t>
            </a:r>
          </a:p>
        </p:txBody>
      </p:sp>
      <p:sp>
        <p:nvSpPr>
          <p:cNvPr id="2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CE12DB62-D2EA-4605-8268-6D9ADE6C8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6153150"/>
            <a:ext cx="333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71301760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C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3d1cf4ef3c420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7562850" cy="10696575"/>
          </a:xfrm>
          <a:prstGeom xmlns:a="http://schemas.openxmlformats.org/drawingml/2006/main" prst="rect">
            <a:avLst/>
          </a:prstGeom>
        </p:spPr>
      </p:pic>
      <p:sp>
        <p:nvSpPr>
          <p:cNvPr id="2" name="soft-romantic-panel">
            <a:extLst xmlns:a="http://schemas.openxmlformats.org/drawingml/2006/main">
              <a:ext uri="{FF2B5EF4-FFF2-40B4-BE49-F238E27FC236}">
                <a16:creationId xmlns:a16="http://schemas.microsoft.com/office/drawing/2014/main" id="{39123AE8-3095-4166-8756-DEA953DFD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"/>
            <a:ext cx="6000750" cy="9429750"/>
          </a:xfrm>
          <a:prstGeom xmlns:a="http://schemas.openxmlformats.org/drawingml/2006/main" prst="roundRect">
            <a:avLst>
              <a:gd name="adj" fmla="val 1270"/>
            </a:avLst>
          </a:prstGeom>
          <a:solidFill xmlns:a="http://schemas.openxmlformats.org/drawingml/2006/main">
            <a:srgbClr val="FCF7F3"/>
          </a:solidFill>
          <a:ln xmlns:a="http://schemas.openxmlformats.org/drawingml/2006/main" w="9525">
            <a:solidFill>
              <a:srgbClr val="C79B46"/>
            </a:solidFill>
            <a:prstDash val="solid"/>
          </a:ln>
        </p:spPr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532B0CDA-D4CE-4D87-B749-0E13CF3F6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42950"/>
            <a:ext cx="5562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75" b="0" i="1">
                <a:solidFill>
                  <a:srgbClr val="52654E"/>
                </a:solidFill>
              </a:defRPr>
            </a:pPr>
            <a:r>
              <a:rPr sz="2475" b="0" i="1">
                <a:solidFill>
                  <a:srgbClr val="52654E"/>
                </a:solidFill>
              </a:rPr>
              <a:t>How to Use This Planner</a:t>
            </a:r>
          </a:p>
        </p:txBody>
      </p:sp>
      <p:sp>
        <p:nvSpPr>
          <p:cNvPr id="4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BA7D01A6-AC41-4017-927F-8060A85AB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581150"/>
            <a:ext cx="85725" cy="857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C79B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FEF288E-8121-47B4-837E-588B52192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966787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C79B46"/>
                </a:solidFill>
              </a:defRPr>
            </a:pPr>
            <a:r>
              <a:rPr sz="750" b="0" i="0">
                <a:solidFill>
                  <a:srgbClr val="C79B46"/>
                </a:solidFill>
              </a:rPr>
              <a:t>003</a:t>
            </a:r>
          </a:p>
        </p:txBody>
      </p:sp>
      <p:sp>
        <p:nvSpPr>
          <p:cNvPr id="6" name="checkbox">
            <a:extLst xmlns:a="http://schemas.openxmlformats.org/drawingml/2006/main">
              <a:ext uri="{FF2B5EF4-FFF2-40B4-BE49-F238E27FC236}">
                <a16:creationId xmlns:a16="http://schemas.microsoft.com/office/drawing/2014/main" id="{CAD250C0-A3DF-4F3D-AC43-914BF3AB1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66925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7" name="text-Start with your vision">
            <a:extLst xmlns:a="http://schemas.openxmlformats.org/drawingml/2006/main">
              <a:ext uri="{FF2B5EF4-FFF2-40B4-BE49-F238E27FC236}">
                <a16:creationId xmlns:a16="http://schemas.microsoft.com/office/drawing/2014/main" id="{4568C0A4-C575-483D-A58B-E1B990D6E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0002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Start with your vision</a:t>
            </a:r>
          </a:p>
        </p:txBody>
      </p:sp>
      <p:sp>
        <p:nvSpPr>
          <p:cNvPr id="8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0860E178-5282-4A96-8B40-3E783DB08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2955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checkbox">
            <a:extLst xmlns:a="http://schemas.openxmlformats.org/drawingml/2006/main">
              <a:ext uri="{FF2B5EF4-FFF2-40B4-BE49-F238E27FC236}">
                <a16:creationId xmlns:a16="http://schemas.microsoft.com/office/drawing/2014/main" id="{8CB9448F-B036-4638-A740-C839C5540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495550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0" name="text-Set a realistic budget">
            <a:extLst xmlns:a="http://schemas.openxmlformats.org/drawingml/2006/main">
              <a:ext uri="{FF2B5EF4-FFF2-40B4-BE49-F238E27FC236}">
                <a16:creationId xmlns:a16="http://schemas.microsoft.com/office/drawing/2014/main" id="{14F55D73-D463-4EB0-8268-5107193CF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42887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Set a realistic budget</a:t>
            </a:r>
          </a:p>
        </p:txBody>
      </p:sp>
      <p:sp>
        <p:nvSpPr>
          <p:cNvPr id="1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1607D6F7-64C5-4CF8-93FF-E83922405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7241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checkbox">
            <a:extLst xmlns:a="http://schemas.openxmlformats.org/drawingml/2006/main">
              <a:ext uri="{FF2B5EF4-FFF2-40B4-BE49-F238E27FC236}">
                <a16:creationId xmlns:a16="http://schemas.microsoft.com/office/drawing/2014/main" id="{EEAD0469-34BE-4CCB-8D0B-AD4CA246D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924175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3" name="text-Build the guest list">
            <a:extLst xmlns:a="http://schemas.openxmlformats.org/drawingml/2006/main">
              <a:ext uri="{FF2B5EF4-FFF2-40B4-BE49-F238E27FC236}">
                <a16:creationId xmlns:a16="http://schemas.microsoft.com/office/drawing/2014/main" id="{0CECDB68-5E7A-4C27-8021-AF37BBD97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8575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Build the guest list</a:t>
            </a:r>
          </a:p>
        </p:txBody>
      </p:sp>
      <p:sp>
        <p:nvSpPr>
          <p:cNvPr id="1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85D5155B-FE87-40DC-B997-393BEF6BA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1527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checkbox">
            <a:extLst xmlns:a="http://schemas.openxmlformats.org/drawingml/2006/main">
              <a:ext uri="{FF2B5EF4-FFF2-40B4-BE49-F238E27FC236}">
                <a16:creationId xmlns:a16="http://schemas.microsoft.com/office/drawing/2014/main" id="{2856015B-FE36-4752-AAB0-49C6C0C13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352800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6" name="text-Book priority vendors">
            <a:extLst xmlns:a="http://schemas.openxmlformats.org/drawingml/2006/main">
              <a:ext uri="{FF2B5EF4-FFF2-40B4-BE49-F238E27FC236}">
                <a16:creationId xmlns:a16="http://schemas.microsoft.com/office/drawing/2014/main" id="{7DFE669B-C107-46F5-987B-E8493D620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28612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Book priority vendors</a:t>
            </a:r>
          </a:p>
        </p:txBody>
      </p:sp>
      <p:sp>
        <p:nvSpPr>
          <p:cNvPr id="1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9E8FFA1C-5249-46A0-93D0-9FC965897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58140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checkbox">
            <a:extLst xmlns:a="http://schemas.openxmlformats.org/drawingml/2006/main">
              <a:ext uri="{FF2B5EF4-FFF2-40B4-BE49-F238E27FC236}">
                <a16:creationId xmlns:a16="http://schemas.microsoft.com/office/drawing/2014/main" id="{47DD7895-1287-4DDF-8AD1-6A4CBE5A3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81425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9" name="text-Work month by month">
            <a:extLst xmlns:a="http://schemas.openxmlformats.org/drawingml/2006/main">
              <a:ext uri="{FF2B5EF4-FFF2-40B4-BE49-F238E27FC236}">
                <a16:creationId xmlns:a16="http://schemas.microsoft.com/office/drawing/2014/main" id="{9F472D35-B2D8-4053-846A-0CD140E1A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7147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Work month by month</a:t>
            </a:r>
          </a:p>
        </p:txBody>
      </p:sp>
      <p:sp>
        <p:nvSpPr>
          <p:cNvPr id="2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DC7B33AB-CFD9-4A47-AD80-E76B68DCB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0100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checkbox">
            <a:extLst xmlns:a="http://schemas.openxmlformats.org/drawingml/2006/main">
              <a:ext uri="{FF2B5EF4-FFF2-40B4-BE49-F238E27FC236}">
                <a16:creationId xmlns:a16="http://schemas.microsoft.com/office/drawing/2014/main" id="{379EFD8A-A56C-4C82-97AA-167666189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210050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22" name="text-Track every payment">
            <a:extLst xmlns:a="http://schemas.openxmlformats.org/drawingml/2006/main">
              <a:ext uri="{FF2B5EF4-FFF2-40B4-BE49-F238E27FC236}">
                <a16:creationId xmlns:a16="http://schemas.microsoft.com/office/drawing/2014/main" id="{F965F139-677B-4FAF-8625-B51A4F0A4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14337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Track every payment</a:t>
            </a:r>
          </a:p>
        </p:txBody>
      </p:sp>
      <p:sp>
        <p:nvSpPr>
          <p:cNvPr id="2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8812CBA1-E031-4148-91AF-7722D523A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4386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checkbox">
            <a:extLst xmlns:a="http://schemas.openxmlformats.org/drawingml/2006/main">
              <a:ext uri="{FF2B5EF4-FFF2-40B4-BE49-F238E27FC236}">
                <a16:creationId xmlns:a16="http://schemas.microsoft.com/office/drawing/2014/main" id="{9D14BECC-F40A-47FD-9950-C2753D470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638675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25" name="text-Review the final-week pages">
            <a:extLst xmlns:a="http://schemas.openxmlformats.org/drawingml/2006/main">
              <a:ext uri="{FF2B5EF4-FFF2-40B4-BE49-F238E27FC236}">
                <a16:creationId xmlns:a16="http://schemas.microsoft.com/office/drawing/2014/main" id="{5FD44CED-3A4F-4E4B-A539-9C456B4D0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5720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Review the final-week pages</a:t>
            </a:r>
          </a:p>
        </p:txBody>
      </p:sp>
      <p:sp>
        <p:nvSpPr>
          <p:cNvPr id="2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7771C19F-13DD-4F03-892A-5C7D1629C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8672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checkbox">
            <a:extLst xmlns:a="http://schemas.openxmlformats.org/drawingml/2006/main">
              <a:ext uri="{FF2B5EF4-FFF2-40B4-BE49-F238E27FC236}">
                <a16:creationId xmlns:a16="http://schemas.microsoft.com/office/drawing/2014/main" id="{E4D05306-C9FB-4F0F-8A48-CB77903F6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067300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28" name="text-Keep this planner close">
            <a:extLst xmlns:a="http://schemas.openxmlformats.org/drawingml/2006/main">
              <a:ext uri="{FF2B5EF4-FFF2-40B4-BE49-F238E27FC236}">
                <a16:creationId xmlns:a16="http://schemas.microsoft.com/office/drawing/2014/main" id="{70AA23BC-517D-4412-8EC8-E4EDF065B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00062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Keep this planner close</a:t>
            </a:r>
          </a:p>
        </p:txBody>
      </p:sp>
      <p:sp>
        <p:nvSpPr>
          <p:cNvPr id="2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D462DD98-8BB3-4036-B158-F0C9A4E84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29590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36686592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C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18316e207e409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7562850" cy="10696575"/>
          </a:xfrm>
          <a:prstGeom xmlns:a="http://schemas.openxmlformats.org/drawingml/2006/main" prst="rect">
            <a:avLst/>
          </a:prstGeom>
        </p:spPr>
      </p:pic>
      <p:sp>
        <p:nvSpPr>
          <p:cNvPr id="2" name="soft-romantic-panel">
            <a:extLst xmlns:a="http://schemas.openxmlformats.org/drawingml/2006/main">
              <a:ext uri="{FF2B5EF4-FFF2-40B4-BE49-F238E27FC236}">
                <a16:creationId xmlns:a16="http://schemas.microsoft.com/office/drawing/2014/main" id="{E8185853-C2F2-4DB0-9B5B-04F5EEB33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"/>
            <a:ext cx="6000750" cy="9429750"/>
          </a:xfrm>
          <a:prstGeom xmlns:a="http://schemas.openxmlformats.org/drawingml/2006/main" prst="roundRect">
            <a:avLst>
              <a:gd name="adj" fmla="val 1270"/>
            </a:avLst>
          </a:prstGeom>
          <a:solidFill xmlns:a="http://schemas.openxmlformats.org/drawingml/2006/main">
            <a:srgbClr val="FCF7F3"/>
          </a:solidFill>
          <a:ln xmlns:a="http://schemas.openxmlformats.org/drawingml/2006/main" w="9525">
            <a:solidFill>
              <a:srgbClr val="C79B46"/>
            </a:solidFill>
            <a:prstDash val="solid"/>
          </a:ln>
        </p:spPr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E8A2DB30-A7A2-41A0-96CB-986B87DDE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42950"/>
            <a:ext cx="5562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75" b="0" i="1">
                <a:solidFill>
                  <a:srgbClr val="52654E"/>
                </a:solidFill>
              </a:defRPr>
            </a:pPr>
            <a:r>
              <a:rPr sz="2475" b="0" i="1">
                <a:solidFill>
                  <a:srgbClr val="52654E"/>
                </a:solidFill>
              </a:rPr>
              <a:t>The Big Picture</a:t>
            </a:r>
          </a:p>
        </p:txBody>
      </p:sp>
      <p:sp>
        <p:nvSpPr>
          <p:cNvPr id="4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922C4EBC-9C39-43D5-B22A-36AD6D9E7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581150"/>
            <a:ext cx="85725" cy="857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C79B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3F308EF-38A4-49ED-9AFC-863CCECB6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966787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C79B46"/>
                </a:solidFill>
              </a:defRPr>
            </a:pPr>
            <a:r>
              <a:rPr sz="750" b="0" i="0">
                <a:solidFill>
                  <a:srgbClr val="C79B46"/>
                </a:solidFill>
              </a:rPr>
              <a:t>004</a:t>
            </a:r>
          </a:p>
        </p:txBody>
      </p:sp>
      <p:sp>
        <p:nvSpPr>
          <p:cNvPr id="6" name="text-HOW WE WANT THE DAY TO FEEL">
            <a:extLst xmlns:a="http://schemas.openxmlformats.org/drawingml/2006/main">
              <a:ext uri="{FF2B5EF4-FFF2-40B4-BE49-F238E27FC236}">
                <a16:creationId xmlns:a16="http://schemas.microsoft.com/office/drawing/2014/main" id="{52A443FE-7955-48A9-8AF0-562A6B93A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95262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B61"/>
                </a:solidFill>
              </a:defRPr>
            </a:pPr>
            <a:r>
              <a:rPr sz="1125" b="0" i="0">
                <a:solidFill>
                  <a:srgbClr val="667B61"/>
                </a:solidFill>
              </a:rPr>
              <a:t>HOW WE WANT THE DAY TO FEEL</a:t>
            </a:r>
          </a:p>
        </p:txBody>
      </p:sp>
      <p:sp>
        <p:nvSpPr>
          <p:cNvPr id="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1455C4DA-6586-4FA5-83E8-6821B8AC8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36220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B1F3B3D3-DF90-41FE-9CD6-1D7D123D2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60985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-WHAT MATTERS MOST TO US">
            <a:extLst xmlns:a="http://schemas.openxmlformats.org/drawingml/2006/main">
              <a:ext uri="{FF2B5EF4-FFF2-40B4-BE49-F238E27FC236}">
                <a16:creationId xmlns:a16="http://schemas.microsoft.com/office/drawing/2014/main" id="{92E4EEB4-EC14-45A3-820A-11DB151E0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73367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B61"/>
                </a:solidFill>
              </a:defRPr>
            </a:pPr>
            <a:r>
              <a:rPr sz="1125" b="0" i="0">
                <a:solidFill>
                  <a:srgbClr val="667B61"/>
                </a:solidFill>
              </a:rPr>
              <a:t>WHAT MATTERS MOST TO US</a:t>
            </a:r>
          </a:p>
        </p:txBody>
      </p:sp>
      <p:sp>
        <p:nvSpPr>
          <p:cNvPr id="1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F44506CE-8AA9-4573-9A9F-EB52F5DFC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14325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45FF8271-A80C-4407-8AE8-ACD9DCB73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39090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-OUR NON-NEGOTIABLES">
            <a:extLst xmlns:a="http://schemas.openxmlformats.org/drawingml/2006/main">
              <a:ext uri="{FF2B5EF4-FFF2-40B4-BE49-F238E27FC236}">
                <a16:creationId xmlns:a16="http://schemas.microsoft.com/office/drawing/2014/main" id="{39C6DF25-37A9-4E8C-93AC-1FD660CA9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51472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B61"/>
                </a:solidFill>
              </a:defRPr>
            </a:pPr>
            <a:r>
              <a:rPr sz="1125" b="0" i="0">
                <a:solidFill>
                  <a:srgbClr val="667B61"/>
                </a:solidFill>
              </a:rPr>
              <a:t>OUR NON-NEGOTIABLES</a:t>
            </a:r>
          </a:p>
        </p:txBody>
      </p:sp>
      <p:sp>
        <p:nvSpPr>
          <p:cNvPr id="1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2BDD4F85-8DFF-4C9F-A257-CB59F39E0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92430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53827777-0C23-47FF-B08C-2E6A96788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17195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-WHAT WE WANT GUESTS TO REMEM">
            <a:extLst xmlns:a="http://schemas.openxmlformats.org/drawingml/2006/main">
              <a:ext uri="{FF2B5EF4-FFF2-40B4-BE49-F238E27FC236}">
                <a16:creationId xmlns:a16="http://schemas.microsoft.com/office/drawing/2014/main" id="{4F2DE294-B131-4011-AC7F-29553F13E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29577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B61"/>
                </a:solidFill>
              </a:defRPr>
            </a:pPr>
            <a:r>
              <a:rPr sz="1125" b="0" i="0">
                <a:solidFill>
                  <a:srgbClr val="667B61"/>
                </a:solidFill>
              </a:rPr>
              <a:t>WHAT WE WANT GUESTS TO REMEMBER</a:t>
            </a:r>
          </a:p>
        </p:txBody>
      </p:sp>
      <p:sp>
        <p:nvSpPr>
          <p:cNvPr id="1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2B232FC6-D713-4C20-9607-A6AC09ACC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70535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3DA3AF39-A059-4A7E-A862-1190AC8E4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95300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-OUR DEFINITION OF A PERFECT ">
            <a:extLst xmlns:a="http://schemas.openxmlformats.org/drawingml/2006/main">
              <a:ext uri="{FF2B5EF4-FFF2-40B4-BE49-F238E27FC236}">
                <a16:creationId xmlns:a16="http://schemas.microsoft.com/office/drawing/2014/main" id="{4CCCC026-2571-4DD4-B157-AA623C0CD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07682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B61"/>
                </a:solidFill>
              </a:defRPr>
            </a:pPr>
            <a:r>
              <a:rPr sz="1125" b="0" i="0">
                <a:solidFill>
                  <a:srgbClr val="667B61"/>
                </a:solidFill>
              </a:rPr>
              <a:t>OUR DEFINITION OF A PERFECT CELEBRATION</a:t>
            </a:r>
          </a:p>
        </p:txBody>
      </p:sp>
      <p:sp>
        <p:nvSpPr>
          <p:cNvPr id="1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0C5918C2-E5F1-4759-BE70-12ACD2B77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48640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97A6F9C8-8A0A-4CBC-8870-087E92730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73405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28843259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C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8863f0ad14492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7562850" cy="10696575"/>
          </a:xfrm>
          <a:prstGeom xmlns:a="http://schemas.openxmlformats.org/drawingml/2006/main" prst="rect">
            <a:avLst/>
          </a:prstGeom>
        </p:spPr>
      </p:pic>
      <p:sp>
        <p:nvSpPr>
          <p:cNvPr id="2" name="soft-romantic-panel">
            <a:extLst xmlns:a="http://schemas.openxmlformats.org/drawingml/2006/main">
              <a:ext uri="{FF2B5EF4-FFF2-40B4-BE49-F238E27FC236}">
                <a16:creationId xmlns:a16="http://schemas.microsoft.com/office/drawing/2014/main" id="{2A6461DA-2AA9-42F9-B28E-C301BA460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"/>
            <a:ext cx="6000750" cy="9429750"/>
          </a:xfrm>
          <a:prstGeom xmlns:a="http://schemas.openxmlformats.org/drawingml/2006/main" prst="roundRect">
            <a:avLst>
              <a:gd name="adj" fmla="val 1270"/>
            </a:avLst>
          </a:prstGeom>
          <a:solidFill xmlns:a="http://schemas.openxmlformats.org/drawingml/2006/main">
            <a:srgbClr val="FCF7F3"/>
          </a:solidFill>
          <a:ln xmlns:a="http://schemas.openxmlformats.org/drawingml/2006/main" w="9525">
            <a:solidFill>
              <a:srgbClr val="C79B46"/>
            </a:solidFill>
            <a:prstDash val="solid"/>
          </a:ln>
        </p:spPr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6F4E6E69-D071-4D6E-8019-E9B7E04ED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42950"/>
            <a:ext cx="5562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75" b="0" i="1">
                <a:solidFill>
                  <a:srgbClr val="52654E"/>
                </a:solidFill>
              </a:defRPr>
            </a:pPr>
            <a:r>
              <a:rPr sz="2475" b="0" i="1">
                <a:solidFill>
                  <a:srgbClr val="52654E"/>
                </a:solidFill>
              </a:rPr>
              <a:t>Wedding Priorities</a:t>
            </a:r>
          </a:p>
        </p:txBody>
      </p:sp>
      <p:sp>
        <p:nvSpPr>
          <p:cNvPr id="4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ADAC7476-C189-4FF0-BB24-BA1F96DD7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581150"/>
            <a:ext cx="85725" cy="857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C79B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BB0AD1A-D7E7-4268-801A-440759D4C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966787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C79B46"/>
                </a:solidFill>
              </a:defRPr>
            </a:pPr>
            <a:r>
              <a:rPr sz="750" b="0" i="0">
                <a:solidFill>
                  <a:srgbClr val="C79B46"/>
                </a:solidFill>
              </a:rPr>
              <a:t>005</a:t>
            </a:r>
          </a:p>
        </p:txBody>
      </p:sp>
      <p:sp>
        <p:nvSpPr>
          <p:cNvPr id="6" name="checkbox">
            <a:extLst xmlns:a="http://schemas.openxmlformats.org/drawingml/2006/main">
              <a:ext uri="{FF2B5EF4-FFF2-40B4-BE49-F238E27FC236}">
                <a16:creationId xmlns:a16="http://schemas.microsoft.com/office/drawing/2014/main" id="{3C6C4D7D-2CCF-480C-B759-25BED10FB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66925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7" name="text-Venue and atmosphere">
            <a:extLst xmlns:a="http://schemas.openxmlformats.org/drawingml/2006/main">
              <a:ext uri="{FF2B5EF4-FFF2-40B4-BE49-F238E27FC236}">
                <a16:creationId xmlns:a16="http://schemas.microsoft.com/office/drawing/2014/main" id="{1B93A658-EC4E-41BB-897E-B8E05CCDF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0002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Venue and atmosphere</a:t>
            </a:r>
          </a:p>
        </p:txBody>
      </p:sp>
      <p:sp>
        <p:nvSpPr>
          <p:cNvPr id="8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792F5419-E226-477A-9860-A1AA1B978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2955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checkbox">
            <a:extLst xmlns:a="http://schemas.openxmlformats.org/drawingml/2006/main">
              <a:ext uri="{FF2B5EF4-FFF2-40B4-BE49-F238E27FC236}">
                <a16:creationId xmlns:a16="http://schemas.microsoft.com/office/drawing/2014/main" id="{7724E51C-074C-4D8C-A9CB-3E85FF20C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495550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0" name="text-Guest experience">
            <a:extLst xmlns:a="http://schemas.openxmlformats.org/drawingml/2006/main">
              <a:ext uri="{FF2B5EF4-FFF2-40B4-BE49-F238E27FC236}">
                <a16:creationId xmlns:a16="http://schemas.microsoft.com/office/drawing/2014/main" id="{42E53BCC-59D2-49A8-8897-7A212806C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42887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Guest experience</a:t>
            </a:r>
          </a:p>
        </p:txBody>
      </p:sp>
      <p:sp>
        <p:nvSpPr>
          <p:cNvPr id="1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025C97B3-276A-4988-8B39-35AE4535A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7241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checkbox">
            <a:extLst xmlns:a="http://schemas.openxmlformats.org/drawingml/2006/main">
              <a:ext uri="{FF2B5EF4-FFF2-40B4-BE49-F238E27FC236}">
                <a16:creationId xmlns:a16="http://schemas.microsoft.com/office/drawing/2014/main" id="{8203E85F-5E4C-4140-9478-1B9BD6594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924175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3" name="text-Food and drink">
            <a:extLst xmlns:a="http://schemas.openxmlformats.org/drawingml/2006/main">
              <a:ext uri="{FF2B5EF4-FFF2-40B4-BE49-F238E27FC236}">
                <a16:creationId xmlns:a16="http://schemas.microsoft.com/office/drawing/2014/main" id="{FDFD7509-5849-46A3-97E6-7B1B5E914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8575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Food and drink</a:t>
            </a:r>
          </a:p>
        </p:txBody>
      </p:sp>
      <p:sp>
        <p:nvSpPr>
          <p:cNvPr id="1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FA2A5127-717E-4FF1-8548-2B3463F19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1527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checkbox">
            <a:extLst xmlns:a="http://schemas.openxmlformats.org/drawingml/2006/main">
              <a:ext uri="{FF2B5EF4-FFF2-40B4-BE49-F238E27FC236}">
                <a16:creationId xmlns:a16="http://schemas.microsoft.com/office/drawing/2014/main" id="{6C6C8C1F-5C83-48D7-AEEF-55602E576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352800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6" name="text-Photography and memories">
            <a:extLst xmlns:a="http://schemas.openxmlformats.org/drawingml/2006/main">
              <a:ext uri="{FF2B5EF4-FFF2-40B4-BE49-F238E27FC236}">
                <a16:creationId xmlns:a16="http://schemas.microsoft.com/office/drawing/2014/main" id="{48F7C263-EEB1-4F7C-8703-3A8654871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28612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Photography and memories</a:t>
            </a:r>
          </a:p>
        </p:txBody>
      </p:sp>
      <p:sp>
        <p:nvSpPr>
          <p:cNvPr id="1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DB391F57-FC81-4C58-A88F-64C434829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58140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checkbox">
            <a:extLst xmlns:a="http://schemas.openxmlformats.org/drawingml/2006/main">
              <a:ext uri="{FF2B5EF4-FFF2-40B4-BE49-F238E27FC236}">
                <a16:creationId xmlns:a16="http://schemas.microsoft.com/office/drawing/2014/main" id="{4777A0E4-C3F1-4E41-B3EB-63E71646E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81425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9" name="text-Music and entertainment">
            <a:extLst xmlns:a="http://schemas.openxmlformats.org/drawingml/2006/main">
              <a:ext uri="{FF2B5EF4-FFF2-40B4-BE49-F238E27FC236}">
                <a16:creationId xmlns:a16="http://schemas.microsoft.com/office/drawing/2014/main" id="{441945DE-2116-42AF-BAA9-368A93E61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7147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Music and entertainment</a:t>
            </a:r>
          </a:p>
        </p:txBody>
      </p:sp>
      <p:sp>
        <p:nvSpPr>
          <p:cNvPr id="2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21A87F9A-6E70-42BC-AB07-9FFAEBFED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0100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checkbox">
            <a:extLst xmlns:a="http://schemas.openxmlformats.org/drawingml/2006/main">
              <a:ext uri="{FF2B5EF4-FFF2-40B4-BE49-F238E27FC236}">
                <a16:creationId xmlns:a16="http://schemas.microsoft.com/office/drawing/2014/main" id="{04E0DFDA-8E1D-4811-ABFA-E2C2E1C91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210050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22" name="text-Fashion and beauty">
            <a:extLst xmlns:a="http://schemas.openxmlformats.org/drawingml/2006/main">
              <a:ext uri="{FF2B5EF4-FFF2-40B4-BE49-F238E27FC236}">
                <a16:creationId xmlns:a16="http://schemas.microsoft.com/office/drawing/2014/main" id="{1DF81008-57D8-40A3-8EE2-B41DBDFEF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14337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Fashion and beauty</a:t>
            </a:r>
          </a:p>
        </p:txBody>
      </p:sp>
      <p:sp>
        <p:nvSpPr>
          <p:cNvPr id="2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21066809-7DB6-42F4-815A-6D18F3686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4386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checkbox">
            <a:extLst xmlns:a="http://schemas.openxmlformats.org/drawingml/2006/main">
              <a:ext uri="{FF2B5EF4-FFF2-40B4-BE49-F238E27FC236}">
                <a16:creationId xmlns:a16="http://schemas.microsoft.com/office/drawing/2014/main" id="{0DFC7C1F-DBAC-4BA2-A90E-698C18520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638675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25" name="text-Flowers and décor">
            <a:extLst xmlns:a="http://schemas.openxmlformats.org/drawingml/2006/main">
              <a:ext uri="{FF2B5EF4-FFF2-40B4-BE49-F238E27FC236}">
                <a16:creationId xmlns:a16="http://schemas.microsoft.com/office/drawing/2014/main" id="{80E65550-7E2C-452D-9484-49411DEAB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5720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Flowers and décor</a:t>
            </a:r>
          </a:p>
        </p:txBody>
      </p:sp>
      <p:sp>
        <p:nvSpPr>
          <p:cNvPr id="2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7E246F78-7CF6-4536-8FCB-B36D5CC3A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8672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checkbox">
            <a:extLst xmlns:a="http://schemas.openxmlformats.org/drawingml/2006/main">
              <a:ext uri="{FF2B5EF4-FFF2-40B4-BE49-F238E27FC236}">
                <a16:creationId xmlns:a16="http://schemas.microsoft.com/office/drawing/2014/main" id="{1C633A90-3BED-402A-845F-30D282694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067300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28" name="text-Traditions and meaning">
            <a:extLst xmlns:a="http://schemas.openxmlformats.org/drawingml/2006/main">
              <a:ext uri="{FF2B5EF4-FFF2-40B4-BE49-F238E27FC236}">
                <a16:creationId xmlns:a16="http://schemas.microsoft.com/office/drawing/2014/main" id="{3DD962B1-CDE1-4F3F-A754-FFABB5DDC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00062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Traditions and meaning</a:t>
            </a:r>
          </a:p>
        </p:txBody>
      </p:sp>
      <p:sp>
        <p:nvSpPr>
          <p:cNvPr id="2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66E48451-D8D2-4D30-A4E0-462BED449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29590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checkbox">
            <a:extLst xmlns:a="http://schemas.openxmlformats.org/drawingml/2006/main">
              <a:ext uri="{FF2B5EF4-FFF2-40B4-BE49-F238E27FC236}">
                <a16:creationId xmlns:a16="http://schemas.microsoft.com/office/drawing/2014/main" id="{9DCD6C78-EF15-4031-9861-908D25643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495925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31" name="text-Comfort and accessibility">
            <a:extLst xmlns:a="http://schemas.openxmlformats.org/drawingml/2006/main">
              <a:ext uri="{FF2B5EF4-FFF2-40B4-BE49-F238E27FC236}">
                <a16:creationId xmlns:a16="http://schemas.microsoft.com/office/drawing/2014/main" id="{2050B7B5-AA10-4724-A8EA-D85AC3818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4292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Comfort and accessibility</a:t>
            </a:r>
          </a:p>
        </p:txBody>
      </p:sp>
      <p:sp>
        <p:nvSpPr>
          <p:cNvPr id="3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2BB4E0A3-B6BB-4159-A791-981FDC28F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7245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checkbox">
            <a:extLst xmlns:a="http://schemas.openxmlformats.org/drawingml/2006/main">
              <a:ext uri="{FF2B5EF4-FFF2-40B4-BE49-F238E27FC236}">
                <a16:creationId xmlns:a16="http://schemas.microsoft.com/office/drawing/2014/main" id="{EA610294-79DB-4580-BAF5-194195F90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924550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34" name="text-Budget discipline">
            <a:extLst xmlns:a="http://schemas.openxmlformats.org/drawingml/2006/main">
              <a:ext uri="{FF2B5EF4-FFF2-40B4-BE49-F238E27FC236}">
                <a16:creationId xmlns:a16="http://schemas.microsoft.com/office/drawing/2014/main" id="{9EF66BDD-0AF7-4C2E-AD6A-CEF264911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85787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Budget discipline</a:t>
            </a:r>
          </a:p>
        </p:txBody>
      </p:sp>
      <p:sp>
        <p:nvSpPr>
          <p:cNvPr id="3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DB7A0454-8BF6-4B99-B8B2-68C840B36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61531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27019920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C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206214c6da46f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7562850" cy="10696575"/>
          </a:xfrm>
          <a:prstGeom xmlns:a="http://schemas.openxmlformats.org/drawingml/2006/main" prst="rect">
            <a:avLst/>
          </a:prstGeom>
        </p:spPr>
      </p:pic>
      <p:sp>
        <p:nvSpPr>
          <p:cNvPr id="2" name="soft-romantic-panel">
            <a:extLst xmlns:a="http://schemas.openxmlformats.org/drawingml/2006/main">
              <a:ext uri="{FF2B5EF4-FFF2-40B4-BE49-F238E27FC236}">
                <a16:creationId xmlns:a16="http://schemas.microsoft.com/office/drawing/2014/main" id="{0CD6036A-9347-475B-9940-C42F757F8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"/>
            <a:ext cx="6000750" cy="9429750"/>
          </a:xfrm>
          <a:prstGeom xmlns:a="http://schemas.openxmlformats.org/drawingml/2006/main" prst="roundRect">
            <a:avLst>
              <a:gd name="adj" fmla="val 1270"/>
            </a:avLst>
          </a:prstGeom>
          <a:solidFill xmlns:a="http://schemas.openxmlformats.org/drawingml/2006/main">
            <a:srgbClr val="FCF7F3"/>
          </a:solidFill>
          <a:ln xmlns:a="http://schemas.openxmlformats.org/drawingml/2006/main" w="9525">
            <a:solidFill>
              <a:srgbClr val="C79B46"/>
            </a:solidFill>
            <a:prstDash val="solid"/>
          </a:ln>
        </p:spPr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7173898E-F9BB-44C7-9E4F-53E664CEA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42950"/>
            <a:ext cx="5562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75" b="0" i="1">
                <a:solidFill>
                  <a:srgbClr val="52654E"/>
                </a:solidFill>
              </a:defRPr>
            </a:pPr>
            <a:r>
              <a:rPr sz="2475" b="0" i="1">
                <a:solidFill>
                  <a:srgbClr val="52654E"/>
                </a:solidFill>
              </a:rPr>
              <a:t>Wedding Vision &amp; Mood Board</a:t>
            </a:r>
          </a:p>
        </p:txBody>
      </p:sp>
      <p:sp>
        <p:nvSpPr>
          <p:cNvPr id="4" name="page-subtitle">
            <a:extLst xmlns:a="http://schemas.openxmlformats.org/drawingml/2006/main">
              <a:ext uri="{FF2B5EF4-FFF2-40B4-BE49-F238E27FC236}">
                <a16:creationId xmlns:a16="http://schemas.microsoft.com/office/drawing/2014/main" id="{300534C7-FFD1-40B0-BAF0-9D4C1002C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219200"/>
            <a:ext cx="461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C79B46"/>
                </a:solidFill>
              </a:defRPr>
            </a:pPr>
            <a:r>
              <a:rPr sz="975" b="0" i="0">
                <a:solidFill>
                  <a:srgbClr val="C79B46"/>
                </a:solidFill>
              </a:rPr>
              <a:t>VISION &amp; INSPIRATION</a:t>
            </a:r>
          </a:p>
        </p:txBody>
      </p:sp>
      <p:sp>
        <p:nvSpPr>
          <p:cNvPr id="5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A6190491-5422-4EB7-BFB4-1D6F9D25A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581150"/>
            <a:ext cx="85725" cy="857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C79B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3943EDA-54B9-473F-AB16-516EF21A3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966787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C79B46"/>
                </a:solidFill>
              </a:defRPr>
            </a:pPr>
            <a:r>
              <a:rPr sz="750" b="0" i="0">
                <a:solidFill>
                  <a:srgbClr val="C79B46"/>
                </a:solidFill>
              </a:rPr>
              <a:t>006</a:t>
            </a:r>
          </a:p>
        </p:txBody>
      </p:sp>
      <p:sp>
        <p:nvSpPr>
          <p:cNvPr id="7" name="text-THEME">
            <a:extLst xmlns:a="http://schemas.openxmlformats.org/drawingml/2006/main">
              <a:ext uri="{FF2B5EF4-FFF2-40B4-BE49-F238E27FC236}">
                <a16:creationId xmlns:a16="http://schemas.microsoft.com/office/drawing/2014/main" id="{CA253CE1-1751-40C6-AA89-12F72DC34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857375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THEME</a:t>
            </a:r>
          </a:p>
        </p:txBody>
      </p:sp>
      <p:sp>
        <p:nvSpPr>
          <p:cNvPr id="8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6E042372-DDA2-41C9-9A52-0B847B86A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2885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-WEDDING STYLE">
            <a:extLst xmlns:a="http://schemas.openxmlformats.org/drawingml/2006/main">
              <a:ext uri="{FF2B5EF4-FFF2-40B4-BE49-F238E27FC236}">
                <a16:creationId xmlns:a16="http://schemas.microsoft.com/office/drawing/2014/main" id="{227B4182-BDAB-4B6A-A63B-C55120176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7650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WEDDING STYLE</a:t>
            </a:r>
          </a:p>
        </p:txBody>
      </p:sp>
      <p:sp>
        <p:nvSpPr>
          <p:cNvPr id="1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82EA85D3-5CD3-4359-BD53-B00230860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847975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-VENUE FEELING">
            <a:extLst xmlns:a="http://schemas.openxmlformats.org/drawingml/2006/main">
              <a:ext uri="{FF2B5EF4-FFF2-40B4-BE49-F238E27FC236}">
                <a16:creationId xmlns:a16="http://schemas.microsoft.com/office/drawing/2014/main" id="{C709550A-659B-4758-8AC3-1D0EC7483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095625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VENUE FEELING</a:t>
            </a:r>
          </a:p>
        </p:txBody>
      </p:sp>
      <p:sp>
        <p:nvSpPr>
          <p:cNvPr id="1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E3EDBE85-6FD4-4782-A7DF-06C0E3787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46710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-MUST-HAVE MOMENTS">
            <a:extLst xmlns:a="http://schemas.openxmlformats.org/drawingml/2006/main">
              <a:ext uri="{FF2B5EF4-FFF2-40B4-BE49-F238E27FC236}">
                <a16:creationId xmlns:a16="http://schemas.microsoft.com/office/drawing/2014/main" id="{8D9E2EF6-B367-4E8A-8009-A3DC065FF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71475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MUST-HAVE MOMENTS</a:t>
            </a:r>
          </a:p>
        </p:txBody>
      </p:sp>
      <p:sp>
        <p:nvSpPr>
          <p:cNvPr id="1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B5E9A93A-2AFC-41D1-A550-A3FCB49D3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086225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-FLORAL DIRECTION">
            <a:extLst xmlns:a="http://schemas.openxmlformats.org/drawingml/2006/main">
              <a:ext uri="{FF2B5EF4-FFF2-40B4-BE49-F238E27FC236}">
                <a16:creationId xmlns:a16="http://schemas.microsoft.com/office/drawing/2014/main" id="{BD73F0C5-038E-4D30-B7B3-A44BF52A6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333875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FLORAL DIRECTION</a:t>
            </a:r>
          </a:p>
        </p:txBody>
      </p:sp>
      <p:sp>
        <p:nvSpPr>
          <p:cNvPr id="1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6E28175E-794F-4850-887C-999EFDDD8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70535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ext-FASHION">
            <a:extLst xmlns:a="http://schemas.openxmlformats.org/drawingml/2006/main">
              <a:ext uri="{FF2B5EF4-FFF2-40B4-BE49-F238E27FC236}">
                <a16:creationId xmlns:a16="http://schemas.microsoft.com/office/drawing/2014/main" id="{1AF492EB-09F1-489A-9DD9-91E5ADB01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05425"/>
            <a:ext cx="138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667B61"/>
                </a:solidFill>
              </a:defRPr>
            </a:pPr>
            <a:r>
              <a:rPr sz="975" b="0" i="0">
                <a:solidFill>
                  <a:srgbClr val="667B61"/>
                </a:solidFill>
              </a:rPr>
              <a:t>FASHION</a:t>
            </a:r>
          </a:p>
        </p:txBody>
      </p:sp>
      <p:sp>
        <p:nvSpPr>
          <p:cNvPr id="18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AED1A8C8-F509-4C6A-BE3E-E58C5C5FD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19750"/>
            <a:ext cx="1381125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9B46"/>
            </a:solidFill>
            <a:prstDash val="solid"/>
          </a:ln>
        </p:spPr>
      </p:sp>
      <p:sp>
        <p:nvSpPr>
          <p:cNvPr id="19" name="text-FLOWERS">
            <a:extLst xmlns:a="http://schemas.openxmlformats.org/drawingml/2006/main">
              <a:ext uri="{FF2B5EF4-FFF2-40B4-BE49-F238E27FC236}">
                <a16:creationId xmlns:a16="http://schemas.microsoft.com/office/drawing/2014/main" id="{92D6C816-F520-4D15-BCF1-D39A0BC06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5305425"/>
            <a:ext cx="138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667B61"/>
                </a:solidFill>
              </a:defRPr>
            </a:pPr>
            <a:r>
              <a:rPr sz="975" b="0" i="0">
                <a:solidFill>
                  <a:srgbClr val="667B61"/>
                </a:solidFill>
              </a:rPr>
              <a:t>FLOWERS</a:t>
            </a:r>
          </a:p>
        </p:txBody>
      </p:sp>
      <p:sp>
        <p:nvSpPr>
          <p:cNvPr id="20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60267529-821B-4576-8706-58B8F2BB1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5619750"/>
            <a:ext cx="1381125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9B46"/>
            </a:solidFill>
            <a:prstDash val="solid"/>
          </a:ln>
        </p:spPr>
      </p:sp>
      <p:sp>
        <p:nvSpPr>
          <p:cNvPr id="21" name="text-DÉCOR">
            <a:extLst xmlns:a="http://schemas.openxmlformats.org/drawingml/2006/main">
              <a:ext uri="{FF2B5EF4-FFF2-40B4-BE49-F238E27FC236}">
                <a16:creationId xmlns:a16="http://schemas.microsoft.com/office/drawing/2014/main" id="{FB5165A6-75EE-43A4-A528-4EF185380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5305425"/>
            <a:ext cx="138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667B61"/>
                </a:solidFill>
              </a:defRPr>
            </a:pPr>
            <a:r>
              <a:rPr sz="975" b="0" i="0">
                <a:solidFill>
                  <a:srgbClr val="667B61"/>
                </a:solidFill>
              </a:rPr>
              <a:t>DÉCOR</a:t>
            </a:r>
          </a:p>
        </p:txBody>
      </p:sp>
      <p:sp>
        <p:nvSpPr>
          <p:cNvPr id="22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98025020-7CCF-4E5B-9083-FBC542929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5619750"/>
            <a:ext cx="1381125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9B46"/>
            </a:solidFill>
            <a:prstDash val="solid"/>
          </a:ln>
        </p:spPr>
      </p:sp>
      <p:sp>
        <p:nvSpPr>
          <p:cNvPr id="23" name="text-CAKE">
            <a:extLst xmlns:a="http://schemas.openxmlformats.org/drawingml/2006/main">
              <a:ext uri="{FF2B5EF4-FFF2-40B4-BE49-F238E27FC236}">
                <a16:creationId xmlns:a16="http://schemas.microsoft.com/office/drawing/2014/main" id="{A788B6D9-820D-488B-8E2B-434999212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5305425"/>
            <a:ext cx="138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667B61"/>
                </a:solidFill>
              </a:defRPr>
            </a:pPr>
            <a:r>
              <a:rPr sz="975" b="0" i="0">
                <a:solidFill>
                  <a:srgbClr val="667B61"/>
                </a:solidFill>
              </a:rPr>
              <a:t>CAKE</a:t>
            </a:r>
          </a:p>
        </p:txBody>
      </p:sp>
      <p:sp>
        <p:nvSpPr>
          <p:cNvPr id="24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A51F02F9-2177-4B6F-9C24-487E73093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5619750"/>
            <a:ext cx="1381125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9B46"/>
            </a:solidFill>
            <a:prstDash val="solid"/>
          </a:ln>
        </p:spPr>
      </p:sp>
      <p:sp>
        <p:nvSpPr>
          <p:cNvPr id="25" name="text-COLOR PALETTE">
            <a:extLst xmlns:a="http://schemas.openxmlformats.org/drawingml/2006/main">
              <a:ext uri="{FF2B5EF4-FFF2-40B4-BE49-F238E27FC236}">
                <a16:creationId xmlns:a16="http://schemas.microsoft.com/office/drawing/2014/main" id="{2A993FAC-5A49-4572-9BFC-4BA7E5294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8286750"/>
            <a:ext cx="2228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667B61"/>
                </a:solidFill>
              </a:defRPr>
            </a:pPr>
            <a:r>
              <a:rPr sz="1125" b="0" i="0">
                <a:solidFill>
                  <a:srgbClr val="667B61"/>
                </a:solidFill>
              </a:rPr>
              <a:t>COLOR PALETTE</a:t>
            </a:r>
          </a:p>
        </p:txBody>
      </p:sp>
      <p:sp>
        <p:nvSpPr>
          <p:cNvPr id="26" name="color-swatch">
            <a:extLst xmlns:a="http://schemas.openxmlformats.org/drawingml/2006/main">
              <a:ext uri="{FF2B5EF4-FFF2-40B4-BE49-F238E27FC236}">
                <a16:creationId xmlns:a16="http://schemas.microsoft.com/office/drawing/2014/main" id="{3D3A3063-9006-43BB-97BB-52D903B85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8715375"/>
            <a:ext cx="476250" cy="4762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9B46"/>
            </a:solidFill>
            <a:prstDash val="solid"/>
          </a:ln>
        </p:spPr>
      </p:sp>
      <p:sp>
        <p:nvSpPr>
          <p:cNvPr id="27" name="color-swatch">
            <a:extLst xmlns:a="http://schemas.openxmlformats.org/drawingml/2006/main">
              <a:ext uri="{FF2B5EF4-FFF2-40B4-BE49-F238E27FC236}">
                <a16:creationId xmlns:a16="http://schemas.microsoft.com/office/drawing/2014/main" id="{3E11BFCD-6849-44FE-B1DF-A30A52C1A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8715375"/>
            <a:ext cx="476250" cy="4762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9B46"/>
            </a:solidFill>
            <a:prstDash val="solid"/>
          </a:ln>
        </p:spPr>
      </p:sp>
      <p:sp>
        <p:nvSpPr>
          <p:cNvPr id="28" name="color-swatch">
            <a:extLst xmlns:a="http://schemas.openxmlformats.org/drawingml/2006/main">
              <a:ext uri="{FF2B5EF4-FFF2-40B4-BE49-F238E27FC236}">
                <a16:creationId xmlns:a16="http://schemas.microsoft.com/office/drawing/2014/main" id="{C043282F-92E8-4649-A79A-E030CDD22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8715375"/>
            <a:ext cx="476250" cy="4762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9B46"/>
            </a:solidFill>
            <a:prstDash val="solid"/>
          </a:ln>
        </p:spPr>
      </p:sp>
      <p:sp>
        <p:nvSpPr>
          <p:cNvPr id="29" name="color-swatch">
            <a:extLst xmlns:a="http://schemas.openxmlformats.org/drawingml/2006/main">
              <a:ext uri="{FF2B5EF4-FFF2-40B4-BE49-F238E27FC236}">
                <a16:creationId xmlns:a16="http://schemas.microsoft.com/office/drawing/2014/main" id="{73B8BD61-D64C-4833-8D53-2FABCC1C0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8715375"/>
            <a:ext cx="476250" cy="4762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9B46"/>
            </a:solidFill>
            <a:prstDash val="solid"/>
          </a:ln>
        </p:spPr>
      </p:sp>
      <p:sp>
        <p:nvSpPr>
          <p:cNvPr id="30" name="color-swatch">
            <a:extLst xmlns:a="http://schemas.openxmlformats.org/drawingml/2006/main">
              <a:ext uri="{FF2B5EF4-FFF2-40B4-BE49-F238E27FC236}">
                <a16:creationId xmlns:a16="http://schemas.microsoft.com/office/drawing/2014/main" id="{055D0B41-1780-4E6D-87F8-B121E5589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8715375"/>
            <a:ext cx="476250" cy="4762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9B46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9026932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C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8102757b164ec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7562850" cy="10696575"/>
          </a:xfrm>
          <a:prstGeom xmlns:a="http://schemas.openxmlformats.org/drawingml/2006/main" prst="rect">
            <a:avLst/>
          </a:prstGeom>
        </p:spPr>
      </p:pic>
      <p:sp>
        <p:nvSpPr>
          <p:cNvPr id="2" name="soft-romantic-panel">
            <a:extLst xmlns:a="http://schemas.openxmlformats.org/drawingml/2006/main">
              <a:ext uri="{FF2B5EF4-FFF2-40B4-BE49-F238E27FC236}">
                <a16:creationId xmlns:a16="http://schemas.microsoft.com/office/drawing/2014/main" id="{4ED0334D-06E8-47E8-97D4-814EECC6D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"/>
            <a:ext cx="6000750" cy="9429750"/>
          </a:xfrm>
          <a:prstGeom xmlns:a="http://schemas.openxmlformats.org/drawingml/2006/main" prst="roundRect">
            <a:avLst>
              <a:gd name="adj" fmla="val 1270"/>
            </a:avLst>
          </a:prstGeom>
          <a:solidFill xmlns:a="http://schemas.openxmlformats.org/drawingml/2006/main">
            <a:srgbClr val="FCF7F3"/>
          </a:solidFill>
          <a:ln xmlns:a="http://schemas.openxmlformats.org/drawingml/2006/main" w="9525">
            <a:solidFill>
              <a:srgbClr val="C79B46"/>
            </a:solidFill>
            <a:prstDash val="solid"/>
          </a:ln>
        </p:spPr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25E0CAE2-F50D-4617-A5E5-5005C0493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42950"/>
            <a:ext cx="5562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75" b="0" i="1">
                <a:solidFill>
                  <a:srgbClr val="52654E"/>
                </a:solidFill>
              </a:defRPr>
            </a:pPr>
            <a:r>
              <a:rPr sz="2475" b="0" i="1">
                <a:solidFill>
                  <a:srgbClr val="52654E"/>
                </a:solidFill>
              </a:rPr>
              <a:t>Vision Notes</a:t>
            </a:r>
          </a:p>
        </p:txBody>
      </p:sp>
      <p:sp>
        <p:nvSpPr>
          <p:cNvPr id="4" name="page-subtitle">
            <a:extLst xmlns:a="http://schemas.openxmlformats.org/drawingml/2006/main">
              <a:ext uri="{FF2B5EF4-FFF2-40B4-BE49-F238E27FC236}">
                <a16:creationId xmlns:a16="http://schemas.microsoft.com/office/drawing/2014/main" id="{53D1944D-4746-4772-ACD8-FCCA9AD65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219200"/>
            <a:ext cx="461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C79B46"/>
                </a:solidFill>
              </a:defRPr>
            </a:pPr>
            <a:r>
              <a:rPr sz="975" b="0" i="0">
                <a:solidFill>
                  <a:srgbClr val="C79B46"/>
                </a:solidFill>
              </a:rPr>
              <a:t>IDEAS, DREAMS AND INSPIRATION</a:t>
            </a:r>
          </a:p>
        </p:txBody>
      </p:sp>
      <p:sp>
        <p:nvSpPr>
          <p:cNvPr id="5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4330547D-0DCA-46A4-8EFB-780F97B2D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581150"/>
            <a:ext cx="85725" cy="857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C79B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DFD3C8C-958F-48C4-9F73-F5EAFDB1B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966787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C79B46"/>
                </a:solidFill>
              </a:defRPr>
            </a:pPr>
            <a:r>
              <a:rPr sz="750" b="0" i="0">
                <a:solidFill>
                  <a:srgbClr val="C79B46"/>
                </a:solidFill>
              </a:rPr>
              <a:t>007</a:t>
            </a:r>
          </a:p>
        </p:txBody>
      </p:sp>
      <p:sp>
        <p:nvSpPr>
          <p:cNvPr id="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1F3B3F0A-8E88-4E47-B320-63B3DA2E3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00250"/>
            <a:ext cx="565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85F1E793-2C1D-4A7A-9796-C3DBC95CA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05050"/>
            <a:ext cx="565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7BB3CD29-F085-4775-BE72-A6D03E9B3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09850"/>
            <a:ext cx="565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2393DA81-2211-45ED-94CA-B24A1F434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14650"/>
            <a:ext cx="565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7486FE6D-FA6F-4848-BD44-2BAA135C4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19450"/>
            <a:ext cx="565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35986072-AC0C-465E-A661-4C763D46E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24250"/>
            <a:ext cx="565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36ED3157-1EA3-466B-A7DF-18A05B18A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29050"/>
            <a:ext cx="565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D6BE6D46-7CBE-4378-A2F2-E0D2743F6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33850"/>
            <a:ext cx="565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2AF55624-0038-466E-AD8E-AE4830697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38650"/>
            <a:ext cx="565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990C949F-3F12-4E6D-BAE9-367B93E1F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43450"/>
            <a:ext cx="565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AC64614D-BB28-4E39-B35E-0E77A8010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48250"/>
            <a:ext cx="565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FBDD6193-F284-48CB-B8C8-21C4F0875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53050"/>
            <a:ext cx="565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C6FA0D9B-0949-4525-91C3-3D22ACEF0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657850"/>
            <a:ext cx="565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268A7243-D2C8-4EEE-AF54-FFF2EAF4C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962650"/>
            <a:ext cx="565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435718C0-F2D3-4B4E-8708-2AB4579FA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267450"/>
            <a:ext cx="565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F84BF5E1-D722-4AA9-A5D0-5AB411603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572250"/>
            <a:ext cx="565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0A593B5D-2828-40ED-BDBE-5DE391BBC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877050"/>
            <a:ext cx="565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9010FCE1-B061-4EDD-A4E9-A9EA04908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181850"/>
            <a:ext cx="565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6D0F11E7-583E-4C7C-ABD4-722AC9C83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486650"/>
            <a:ext cx="565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5622B553-C865-4488-B181-F844B881A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791450"/>
            <a:ext cx="565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43A9F27C-C4B5-4EB1-9E8B-EA5839828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8096250"/>
            <a:ext cx="565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059F7AA4-C02B-4174-BCC0-C446FCD06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8401050"/>
            <a:ext cx="565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8CD0F972-9E9F-4E70-BE38-03BB2C764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8705850"/>
            <a:ext cx="565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78809777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C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a420d251a64d2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7562850" cy="10696575"/>
          </a:xfrm>
          <a:prstGeom xmlns:a="http://schemas.openxmlformats.org/drawingml/2006/main" prst="rect">
            <a:avLst/>
          </a:prstGeom>
        </p:spPr>
      </p:pic>
      <p:sp>
        <p:nvSpPr>
          <p:cNvPr id="2" name="soft-romantic-panel">
            <a:extLst xmlns:a="http://schemas.openxmlformats.org/drawingml/2006/main">
              <a:ext uri="{FF2B5EF4-FFF2-40B4-BE49-F238E27FC236}">
                <a16:creationId xmlns:a16="http://schemas.microsoft.com/office/drawing/2014/main" id="{5659A566-808A-4524-8A33-4A68E1CBF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"/>
            <a:ext cx="6000750" cy="9429750"/>
          </a:xfrm>
          <a:prstGeom xmlns:a="http://schemas.openxmlformats.org/drawingml/2006/main" prst="roundRect">
            <a:avLst>
              <a:gd name="adj" fmla="val 1270"/>
            </a:avLst>
          </a:prstGeom>
          <a:solidFill xmlns:a="http://schemas.openxmlformats.org/drawingml/2006/main">
            <a:srgbClr val="FCF7F3"/>
          </a:solidFill>
          <a:ln xmlns:a="http://schemas.openxmlformats.org/drawingml/2006/main" w="9525">
            <a:solidFill>
              <a:srgbClr val="C79B46"/>
            </a:solidFill>
            <a:prstDash val="solid"/>
          </a:ln>
        </p:spPr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19DCD4C8-07C5-4F0F-A6AE-4BB7E7B87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42950"/>
            <a:ext cx="5562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75" b="0" i="1">
                <a:solidFill>
                  <a:srgbClr val="52654E"/>
                </a:solidFill>
              </a:defRPr>
            </a:pPr>
            <a:r>
              <a:rPr sz="2475" b="0" i="1">
                <a:solidFill>
                  <a:srgbClr val="52654E"/>
                </a:solidFill>
              </a:rPr>
              <a:t>Color Palette</a:t>
            </a:r>
          </a:p>
        </p:txBody>
      </p:sp>
      <p:sp>
        <p:nvSpPr>
          <p:cNvPr id="4" name="page-subtitle">
            <a:extLst xmlns:a="http://schemas.openxmlformats.org/drawingml/2006/main">
              <a:ext uri="{FF2B5EF4-FFF2-40B4-BE49-F238E27FC236}">
                <a16:creationId xmlns:a16="http://schemas.microsoft.com/office/drawing/2014/main" id="{740F0BAF-9334-4B09-B379-B5F5C46C7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219200"/>
            <a:ext cx="461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C79B46"/>
                </a:solidFill>
              </a:defRPr>
            </a:pPr>
            <a:r>
              <a:rPr sz="975" b="0" i="0">
                <a:solidFill>
                  <a:srgbClr val="C79B46"/>
                </a:solidFill>
              </a:rPr>
              <a:t>BUILD A PALETTE THAT FEELS LIKE YOU</a:t>
            </a:r>
          </a:p>
        </p:txBody>
      </p:sp>
      <p:sp>
        <p:nvSpPr>
          <p:cNvPr id="5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DA1C6944-B988-4C3C-8ED5-73F379CA7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581150"/>
            <a:ext cx="85725" cy="857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C79B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947F6EB-70F7-497B-9D8B-C1F10A22B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966787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C79B46"/>
                </a:solidFill>
              </a:defRPr>
            </a:pPr>
            <a:r>
              <a:rPr sz="750" b="0" i="0">
                <a:solidFill>
                  <a:srgbClr val="C79B46"/>
                </a:solidFill>
              </a:rPr>
              <a:t>008</a:t>
            </a:r>
          </a:p>
        </p:txBody>
      </p:sp>
      <p:sp>
        <p:nvSpPr>
          <p:cNvPr id="7" name="editable-color-swatch">
            <a:extLst xmlns:a="http://schemas.openxmlformats.org/drawingml/2006/main">
              <a:ext uri="{FF2B5EF4-FFF2-40B4-BE49-F238E27FC236}">
                <a16:creationId xmlns:a16="http://schemas.microsoft.com/office/drawing/2014/main" id="{42EFE2DE-B83A-425C-B43D-16724D9CC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238375"/>
            <a:ext cx="685800" cy="6858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9B46"/>
            </a:solidFill>
            <a:prstDash val="solid"/>
          </a:ln>
        </p:spPr>
      </p:sp>
      <p:sp>
        <p:nvSpPr>
          <p:cNvPr id="8" name="text-COLOR 1">
            <a:extLst xmlns:a="http://schemas.openxmlformats.org/drawingml/2006/main">
              <a:ext uri="{FF2B5EF4-FFF2-40B4-BE49-F238E27FC236}">
                <a16:creationId xmlns:a16="http://schemas.microsoft.com/office/drawing/2014/main" id="{5D2AF0DB-D0EF-4FF2-A24E-DFA7D8A69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9908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67B61"/>
                </a:solidFill>
              </a:defRPr>
            </a:pPr>
            <a:r>
              <a:rPr sz="750" b="0" i="0">
                <a:solidFill>
                  <a:srgbClr val="667B61"/>
                </a:solidFill>
              </a:rPr>
              <a:t>COLOR 1</a:t>
            </a:r>
          </a:p>
        </p:txBody>
      </p:sp>
      <p:sp>
        <p:nvSpPr>
          <p:cNvPr id="9" name="editable-color-swatch">
            <a:extLst xmlns:a="http://schemas.openxmlformats.org/drawingml/2006/main">
              <a:ext uri="{FF2B5EF4-FFF2-40B4-BE49-F238E27FC236}">
                <a16:creationId xmlns:a16="http://schemas.microsoft.com/office/drawing/2014/main" id="{0E7194B3-68A3-4A73-AAE3-9811128C2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238375"/>
            <a:ext cx="685800" cy="6858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9B46"/>
            </a:solidFill>
            <a:prstDash val="solid"/>
          </a:ln>
        </p:spPr>
      </p:sp>
      <p:sp>
        <p:nvSpPr>
          <p:cNvPr id="10" name="text-COLOR 2">
            <a:extLst xmlns:a="http://schemas.openxmlformats.org/drawingml/2006/main">
              <a:ext uri="{FF2B5EF4-FFF2-40B4-BE49-F238E27FC236}">
                <a16:creationId xmlns:a16="http://schemas.microsoft.com/office/drawing/2014/main" id="{E13C45B4-D0C4-4542-B9C7-9A377F468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9908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67B61"/>
                </a:solidFill>
              </a:defRPr>
            </a:pPr>
            <a:r>
              <a:rPr sz="750" b="0" i="0">
                <a:solidFill>
                  <a:srgbClr val="667B61"/>
                </a:solidFill>
              </a:rPr>
              <a:t>COLOR 2</a:t>
            </a:r>
          </a:p>
        </p:txBody>
      </p:sp>
      <p:sp>
        <p:nvSpPr>
          <p:cNvPr id="11" name="editable-color-swatch">
            <a:extLst xmlns:a="http://schemas.openxmlformats.org/drawingml/2006/main">
              <a:ext uri="{FF2B5EF4-FFF2-40B4-BE49-F238E27FC236}">
                <a16:creationId xmlns:a16="http://schemas.microsoft.com/office/drawing/2014/main" id="{7EB3B943-6256-4158-8D9D-A5F8F6ABF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238375"/>
            <a:ext cx="685800" cy="6858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9B46"/>
            </a:solidFill>
            <a:prstDash val="solid"/>
          </a:ln>
        </p:spPr>
      </p:sp>
      <p:sp>
        <p:nvSpPr>
          <p:cNvPr id="12" name="text-COLOR 3">
            <a:extLst xmlns:a="http://schemas.openxmlformats.org/drawingml/2006/main">
              <a:ext uri="{FF2B5EF4-FFF2-40B4-BE49-F238E27FC236}">
                <a16:creationId xmlns:a16="http://schemas.microsoft.com/office/drawing/2014/main" id="{31ADA596-BA50-4FF0-B4CF-A5C4DF7BB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9908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67B61"/>
                </a:solidFill>
              </a:defRPr>
            </a:pPr>
            <a:r>
              <a:rPr sz="750" b="0" i="0">
                <a:solidFill>
                  <a:srgbClr val="667B61"/>
                </a:solidFill>
              </a:rPr>
              <a:t>COLOR 3</a:t>
            </a:r>
          </a:p>
        </p:txBody>
      </p:sp>
      <p:sp>
        <p:nvSpPr>
          <p:cNvPr id="13" name="editable-color-swatch">
            <a:extLst xmlns:a="http://schemas.openxmlformats.org/drawingml/2006/main">
              <a:ext uri="{FF2B5EF4-FFF2-40B4-BE49-F238E27FC236}">
                <a16:creationId xmlns:a16="http://schemas.microsoft.com/office/drawing/2014/main" id="{075E347D-83A7-4431-B20D-6256C7988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238375"/>
            <a:ext cx="685800" cy="6858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9B46"/>
            </a:solidFill>
            <a:prstDash val="solid"/>
          </a:ln>
        </p:spPr>
      </p:sp>
      <p:sp>
        <p:nvSpPr>
          <p:cNvPr id="14" name="text-COLOR 4">
            <a:extLst xmlns:a="http://schemas.openxmlformats.org/drawingml/2006/main">
              <a:ext uri="{FF2B5EF4-FFF2-40B4-BE49-F238E27FC236}">
                <a16:creationId xmlns:a16="http://schemas.microsoft.com/office/drawing/2014/main" id="{BC2FD61C-B85B-4F1F-AFE1-C54509497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9908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67B61"/>
                </a:solidFill>
              </a:defRPr>
            </a:pPr>
            <a:r>
              <a:rPr sz="750" b="0" i="0">
                <a:solidFill>
                  <a:srgbClr val="667B61"/>
                </a:solidFill>
              </a:rPr>
              <a:t>COLOR 4</a:t>
            </a:r>
          </a:p>
        </p:txBody>
      </p:sp>
      <p:sp>
        <p:nvSpPr>
          <p:cNvPr id="15" name="editable-color-swatch">
            <a:extLst xmlns:a="http://schemas.openxmlformats.org/drawingml/2006/main">
              <a:ext uri="{FF2B5EF4-FFF2-40B4-BE49-F238E27FC236}">
                <a16:creationId xmlns:a16="http://schemas.microsoft.com/office/drawing/2014/main" id="{15CE7CB6-D7B8-49C1-9EE8-F207B663D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238375"/>
            <a:ext cx="685800" cy="6858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9B46"/>
            </a:solidFill>
            <a:prstDash val="solid"/>
          </a:ln>
        </p:spPr>
      </p:sp>
      <p:sp>
        <p:nvSpPr>
          <p:cNvPr id="16" name="text-COLOR 5">
            <a:extLst xmlns:a="http://schemas.openxmlformats.org/drawingml/2006/main">
              <a:ext uri="{FF2B5EF4-FFF2-40B4-BE49-F238E27FC236}">
                <a16:creationId xmlns:a16="http://schemas.microsoft.com/office/drawing/2014/main" id="{5EA619F1-0C7A-4454-8256-0A0B9B890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9908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67B61"/>
                </a:solidFill>
              </a:defRPr>
            </a:pPr>
            <a:r>
              <a:rPr sz="750" b="0" i="0">
                <a:solidFill>
                  <a:srgbClr val="667B61"/>
                </a:solidFill>
              </a:rPr>
              <a:t>COLOR 5</a:t>
            </a:r>
          </a:p>
        </p:txBody>
      </p:sp>
      <p:sp>
        <p:nvSpPr>
          <p:cNvPr id="17" name="editable-color-swatch">
            <a:extLst xmlns:a="http://schemas.openxmlformats.org/drawingml/2006/main">
              <a:ext uri="{FF2B5EF4-FFF2-40B4-BE49-F238E27FC236}">
                <a16:creationId xmlns:a16="http://schemas.microsoft.com/office/drawing/2014/main" id="{B6809FBB-18DC-4DE3-8EC4-27215A1C3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429000"/>
            <a:ext cx="685800" cy="6858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9B46"/>
            </a:solidFill>
            <a:prstDash val="solid"/>
          </a:ln>
        </p:spPr>
      </p:sp>
      <p:sp>
        <p:nvSpPr>
          <p:cNvPr id="18" name="text-COLOR 6">
            <a:extLst xmlns:a="http://schemas.openxmlformats.org/drawingml/2006/main">
              <a:ext uri="{FF2B5EF4-FFF2-40B4-BE49-F238E27FC236}">
                <a16:creationId xmlns:a16="http://schemas.microsoft.com/office/drawing/2014/main" id="{B804C2F3-FDF9-46E0-A874-A1A188E4A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181475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67B61"/>
                </a:solidFill>
              </a:defRPr>
            </a:pPr>
            <a:r>
              <a:rPr sz="750" b="0" i="0">
                <a:solidFill>
                  <a:srgbClr val="667B61"/>
                </a:solidFill>
              </a:rPr>
              <a:t>COLOR 6</a:t>
            </a:r>
          </a:p>
        </p:txBody>
      </p:sp>
      <p:sp>
        <p:nvSpPr>
          <p:cNvPr id="19" name="editable-color-swatch">
            <a:extLst xmlns:a="http://schemas.openxmlformats.org/drawingml/2006/main">
              <a:ext uri="{FF2B5EF4-FFF2-40B4-BE49-F238E27FC236}">
                <a16:creationId xmlns:a16="http://schemas.microsoft.com/office/drawing/2014/main" id="{F09D4CD6-D13A-41A9-873E-DFE299756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3429000"/>
            <a:ext cx="685800" cy="6858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9B46"/>
            </a:solidFill>
            <a:prstDash val="solid"/>
          </a:ln>
        </p:spPr>
      </p:sp>
      <p:sp>
        <p:nvSpPr>
          <p:cNvPr id="20" name="text-COLOR 7">
            <a:extLst xmlns:a="http://schemas.openxmlformats.org/drawingml/2006/main">
              <a:ext uri="{FF2B5EF4-FFF2-40B4-BE49-F238E27FC236}">
                <a16:creationId xmlns:a16="http://schemas.microsoft.com/office/drawing/2014/main" id="{1FD080FE-618F-4B1A-87E7-7CF6F42E3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181475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67B61"/>
                </a:solidFill>
              </a:defRPr>
            </a:pPr>
            <a:r>
              <a:rPr sz="750" b="0" i="0">
                <a:solidFill>
                  <a:srgbClr val="667B61"/>
                </a:solidFill>
              </a:rPr>
              <a:t>COLOR 7</a:t>
            </a:r>
          </a:p>
        </p:txBody>
      </p:sp>
      <p:sp>
        <p:nvSpPr>
          <p:cNvPr id="21" name="editable-color-swatch">
            <a:extLst xmlns:a="http://schemas.openxmlformats.org/drawingml/2006/main">
              <a:ext uri="{FF2B5EF4-FFF2-40B4-BE49-F238E27FC236}">
                <a16:creationId xmlns:a16="http://schemas.microsoft.com/office/drawing/2014/main" id="{7BA6E020-EDF8-45F1-B388-AC835E82A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429000"/>
            <a:ext cx="685800" cy="6858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9B46"/>
            </a:solidFill>
            <a:prstDash val="solid"/>
          </a:ln>
        </p:spPr>
      </p:sp>
      <p:sp>
        <p:nvSpPr>
          <p:cNvPr id="22" name="text-COLOR 8">
            <a:extLst xmlns:a="http://schemas.openxmlformats.org/drawingml/2006/main">
              <a:ext uri="{FF2B5EF4-FFF2-40B4-BE49-F238E27FC236}">
                <a16:creationId xmlns:a16="http://schemas.microsoft.com/office/drawing/2014/main" id="{D2EF046B-06F7-4064-B750-5D154C6BA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181475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67B61"/>
                </a:solidFill>
              </a:defRPr>
            </a:pPr>
            <a:r>
              <a:rPr sz="750" b="0" i="0">
                <a:solidFill>
                  <a:srgbClr val="667B61"/>
                </a:solidFill>
              </a:rPr>
              <a:t>COLOR 8</a:t>
            </a:r>
          </a:p>
        </p:txBody>
      </p:sp>
      <p:sp>
        <p:nvSpPr>
          <p:cNvPr id="23" name="editable-color-swatch">
            <a:extLst xmlns:a="http://schemas.openxmlformats.org/drawingml/2006/main">
              <a:ext uri="{FF2B5EF4-FFF2-40B4-BE49-F238E27FC236}">
                <a16:creationId xmlns:a16="http://schemas.microsoft.com/office/drawing/2014/main" id="{1F67C1DC-4146-4C09-9A30-DB2FEA975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429000"/>
            <a:ext cx="685800" cy="6858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9B46"/>
            </a:solidFill>
            <a:prstDash val="solid"/>
          </a:ln>
        </p:spPr>
      </p:sp>
      <p:sp>
        <p:nvSpPr>
          <p:cNvPr id="24" name="text-COLOR 9">
            <a:extLst xmlns:a="http://schemas.openxmlformats.org/drawingml/2006/main">
              <a:ext uri="{FF2B5EF4-FFF2-40B4-BE49-F238E27FC236}">
                <a16:creationId xmlns:a16="http://schemas.microsoft.com/office/drawing/2014/main" id="{0E0DDEBC-1167-4F8A-8CF3-C2A300958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181475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67B61"/>
                </a:solidFill>
              </a:defRPr>
            </a:pPr>
            <a:r>
              <a:rPr sz="750" b="0" i="0">
                <a:solidFill>
                  <a:srgbClr val="667B61"/>
                </a:solidFill>
              </a:rPr>
              <a:t>COLOR 9</a:t>
            </a:r>
          </a:p>
        </p:txBody>
      </p:sp>
      <p:sp>
        <p:nvSpPr>
          <p:cNvPr id="25" name="editable-color-swatch">
            <a:extLst xmlns:a="http://schemas.openxmlformats.org/drawingml/2006/main">
              <a:ext uri="{FF2B5EF4-FFF2-40B4-BE49-F238E27FC236}">
                <a16:creationId xmlns:a16="http://schemas.microsoft.com/office/drawing/2014/main" id="{A91FF15E-B24E-4864-9DA1-B92A1C2C3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429000"/>
            <a:ext cx="685800" cy="6858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9B46"/>
            </a:solidFill>
            <a:prstDash val="solid"/>
          </a:ln>
        </p:spPr>
      </p:sp>
      <p:sp>
        <p:nvSpPr>
          <p:cNvPr id="26" name="text-COLOR 10">
            <a:extLst xmlns:a="http://schemas.openxmlformats.org/drawingml/2006/main">
              <a:ext uri="{FF2B5EF4-FFF2-40B4-BE49-F238E27FC236}">
                <a16:creationId xmlns:a16="http://schemas.microsoft.com/office/drawing/2014/main" id="{EF667EBB-A1B8-4FDD-8ED4-8E472A0C4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4181475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67B61"/>
                </a:solidFill>
              </a:defRPr>
            </a:pPr>
            <a:r>
              <a:rPr sz="750" b="0" i="0">
                <a:solidFill>
                  <a:srgbClr val="667B61"/>
                </a:solidFill>
              </a:rPr>
              <a:t>COLOR 10</a:t>
            </a:r>
          </a:p>
        </p:txBody>
      </p:sp>
      <p:sp>
        <p:nvSpPr>
          <p:cNvPr id="27" name="text-COLOR NOTES">
            <a:extLst xmlns:a="http://schemas.openxmlformats.org/drawingml/2006/main">
              <a:ext uri="{FF2B5EF4-FFF2-40B4-BE49-F238E27FC236}">
                <a16:creationId xmlns:a16="http://schemas.microsoft.com/office/drawing/2014/main" id="{2EDB190A-8E88-4260-9383-52312D9D9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4953000"/>
            <a:ext cx="2324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667B61"/>
                </a:solidFill>
              </a:defRPr>
            </a:pPr>
            <a:r>
              <a:rPr sz="1125" b="0" i="0">
                <a:solidFill>
                  <a:srgbClr val="667B61"/>
                </a:solidFill>
              </a:rPr>
              <a:t>COLOR NOTES</a:t>
            </a:r>
          </a:p>
        </p:txBody>
      </p:sp>
      <p:sp>
        <p:nvSpPr>
          <p:cNvPr id="28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8BA91527-5B8C-4CD3-ACF0-19B060271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476875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74A6EDE3-3D2C-4EF4-9208-F5B446030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77215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FA8246D1-3784-4551-A437-ABA1DC100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067425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A5DC2BC0-AD13-4B74-8F4F-6AA6958FE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36270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403E4231-AE5F-49C2-9DD2-5583E6632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657975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F1A4DDBF-00B6-4B98-A091-4C74C2D73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95325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87A7934C-CB59-4711-8508-FC18522FE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248525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74BA2900-9F0D-4713-B34D-8E322F865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54380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DE570A6A-CCDC-4024-AEDC-A7E12DDFE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839075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0C3ED922-B0EB-4ADF-A0A7-B2DA6C290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13435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BA1132B7-CA7A-4CED-9604-5F250ADCB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429625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E7494D8C-A7A2-493F-9BCB-DDF35C74D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72490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C5558BD6-C86B-428B-953E-CB9967EBE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9020175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3BF15B0A-1CBF-4B30-A898-7CCA82859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931545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65154217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C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87285a7353430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7562850" cy="10696575"/>
          </a:xfrm>
          <a:prstGeom xmlns:a="http://schemas.openxmlformats.org/drawingml/2006/main" prst="rect">
            <a:avLst/>
          </a:prstGeom>
        </p:spPr>
      </p:pic>
      <p:sp>
        <p:nvSpPr>
          <p:cNvPr id="2" name="soft-romantic-panel">
            <a:extLst xmlns:a="http://schemas.openxmlformats.org/drawingml/2006/main">
              <a:ext uri="{FF2B5EF4-FFF2-40B4-BE49-F238E27FC236}">
                <a16:creationId xmlns:a16="http://schemas.microsoft.com/office/drawing/2014/main" id="{C99E99A5-9CE6-4BAF-BF03-AB4FCB19E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"/>
            <a:ext cx="6000750" cy="9429750"/>
          </a:xfrm>
          <a:prstGeom xmlns:a="http://schemas.openxmlformats.org/drawingml/2006/main" prst="roundRect">
            <a:avLst>
              <a:gd name="adj" fmla="val 1270"/>
            </a:avLst>
          </a:prstGeom>
          <a:solidFill xmlns:a="http://schemas.openxmlformats.org/drawingml/2006/main">
            <a:srgbClr val="FCF7F3"/>
          </a:solidFill>
          <a:ln xmlns:a="http://schemas.openxmlformats.org/drawingml/2006/main" w="9525">
            <a:solidFill>
              <a:srgbClr val="C79B46"/>
            </a:solidFill>
            <a:prstDash val="solid"/>
          </a:ln>
        </p:spPr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B5CE1D8D-F526-4677-85ED-F763290F6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42950"/>
            <a:ext cx="5562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75" b="0" i="1">
                <a:solidFill>
                  <a:srgbClr val="52654E"/>
                </a:solidFill>
              </a:defRPr>
            </a:pPr>
            <a:r>
              <a:rPr sz="2475" b="0" i="1">
                <a:solidFill>
                  <a:srgbClr val="52654E"/>
                </a:solidFill>
              </a:rPr>
              <a:t>Wedding Style</a:t>
            </a:r>
          </a:p>
        </p:txBody>
      </p:sp>
      <p:sp>
        <p:nvSpPr>
          <p:cNvPr id="4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493602EC-3AC1-4E12-B216-365C80029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581150"/>
            <a:ext cx="85725" cy="857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C79B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1100297-EDA5-4CCB-8782-6DB1EACE3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966787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C79B46"/>
                </a:solidFill>
              </a:defRPr>
            </a:pPr>
            <a:r>
              <a:rPr sz="750" b="0" i="0">
                <a:solidFill>
                  <a:srgbClr val="C79B46"/>
                </a:solidFill>
              </a:rPr>
              <a:t>009</a:t>
            </a:r>
          </a:p>
        </p:txBody>
      </p:sp>
      <p:sp>
        <p:nvSpPr>
          <p:cNvPr id="6" name="text-STYLE WORDS">
            <a:extLst xmlns:a="http://schemas.openxmlformats.org/drawingml/2006/main">
              <a:ext uri="{FF2B5EF4-FFF2-40B4-BE49-F238E27FC236}">
                <a16:creationId xmlns:a16="http://schemas.microsoft.com/office/drawing/2014/main" id="{29C5F97C-E6A9-4AFA-9A1A-5874D5FDA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95262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B61"/>
                </a:solidFill>
              </a:defRPr>
            </a:pPr>
            <a:r>
              <a:rPr sz="1125" b="0" i="0">
                <a:solidFill>
                  <a:srgbClr val="667B61"/>
                </a:solidFill>
              </a:rPr>
              <a:t>STYLE WORDS</a:t>
            </a:r>
          </a:p>
        </p:txBody>
      </p:sp>
      <p:sp>
        <p:nvSpPr>
          <p:cNvPr id="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28D1821C-6EC7-43F6-9F44-3AD241841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36220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E8D5C44E-DB0E-492C-B0A0-6D6A29463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60985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-SEASON AND SETTING">
            <a:extLst xmlns:a="http://schemas.openxmlformats.org/drawingml/2006/main">
              <a:ext uri="{FF2B5EF4-FFF2-40B4-BE49-F238E27FC236}">
                <a16:creationId xmlns:a16="http://schemas.microsoft.com/office/drawing/2014/main" id="{04997B8C-7009-40E7-B019-CAD966437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73367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B61"/>
                </a:solidFill>
              </a:defRPr>
            </a:pPr>
            <a:r>
              <a:rPr sz="1125" b="0" i="0">
                <a:solidFill>
                  <a:srgbClr val="667B61"/>
                </a:solidFill>
              </a:rPr>
              <a:t>SEASON AND SETTING</a:t>
            </a:r>
          </a:p>
        </p:txBody>
      </p:sp>
      <p:sp>
        <p:nvSpPr>
          <p:cNvPr id="1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FC04F1DC-AF53-4229-999D-020C5B328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14325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2B301922-4676-4BDD-B1A8-D55BD3E44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39090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-DRESS CODE">
            <a:extLst xmlns:a="http://schemas.openxmlformats.org/drawingml/2006/main">
              <a:ext uri="{FF2B5EF4-FFF2-40B4-BE49-F238E27FC236}">
                <a16:creationId xmlns:a16="http://schemas.microsoft.com/office/drawing/2014/main" id="{1FDC364A-F43E-48F7-B473-BC28581CA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51472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B61"/>
                </a:solidFill>
              </a:defRPr>
            </a:pPr>
            <a:r>
              <a:rPr sz="1125" b="0" i="0">
                <a:solidFill>
                  <a:srgbClr val="667B61"/>
                </a:solidFill>
              </a:rPr>
              <a:t>DRESS CODE</a:t>
            </a:r>
          </a:p>
        </p:txBody>
      </p:sp>
      <p:sp>
        <p:nvSpPr>
          <p:cNvPr id="1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1452F8A8-2A5A-4A54-AE77-34C413171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92430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5DED673E-5210-441C-8198-E0AD521E0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17195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-MATERIALS AND TEXTURES">
            <a:extLst xmlns:a="http://schemas.openxmlformats.org/drawingml/2006/main">
              <a:ext uri="{FF2B5EF4-FFF2-40B4-BE49-F238E27FC236}">
                <a16:creationId xmlns:a16="http://schemas.microsoft.com/office/drawing/2014/main" id="{6AEB82AE-FC7A-48C9-9AA6-9AF735ACC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29577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B61"/>
                </a:solidFill>
              </a:defRPr>
            </a:pPr>
            <a:r>
              <a:rPr sz="1125" b="0" i="0">
                <a:solidFill>
                  <a:srgbClr val="667B61"/>
                </a:solidFill>
              </a:rPr>
              <a:t>MATERIALS AND TEXTURES</a:t>
            </a:r>
          </a:p>
        </p:txBody>
      </p:sp>
      <p:sp>
        <p:nvSpPr>
          <p:cNvPr id="1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68E2D29F-4D2A-41C4-A495-64CF634DB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70535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91FE952B-36F1-4648-A853-8A94870A7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95300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-SIGNATURE DETAILS">
            <a:extLst xmlns:a="http://schemas.openxmlformats.org/drawingml/2006/main">
              <a:ext uri="{FF2B5EF4-FFF2-40B4-BE49-F238E27FC236}">
                <a16:creationId xmlns:a16="http://schemas.microsoft.com/office/drawing/2014/main" id="{A5645171-371D-44BA-9282-D5607559B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07682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B61"/>
                </a:solidFill>
              </a:defRPr>
            </a:pPr>
            <a:r>
              <a:rPr sz="1125" b="0" i="0">
                <a:solidFill>
                  <a:srgbClr val="667B61"/>
                </a:solidFill>
              </a:rPr>
              <a:t>SIGNATURE DETAILS</a:t>
            </a:r>
          </a:p>
        </p:txBody>
      </p:sp>
      <p:sp>
        <p:nvSpPr>
          <p:cNvPr id="1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DECD9B1F-F882-48B6-9346-8B6E735CB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48640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B1BD09E8-50D1-46CF-A15E-4489F1781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73405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00282864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C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a25e37a6634cd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7562850" cy="10696575"/>
          </a:xfrm>
          <a:prstGeom xmlns:a="http://schemas.openxmlformats.org/drawingml/2006/main" prst="rect">
            <a:avLst/>
          </a:prstGeom>
        </p:spPr>
      </p:pic>
      <p:sp>
        <p:nvSpPr>
          <p:cNvPr id="2" name="soft-romantic-panel">
            <a:extLst xmlns:a="http://schemas.openxmlformats.org/drawingml/2006/main">
              <a:ext uri="{FF2B5EF4-FFF2-40B4-BE49-F238E27FC236}">
                <a16:creationId xmlns:a16="http://schemas.microsoft.com/office/drawing/2014/main" id="{CCF35180-DBC8-452B-B594-78C602384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"/>
            <a:ext cx="6000750" cy="9429750"/>
          </a:xfrm>
          <a:prstGeom xmlns:a="http://schemas.openxmlformats.org/drawingml/2006/main" prst="roundRect">
            <a:avLst>
              <a:gd name="adj" fmla="val 1270"/>
            </a:avLst>
          </a:prstGeom>
          <a:solidFill xmlns:a="http://schemas.openxmlformats.org/drawingml/2006/main">
            <a:srgbClr val="FCF7F3"/>
          </a:solidFill>
          <a:ln xmlns:a="http://schemas.openxmlformats.org/drawingml/2006/main" w="9525">
            <a:solidFill>
              <a:srgbClr val="C79B46"/>
            </a:solidFill>
            <a:prstDash val="solid"/>
          </a:ln>
        </p:spPr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EFD2B72A-29EC-41C7-929F-37007A944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42950"/>
            <a:ext cx="5562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75" b="0" i="1">
                <a:solidFill>
                  <a:srgbClr val="52654E"/>
                </a:solidFill>
              </a:defRPr>
            </a:pPr>
            <a:r>
              <a:rPr sz="2475" b="0" i="1">
                <a:solidFill>
                  <a:srgbClr val="52654E"/>
                </a:solidFill>
              </a:rPr>
              <a:t>Inspiration Notes</a:t>
            </a:r>
          </a:p>
        </p:txBody>
      </p:sp>
      <p:sp>
        <p:nvSpPr>
          <p:cNvPr id="4" name="page-subtitle">
            <a:extLst xmlns:a="http://schemas.openxmlformats.org/drawingml/2006/main">
              <a:ext uri="{FF2B5EF4-FFF2-40B4-BE49-F238E27FC236}">
                <a16:creationId xmlns:a16="http://schemas.microsoft.com/office/drawing/2014/main" id="{28304698-EA25-4132-8376-4BEC057CA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219200"/>
            <a:ext cx="461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C79B46"/>
                </a:solidFill>
              </a:defRPr>
            </a:pPr>
            <a:r>
              <a:rPr sz="975" b="0" i="0">
                <a:solidFill>
                  <a:srgbClr val="C79B46"/>
                </a:solidFill>
              </a:rPr>
              <a:t>COLLECT THE IDEAS THAT FEEL RIGHT</a:t>
            </a:r>
          </a:p>
        </p:txBody>
      </p:sp>
      <p:sp>
        <p:nvSpPr>
          <p:cNvPr id="5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69EDEC5A-00BA-40AC-AFE1-76DA34200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581150"/>
            <a:ext cx="85725" cy="857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C79B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C31CBB0-C3FA-4515-AC2B-E5A7F418E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966787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C79B46"/>
                </a:solidFill>
              </a:defRPr>
            </a:pPr>
            <a:r>
              <a:rPr sz="750" b="0" i="0">
                <a:solidFill>
                  <a:srgbClr val="C79B46"/>
                </a:solidFill>
              </a:rPr>
              <a:t>010</a:t>
            </a:r>
          </a:p>
        </p:txBody>
      </p:sp>
      <p:sp>
        <p:nvSpPr>
          <p:cNvPr id="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4AB98DDE-7CF6-42A6-9F18-353508820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00250"/>
            <a:ext cx="565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6C41F449-816A-4ACC-9A35-7F31AF47F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05050"/>
            <a:ext cx="565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340EF80E-7501-4A3C-A984-59A12D96B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09850"/>
            <a:ext cx="565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4CDEEA1D-0E0A-4514-9348-B7E193FE9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14650"/>
            <a:ext cx="565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AC5596EC-7A1C-4408-AB88-AA0AA8F89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19450"/>
            <a:ext cx="565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4B13BBBD-F28D-4FD9-BD8E-6DDFD9F0B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24250"/>
            <a:ext cx="565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0A8D2DA0-57CD-4580-ABFA-724199338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29050"/>
            <a:ext cx="565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B5567131-9348-49DC-A2B5-51DD7D7EF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33850"/>
            <a:ext cx="565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74BA4C90-09EE-4745-9A7C-2390A90F3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38650"/>
            <a:ext cx="565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B5BE2119-86B6-4474-800C-AD50D147B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43450"/>
            <a:ext cx="565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AE9652BD-EC8B-44C5-8AB8-0113701F3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48250"/>
            <a:ext cx="565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3427CF84-FAA2-48DC-AF48-0ABFFD917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53050"/>
            <a:ext cx="565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88BC9116-8715-4C0F-BA52-0E7121264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657850"/>
            <a:ext cx="565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29349DF7-79FD-4D0F-821D-270B15A09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962650"/>
            <a:ext cx="565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3FBCA750-8290-420A-8F8E-45E2517A9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267450"/>
            <a:ext cx="565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073DF00F-0287-46DE-BFAA-847ECCEE7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572250"/>
            <a:ext cx="565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2961C9F0-19E3-4B0B-AA9E-BCAD6E8D6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877050"/>
            <a:ext cx="565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84653624-F907-4F21-B9A7-52FED4C0F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181850"/>
            <a:ext cx="565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A8845D28-67FD-4B10-9C5C-A07352411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486650"/>
            <a:ext cx="565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BF12F920-5D0B-474B-89F4-DD1806115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791450"/>
            <a:ext cx="565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5979B8BF-B003-4263-830B-D52C64E6C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8096250"/>
            <a:ext cx="565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AA2F6256-4ACD-4E7A-A648-B1AA852CC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8401050"/>
            <a:ext cx="565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2DD78FAC-666D-4F91-A53D-0D96A7CA6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8705850"/>
            <a:ext cx="565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211475270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C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82513abe4141c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7562850" cy="10696575"/>
          </a:xfrm>
          <a:prstGeom xmlns:a="http://schemas.openxmlformats.org/drawingml/2006/main" prst="rect">
            <a:avLst/>
          </a:prstGeom>
        </p:spPr>
      </p:pic>
      <p:sp>
        <p:nvSpPr>
          <p:cNvPr id="2" name="soft-romantic-panel">
            <a:extLst xmlns:a="http://schemas.openxmlformats.org/drawingml/2006/main">
              <a:ext uri="{FF2B5EF4-FFF2-40B4-BE49-F238E27FC236}">
                <a16:creationId xmlns:a16="http://schemas.microsoft.com/office/drawing/2014/main" id="{4F6A4DB9-5B16-4F10-8668-ED5789393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"/>
            <a:ext cx="6000750" cy="9429750"/>
          </a:xfrm>
          <a:prstGeom xmlns:a="http://schemas.openxmlformats.org/drawingml/2006/main" prst="roundRect">
            <a:avLst>
              <a:gd name="adj" fmla="val 1270"/>
            </a:avLst>
          </a:prstGeom>
          <a:solidFill xmlns:a="http://schemas.openxmlformats.org/drawingml/2006/main">
            <a:srgbClr val="FCF7F3"/>
          </a:solidFill>
          <a:ln xmlns:a="http://schemas.openxmlformats.org/drawingml/2006/main" w="9525">
            <a:solidFill>
              <a:srgbClr val="C79B46"/>
            </a:solidFill>
            <a:prstDash val="solid"/>
          </a:ln>
        </p:spPr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8FC524B9-9FD0-4F3D-A792-9DB299AF6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42950"/>
            <a:ext cx="5562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75" b="0" i="1">
                <a:solidFill>
                  <a:srgbClr val="52654E"/>
                </a:solidFill>
              </a:defRPr>
            </a:pPr>
            <a:r>
              <a:rPr sz="2475" b="0" i="1">
                <a:solidFill>
                  <a:srgbClr val="52654E"/>
                </a:solidFill>
              </a:rPr>
              <a:t>Budget Overview</a:t>
            </a:r>
          </a:p>
        </p:txBody>
      </p:sp>
      <p:sp>
        <p:nvSpPr>
          <p:cNvPr id="4" name="page-subtitle">
            <a:extLst xmlns:a="http://schemas.openxmlformats.org/drawingml/2006/main">
              <a:ext uri="{FF2B5EF4-FFF2-40B4-BE49-F238E27FC236}">
                <a16:creationId xmlns:a16="http://schemas.microsoft.com/office/drawing/2014/main" id="{713E4307-416F-478D-8FFD-F90B79317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219200"/>
            <a:ext cx="461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C79B46"/>
                </a:solidFill>
              </a:defRPr>
            </a:pPr>
            <a:r>
              <a:rPr sz="975" b="0" i="0">
                <a:solidFill>
                  <a:srgbClr val="C79B46"/>
                </a:solidFill>
              </a:rPr>
              <a:t>SEE THE WHOLE CELEBRATION AT A GLANCE</a:t>
            </a:r>
          </a:p>
        </p:txBody>
      </p:sp>
      <p:sp>
        <p:nvSpPr>
          <p:cNvPr id="5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D351CD79-D07F-43BC-95A3-928929A21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581150"/>
            <a:ext cx="85725" cy="857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C79B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53C34AEA-97F9-43ED-98BA-EBEA42268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966787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C79B46"/>
                </a:solidFill>
              </a:defRPr>
            </a:pPr>
            <a:r>
              <a:rPr sz="750" b="0" i="0">
                <a:solidFill>
                  <a:srgbClr val="C79B46"/>
                </a:solidFill>
              </a:rPr>
              <a:t>011</a:t>
            </a:r>
          </a:p>
        </p:txBody>
      </p:sp>
      <p:sp>
        <p:nvSpPr>
          <p:cNvPr id="7" name="table-header">
            <a:extLst xmlns:a="http://schemas.openxmlformats.org/drawingml/2006/main">
              <a:ext uri="{FF2B5EF4-FFF2-40B4-BE49-F238E27FC236}">
                <a16:creationId xmlns:a16="http://schemas.microsoft.com/office/drawing/2014/main" id="{3C93ED98-709E-45A7-9082-F98FB33ED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57340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8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6DF46289-20C6-491D-8D9C-B2973636F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5734050" cy="5343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7B61"/>
            </a:solidFill>
            <a:prstDash val="solid"/>
          </a:ln>
        </p:spPr>
      </p:sp>
      <p:sp>
        <p:nvSpPr>
          <p:cNvPr id="9" name="table-v">
            <a:extLst xmlns:a="http://schemas.openxmlformats.org/drawingml/2006/main">
              <a:ext uri="{FF2B5EF4-FFF2-40B4-BE49-F238E27FC236}">
                <a16:creationId xmlns:a16="http://schemas.microsoft.com/office/drawing/2014/main" id="{123B798D-0C49-451C-8991-7887D3510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7913" y="2000250"/>
            <a:ext cx="6668" cy="5343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able-v">
            <a:extLst xmlns:a="http://schemas.openxmlformats.org/drawingml/2006/main">
              <a:ext uri="{FF2B5EF4-FFF2-40B4-BE49-F238E27FC236}">
                <a16:creationId xmlns:a16="http://schemas.microsoft.com/office/drawing/2014/main" id="{31B1CADD-E79F-4826-83DD-5DF948E6F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2000250"/>
            <a:ext cx="6668" cy="5343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able-v">
            <a:extLst xmlns:a="http://schemas.openxmlformats.org/drawingml/2006/main">
              <a:ext uri="{FF2B5EF4-FFF2-40B4-BE49-F238E27FC236}">
                <a16:creationId xmlns:a16="http://schemas.microsoft.com/office/drawing/2014/main" id="{0F3E7837-9246-4688-ADB1-1C4C5B860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4938" y="2000250"/>
            <a:ext cx="6668" cy="5343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able-h">
            <a:extLst xmlns:a="http://schemas.openxmlformats.org/drawingml/2006/main">
              <a:ext uri="{FF2B5EF4-FFF2-40B4-BE49-F238E27FC236}">
                <a16:creationId xmlns:a16="http://schemas.microsoft.com/office/drawing/2014/main" id="{4F12C303-31C8-4392-B1D4-63B2E9F80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1457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able-h">
            <a:extLst xmlns:a="http://schemas.openxmlformats.org/drawingml/2006/main">
              <a:ext uri="{FF2B5EF4-FFF2-40B4-BE49-F238E27FC236}">
                <a16:creationId xmlns:a16="http://schemas.microsoft.com/office/drawing/2014/main" id="{E264147A-068B-40C9-BE96-28034A82B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2890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able-h">
            <a:extLst xmlns:a="http://schemas.openxmlformats.org/drawingml/2006/main">
              <a:ext uri="{FF2B5EF4-FFF2-40B4-BE49-F238E27FC236}">
                <a16:creationId xmlns:a16="http://schemas.microsoft.com/office/drawing/2014/main" id="{0ABA9536-9B68-4607-8893-19E52AA49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4322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able-h">
            <a:extLst xmlns:a="http://schemas.openxmlformats.org/drawingml/2006/main">
              <a:ext uri="{FF2B5EF4-FFF2-40B4-BE49-F238E27FC236}">
                <a16:creationId xmlns:a16="http://schemas.microsoft.com/office/drawing/2014/main" id="{615DEC27-0204-4ACE-83C2-41A3E2823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5755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able-h">
            <a:extLst xmlns:a="http://schemas.openxmlformats.org/drawingml/2006/main">
              <a:ext uri="{FF2B5EF4-FFF2-40B4-BE49-F238E27FC236}">
                <a16:creationId xmlns:a16="http://schemas.microsoft.com/office/drawing/2014/main" id="{FBA20761-5896-48F6-88F5-35B9605DE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7187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able-h">
            <a:extLst xmlns:a="http://schemas.openxmlformats.org/drawingml/2006/main">
              <a:ext uri="{FF2B5EF4-FFF2-40B4-BE49-F238E27FC236}">
                <a16:creationId xmlns:a16="http://schemas.microsoft.com/office/drawing/2014/main" id="{FDCC22AD-FE9B-4FE8-BA28-059A7BCB9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8620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able-h">
            <a:extLst xmlns:a="http://schemas.openxmlformats.org/drawingml/2006/main">
              <a:ext uri="{FF2B5EF4-FFF2-40B4-BE49-F238E27FC236}">
                <a16:creationId xmlns:a16="http://schemas.microsoft.com/office/drawing/2014/main" id="{48D5D953-2364-48BA-BF5D-272AE05E1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0052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able-h">
            <a:extLst xmlns:a="http://schemas.openxmlformats.org/drawingml/2006/main">
              <a:ext uri="{FF2B5EF4-FFF2-40B4-BE49-F238E27FC236}">
                <a16:creationId xmlns:a16="http://schemas.microsoft.com/office/drawing/2014/main" id="{8F4CBE8B-CFFA-48FE-9C61-840DBA155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1485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able-h">
            <a:extLst xmlns:a="http://schemas.openxmlformats.org/drawingml/2006/main">
              <a:ext uri="{FF2B5EF4-FFF2-40B4-BE49-F238E27FC236}">
                <a16:creationId xmlns:a16="http://schemas.microsoft.com/office/drawing/2014/main" id="{FE2E9C99-2725-46FB-B092-8BA1198A4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2917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able-h">
            <a:extLst xmlns:a="http://schemas.openxmlformats.org/drawingml/2006/main">
              <a:ext uri="{FF2B5EF4-FFF2-40B4-BE49-F238E27FC236}">
                <a16:creationId xmlns:a16="http://schemas.microsoft.com/office/drawing/2014/main" id="{FE80A141-ADBC-4581-B139-E50F6AD7A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4350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able-h">
            <a:extLst xmlns:a="http://schemas.openxmlformats.org/drawingml/2006/main">
              <a:ext uri="{FF2B5EF4-FFF2-40B4-BE49-F238E27FC236}">
                <a16:creationId xmlns:a16="http://schemas.microsoft.com/office/drawing/2014/main" id="{5DF8951F-E3F2-4084-A528-C5F4AF7B8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5782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able-h">
            <a:extLst xmlns:a="http://schemas.openxmlformats.org/drawingml/2006/main">
              <a:ext uri="{FF2B5EF4-FFF2-40B4-BE49-F238E27FC236}">
                <a16:creationId xmlns:a16="http://schemas.microsoft.com/office/drawing/2014/main" id="{99CA3F54-A1BD-4FD4-85A9-CE940D68B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7215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able-h">
            <a:extLst xmlns:a="http://schemas.openxmlformats.org/drawingml/2006/main">
              <a:ext uri="{FF2B5EF4-FFF2-40B4-BE49-F238E27FC236}">
                <a16:creationId xmlns:a16="http://schemas.microsoft.com/office/drawing/2014/main" id="{3C4D7C8A-122B-4FEC-B412-31CD070F5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8647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table-h">
            <a:extLst xmlns:a="http://schemas.openxmlformats.org/drawingml/2006/main">
              <a:ext uri="{FF2B5EF4-FFF2-40B4-BE49-F238E27FC236}">
                <a16:creationId xmlns:a16="http://schemas.microsoft.com/office/drawing/2014/main" id="{38093765-DE0F-4682-848C-C831CE996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0080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table-h">
            <a:extLst xmlns:a="http://schemas.openxmlformats.org/drawingml/2006/main">
              <a:ext uri="{FF2B5EF4-FFF2-40B4-BE49-F238E27FC236}">
                <a16:creationId xmlns:a16="http://schemas.microsoft.com/office/drawing/2014/main" id="{34D28908-485F-423D-AA4C-350DD3EEE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71512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table-h">
            <a:extLst xmlns:a="http://schemas.openxmlformats.org/drawingml/2006/main">
              <a:ext uri="{FF2B5EF4-FFF2-40B4-BE49-F238E27FC236}">
                <a16:creationId xmlns:a16="http://schemas.microsoft.com/office/drawing/2014/main" id="{B2EBFEF2-C784-4390-A4ED-EEDA6DECA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02945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text-CATEGORY">
            <a:extLst xmlns:a="http://schemas.openxmlformats.org/drawingml/2006/main">
              <a:ext uri="{FF2B5EF4-FFF2-40B4-BE49-F238E27FC236}">
                <a16:creationId xmlns:a16="http://schemas.microsoft.com/office/drawing/2014/main" id="{434CB5ED-B07F-4E37-A35A-A5500EC07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143351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FFFFFF"/>
                </a:solidFill>
              </a:defRPr>
            </a:pPr>
            <a:r>
              <a:rPr sz="825" b="0" i="0">
                <a:solidFill>
                  <a:srgbClr val="FFFFFF"/>
                </a:solidFill>
              </a:rPr>
              <a:t>CATEGORY</a:t>
            </a:r>
          </a:p>
        </p:txBody>
      </p:sp>
      <p:sp>
        <p:nvSpPr>
          <p:cNvPr id="29" name="text-ESTIMATED">
            <a:extLst xmlns:a="http://schemas.openxmlformats.org/drawingml/2006/main">
              <a:ext uri="{FF2B5EF4-FFF2-40B4-BE49-F238E27FC236}">
                <a16:creationId xmlns:a16="http://schemas.microsoft.com/office/drawing/2014/main" id="{C5267E93-EB31-4DAF-A355-95123A6ED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7913" y="2000250"/>
            <a:ext cx="143351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FFFFFF"/>
                </a:solidFill>
              </a:defRPr>
            </a:pPr>
            <a:r>
              <a:rPr sz="825" b="0" i="0">
                <a:solidFill>
                  <a:srgbClr val="FFFFFF"/>
                </a:solidFill>
              </a:rPr>
              <a:t>ESTIMATED</a:t>
            </a:r>
          </a:p>
        </p:txBody>
      </p:sp>
      <p:sp>
        <p:nvSpPr>
          <p:cNvPr id="30" name="text-ACTUAL">
            <a:extLst xmlns:a="http://schemas.openxmlformats.org/drawingml/2006/main">
              <a:ext uri="{FF2B5EF4-FFF2-40B4-BE49-F238E27FC236}">
                <a16:creationId xmlns:a16="http://schemas.microsoft.com/office/drawing/2014/main" id="{D9A9FF98-D0E6-4FD6-9E9D-759C19907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2000250"/>
            <a:ext cx="143351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FFFFFF"/>
                </a:solidFill>
              </a:defRPr>
            </a:pPr>
            <a:r>
              <a:rPr sz="825" b="0" i="0">
                <a:solidFill>
                  <a:srgbClr val="FFFFFF"/>
                </a:solidFill>
              </a:rPr>
              <a:t>ACTUAL</a:t>
            </a:r>
          </a:p>
        </p:txBody>
      </p:sp>
      <p:sp>
        <p:nvSpPr>
          <p:cNvPr id="31" name="text-PAID">
            <a:extLst xmlns:a="http://schemas.openxmlformats.org/drawingml/2006/main">
              <a:ext uri="{FF2B5EF4-FFF2-40B4-BE49-F238E27FC236}">
                <a16:creationId xmlns:a16="http://schemas.microsoft.com/office/drawing/2014/main" id="{A59AE538-DE6F-4613-B676-40682E03F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4938" y="2000250"/>
            <a:ext cx="143351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FFFFFF"/>
                </a:solidFill>
              </a:defRPr>
            </a:pPr>
            <a:r>
              <a:rPr sz="825" b="0" i="0">
                <a:solidFill>
                  <a:srgbClr val="FFFFFF"/>
                </a:solidFill>
              </a:rPr>
              <a:t>PAID</a:t>
            </a:r>
          </a:p>
        </p:txBody>
      </p:sp>
      <p:sp>
        <p:nvSpPr>
          <p:cNvPr id="32" name="text-Venue">
            <a:extLst xmlns:a="http://schemas.openxmlformats.org/drawingml/2006/main">
              <a:ext uri="{FF2B5EF4-FFF2-40B4-BE49-F238E27FC236}">
                <a16:creationId xmlns:a16="http://schemas.microsoft.com/office/drawing/2014/main" id="{78E26645-0229-49E8-8216-DCF8B264A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314575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Venue</a:t>
            </a:r>
          </a:p>
        </p:txBody>
      </p:sp>
      <p:sp>
        <p:nvSpPr>
          <p:cNvPr id="33" name="text-Catering">
            <a:extLst xmlns:a="http://schemas.openxmlformats.org/drawingml/2006/main">
              <a:ext uri="{FF2B5EF4-FFF2-40B4-BE49-F238E27FC236}">
                <a16:creationId xmlns:a16="http://schemas.microsoft.com/office/drawing/2014/main" id="{04068C4E-5ECF-44B0-91C9-E8B6928A9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628900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Catering</a:t>
            </a:r>
          </a:p>
        </p:txBody>
      </p:sp>
      <p:sp>
        <p:nvSpPr>
          <p:cNvPr id="34" name="text-Attire">
            <a:extLst xmlns:a="http://schemas.openxmlformats.org/drawingml/2006/main">
              <a:ext uri="{FF2B5EF4-FFF2-40B4-BE49-F238E27FC236}">
                <a16:creationId xmlns:a16="http://schemas.microsoft.com/office/drawing/2014/main" id="{4B1A78D4-1683-4333-9047-03595F4C1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943225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Attire</a:t>
            </a:r>
          </a:p>
        </p:txBody>
      </p:sp>
      <p:sp>
        <p:nvSpPr>
          <p:cNvPr id="35" name="text-Photography">
            <a:extLst xmlns:a="http://schemas.openxmlformats.org/drawingml/2006/main">
              <a:ext uri="{FF2B5EF4-FFF2-40B4-BE49-F238E27FC236}">
                <a16:creationId xmlns:a16="http://schemas.microsoft.com/office/drawing/2014/main" id="{AFAAF023-AFD8-474A-9121-438383BDD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57550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Photography</a:t>
            </a:r>
          </a:p>
        </p:txBody>
      </p:sp>
      <p:sp>
        <p:nvSpPr>
          <p:cNvPr id="36" name="text-Videography">
            <a:extLst xmlns:a="http://schemas.openxmlformats.org/drawingml/2006/main">
              <a:ext uri="{FF2B5EF4-FFF2-40B4-BE49-F238E27FC236}">
                <a16:creationId xmlns:a16="http://schemas.microsoft.com/office/drawing/2014/main" id="{E65E2F0B-8286-4085-9B7A-0F295BB0C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571875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Videography</a:t>
            </a:r>
          </a:p>
        </p:txBody>
      </p:sp>
      <p:sp>
        <p:nvSpPr>
          <p:cNvPr id="37" name="text-Flowers">
            <a:extLst xmlns:a="http://schemas.openxmlformats.org/drawingml/2006/main">
              <a:ext uri="{FF2B5EF4-FFF2-40B4-BE49-F238E27FC236}">
                <a16:creationId xmlns:a16="http://schemas.microsoft.com/office/drawing/2014/main" id="{5F54F512-E034-4A5D-8DD3-DAA00162E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886200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Flowers</a:t>
            </a:r>
          </a:p>
        </p:txBody>
      </p:sp>
      <p:sp>
        <p:nvSpPr>
          <p:cNvPr id="38" name="text-Décor">
            <a:extLst xmlns:a="http://schemas.openxmlformats.org/drawingml/2006/main">
              <a:ext uri="{FF2B5EF4-FFF2-40B4-BE49-F238E27FC236}">
                <a16:creationId xmlns:a16="http://schemas.microsoft.com/office/drawing/2014/main" id="{8E13BB38-E0DA-4695-8482-B8FB17EA5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200525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Décor</a:t>
            </a:r>
          </a:p>
        </p:txBody>
      </p:sp>
      <p:sp>
        <p:nvSpPr>
          <p:cNvPr id="39" name="text-Music">
            <a:extLst xmlns:a="http://schemas.openxmlformats.org/drawingml/2006/main">
              <a:ext uri="{FF2B5EF4-FFF2-40B4-BE49-F238E27FC236}">
                <a16:creationId xmlns:a16="http://schemas.microsoft.com/office/drawing/2014/main" id="{DE05418F-15B9-4F80-8BDD-86B51BB49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514850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Music</a:t>
            </a:r>
          </a:p>
        </p:txBody>
      </p:sp>
      <p:sp>
        <p:nvSpPr>
          <p:cNvPr id="40" name="text-Cake">
            <a:extLst xmlns:a="http://schemas.openxmlformats.org/drawingml/2006/main">
              <a:ext uri="{FF2B5EF4-FFF2-40B4-BE49-F238E27FC236}">
                <a16:creationId xmlns:a16="http://schemas.microsoft.com/office/drawing/2014/main" id="{4F90A152-F55F-4B6E-9503-2CAEF501F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829175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Cake</a:t>
            </a:r>
          </a:p>
        </p:txBody>
      </p:sp>
      <p:sp>
        <p:nvSpPr>
          <p:cNvPr id="41" name="text-Stationery">
            <a:extLst xmlns:a="http://schemas.openxmlformats.org/drawingml/2006/main">
              <a:ext uri="{FF2B5EF4-FFF2-40B4-BE49-F238E27FC236}">
                <a16:creationId xmlns:a16="http://schemas.microsoft.com/office/drawing/2014/main" id="{9BF7F63E-7F99-44BB-A21C-3F66B00C7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143500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Stationery</a:t>
            </a:r>
          </a:p>
        </p:txBody>
      </p:sp>
      <p:sp>
        <p:nvSpPr>
          <p:cNvPr id="42" name="text-Transport">
            <a:extLst xmlns:a="http://schemas.openxmlformats.org/drawingml/2006/main">
              <a:ext uri="{FF2B5EF4-FFF2-40B4-BE49-F238E27FC236}">
                <a16:creationId xmlns:a16="http://schemas.microsoft.com/office/drawing/2014/main" id="{57428A99-6B14-4319-8D29-3769FC4D6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457825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Transport</a:t>
            </a:r>
          </a:p>
        </p:txBody>
      </p:sp>
      <p:sp>
        <p:nvSpPr>
          <p:cNvPr id="43" name="text-Beauty">
            <a:extLst xmlns:a="http://schemas.openxmlformats.org/drawingml/2006/main">
              <a:ext uri="{FF2B5EF4-FFF2-40B4-BE49-F238E27FC236}">
                <a16:creationId xmlns:a16="http://schemas.microsoft.com/office/drawing/2014/main" id="{A9A3D967-2DA0-41A5-989F-2E4404C29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772150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Beauty</a:t>
            </a:r>
          </a:p>
        </p:txBody>
      </p:sp>
      <p:sp>
        <p:nvSpPr>
          <p:cNvPr id="44" name="text-Gifts">
            <a:extLst xmlns:a="http://schemas.openxmlformats.org/drawingml/2006/main">
              <a:ext uri="{FF2B5EF4-FFF2-40B4-BE49-F238E27FC236}">
                <a16:creationId xmlns:a16="http://schemas.microsoft.com/office/drawing/2014/main" id="{9F7B45DE-6EFA-4D1C-B2A9-2220B9C51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086475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Gifts</a:t>
            </a:r>
          </a:p>
        </p:txBody>
      </p:sp>
      <p:sp>
        <p:nvSpPr>
          <p:cNvPr id="45" name="text-Accommodation">
            <a:extLst xmlns:a="http://schemas.openxmlformats.org/drawingml/2006/main">
              <a:ext uri="{FF2B5EF4-FFF2-40B4-BE49-F238E27FC236}">
                <a16:creationId xmlns:a16="http://schemas.microsoft.com/office/drawing/2014/main" id="{F0200701-9C97-42D6-8306-523BD9C28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400800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Accommodation</a:t>
            </a:r>
          </a:p>
        </p:txBody>
      </p:sp>
      <p:sp>
        <p:nvSpPr>
          <p:cNvPr id="46" name="text-Miscellaneous">
            <a:extLst xmlns:a="http://schemas.openxmlformats.org/drawingml/2006/main">
              <a:ext uri="{FF2B5EF4-FFF2-40B4-BE49-F238E27FC236}">
                <a16:creationId xmlns:a16="http://schemas.microsoft.com/office/drawing/2014/main" id="{207A5F35-0CD1-42F5-A6C0-33E793377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715125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Miscellaneous</a:t>
            </a:r>
          </a:p>
        </p:txBody>
      </p:sp>
      <p:sp>
        <p:nvSpPr>
          <p:cNvPr id="47" name="text-Total">
            <a:extLst xmlns:a="http://schemas.openxmlformats.org/drawingml/2006/main">
              <a:ext uri="{FF2B5EF4-FFF2-40B4-BE49-F238E27FC236}">
                <a16:creationId xmlns:a16="http://schemas.microsoft.com/office/drawing/2014/main" id="{B17D47AE-39FD-4A26-81F9-074B8ADC7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029450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Total</a:t>
            </a:r>
          </a:p>
        </p:txBody>
      </p:sp>
    </p:spTree>
    <p:extLst>
      <p:ext uri="{BB962C8B-B14F-4D97-AF65-F5344CB8AC3E}">
        <p14:creationId xmlns:p14="http://schemas.microsoft.com/office/powerpoint/2010/main" val="178312534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C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692c53cdd248f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7562850" cy="10696575"/>
          </a:xfrm>
          <a:prstGeom xmlns:a="http://schemas.openxmlformats.org/drawingml/2006/main" prst="rect">
            <a:avLst/>
          </a:prstGeom>
        </p:spPr>
      </p:pic>
      <p:sp>
        <p:nvSpPr>
          <p:cNvPr id="2" name="soft-romantic-panel">
            <a:extLst xmlns:a="http://schemas.openxmlformats.org/drawingml/2006/main">
              <a:ext uri="{FF2B5EF4-FFF2-40B4-BE49-F238E27FC236}">
                <a16:creationId xmlns:a16="http://schemas.microsoft.com/office/drawing/2014/main" id="{DADB8980-31F5-42B4-8B9A-789A8268A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"/>
            <a:ext cx="6000750" cy="9429750"/>
          </a:xfrm>
          <a:prstGeom xmlns:a="http://schemas.openxmlformats.org/drawingml/2006/main" prst="roundRect">
            <a:avLst>
              <a:gd name="adj" fmla="val 1270"/>
            </a:avLst>
          </a:prstGeom>
          <a:solidFill xmlns:a="http://schemas.openxmlformats.org/drawingml/2006/main">
            <a:srgbClr val="FCF7F3"/>
          </a:solidFill>
          <a:ln xmlns:a="http://schemas.openxmlformats.org/drawingml/2006/main" w="9525">
            <a:solidFill>
              <a:srgbClr val="C79B46"/>
            </a:solidFill>
            <a:prstDash val="solid"/>
          </a:ln>
        </p:spPr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8A56F79F-21B9-4659-BA66-7550C30F4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42950"/>
            <a:ext cx="5562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75" b="0" i="1">
                <a:solidFill>
                  <a:srgbClr val="52654E"/>
                </a:solidFill>
              </a:defRPr>
            </a:pPr>
            <a:r>
              <a:rPr sz="2475" b="0" i="1">
                <a:solidFill>
                  <a:srgbClr val="52654E"/>
                </a:solidFill>
              </a:rPr>
              <a:t>Category Budget</a:t>
            </a:r>
          </a:p>
        </p:txBody>
      </p:sp>
      <p:sp>
        <p:nvSpPr>
          <p:cNvPr id="4" name="page-subtitle">
            <a:extLst xmlns:a="http://schemas.openxmlformats.org/drawingml/2006/main">
              <a:ext uri="{FF2B5EF4-FFF2-40B4-BE49-F238E27FC236}">
                <a16:creationId xmlns:a16="http://schemas.microsoft.com/office/drawing/2014/main" id="{9B9E092A-0DF8-459D-9E8E-A5B37C63B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219200"/>
            <a:ext cx="461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C79B46"/>
                </a:solidFill>
              </a:defRPr>
            </a:pPr>
            <a:r>
              <a:rPr sz="975" b="0" i="0">
                <a:solidFill>
                  <a:srgbClr val="C79B46"/>
                </a:solidFill>
              </a:rPr>
              <a:t>PLAN, TRACK AND RECONCILE</a:t>
            </a:r>
          </a:p>
        </p:txBody>
      </p:sp>
      <p:sp>
        <p:nvSpPr>
          <p:cNvPr id="5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46D7BA9A-9838-4A52-A237-FFE8553F7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581150"/>
            <a:ext cx="85725" cy="857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C79B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A6A7BAF0-45BA-4533-9714-523C805D0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966787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C79B46"/>
                </a:solidFill>
              </a:defRPr>
            </a:pPr>
            <a:r>
              <a:rPr sz="750" b="0" i="0">
                <a:solidFill>
                  <a:srgbClr val="C79B46"/>
                </a:solidFill>
              </a:rPr>
              <a:t>012</a:t>
            </a:r>
          </a:p>
        </p:txBody>
      </p:sp>
      <p:sp>
        <p:nvSpPr>
          <p:cNvPr id="7" name="table-header">
            <a:extLst xmlns:a="http://schemas.openxmlformats.org/drawingml/2006/main">
              <a:ext uri="{FF2B5EF4-FFF2-40B4-BE49-F238E27FC236}">
                <a16:creationId xmlns:a16="http://schemas.microsoft.com/office/drawing/2014/main" id="{3789FB5A-D334-49F0-8FA1-77E84717B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57340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8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4ED6F1E9-3D45-4D9B-BB80-CF540372E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573405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7B61"/>
            </a:solidFill>
            <a:prstDash val="solid"/>
          </a:ln>
        </p:spPr>
      </p:sp>
      <p:sp>
        <p:nvSpPr>
          <p:cNvPr id="9" name="table-v">
            <a:extLst xmlns:a="http://schemas.openxmlformats.org/drawingml/2006/main">
              <a:ext uri="{FF2B5EF4-FFF2-40B4-BE49-F238E27FC236}">
                <a16:creationId xmlns:a16="http://schemas.microsoft.com/office/drawing/2014/main" id="{CBD3C728-0EF5-46C3-B728-5753912F1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7913" y="2000250"/>
            <a:ext cx="6668" cy="408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able-v">
            <a:extLst xmlns:a="http://schemas.openxmlformats.org/drawingml/2006/main">
              <a:ext uri="{FF2B5EF4-FFF2-40B4-BE49-F238E27FC236}">
                <a16:creationId xmlns:a16="http://schemas.microsoft.com/office/drawing/2014/main" id="{2C263148-71AF-47C3-9B1F-EF93E6A79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2000250"/>
            <a:ext cx="6668" cy="408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able-v">
            <a:extLst xmlns:a="http://schemas.openxmlformats.org/drawingml/2006/main">
              <a:ext uri="{FF2B5EF4-FFF2-40B4-BE49-F238E27FC236}">
                <a16:creationId xmlns:a16="http://schemas.microsoft.com/office/drawing/2014/main" id="{ED502CD1-C654-4CF3-A99B-5AB4B9D20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4938" y="2000250"/>
            <a:ext cx="6668" cy="408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able-h">
            <a:extLst xmlns:a="http://schemas.openxmlformats.org/drawingml/2006/main">
              <a:ext uri="{FF2B5EF4-FFF2-40B4-BE49-F238E27FC236}">
                <a16:creationId xmlns:a16="http://schemas.microsoft.com/office/drawing/2014/main" id="{32F63236-700B-4131-9B1F-66D2B1D07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1457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able-h">
            <a:extLst xmlns:a="http://schemas.openxmlformats.org/drawingml/2006/main">
              <a:ext uri="{FF2B5EF4-FFF2-40B4-BE49-F238E27FC236}">
                <a16:creationId xmlns:a16="http://schemas.microsoft.com/office/drawing/2014/main" id="{0CA9B719-D2D9-4475-A2CB-518FB7BD4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2890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able-h">
            <a:extLst xmlns:a="http://schemas.openxmlformats.org/drawingml/2006/main">
              <a:ext uri="{FF2B5EF4-FFF2-40B4-BE49-F238E27FC236}">
                <a16:creationId xmlns:a16="http://schemas.microsoft.com/office/drawing/2014/main" id="{510AA79A-651C-460F-9B91-2E2F16D91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4322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able-h">
            <a:extLst xmlns:a="http://schemas.openxmlformats.org/drawingml/2006/main">
              <a:ext uri="{FF2B5EF4-FFF2-40B4-BE49-F238E27FC236}">
                <a16:creationId xmlns:a16="http://schemas.microsoft.com/office/drawing/2014/main" id="{6495AEF9-E5C5-419A-8C0D-E16F7F293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5755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able-h">
            <a:extLst xmlns:a="http://schemas.openxmlformats.org/drawingml/2006/main">
              <a:ext uri="{FF2B5EF4-FFF2-40B4-BE49-F238E27FC236}">
                <a16:creationId xmlns:a16="http://schemas.microsoft.com/office/drawing/2014/main" id="{2B8A1B03-F012-4C72-BD9E-8CEC0D4E1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7187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able-h">
            <a:extLst xmlns:a="http://schemas.openxmlformats.org/drawingml/2006/main">
              <a:ext uri="{FF2B5EF4-FFF2-40B4-BE49-F238E27FC236}">
                <a16:creationId xmlns:a16="http://schemas.microsoft.com/office/drawing/2014/main" id="{B6000680-1B99-4AFC-9655-63F0E0D34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8620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able-h">
            <a:extLst xmlns:a="http://schemas.openxmlformats.org/drawingml/2006/main">
              <a:ext uri="{FF2B5EF4-FFF2-40B4-BE49-F238E27FC236}">
                <a16:creationId xmlns:a16="http://schemas.microsoft.com/office/drawing/2014/main" id="{9DCD3344-0404-4906-BDF2-84F03A539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0052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able-h">
            <a:extLst xmlns:a="http://schemas.openxmlformats.org/drawingml/2006/main">
              <a:ext uri="{FF2B5EF4-FFF2-40B4-BE49-F238E27FC236}">
                <a16:creationId xmlns:a16="http://schemas.microsoft.com/office/drawing/2014/main" id="{B2DAE3E8-5841-4AB7-AFBD-2BB51D99D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1485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able-h">
            <a:extLst xmlns:a="http://schemas.openxmlformats.org/drawingml/2006/main">
              <a:ext uri="{FF2B5EF4-FFF2-40B4-BE49-F238E27FC236}">
                <a16:creationId xmlns:a16="http://schemas.microsoft.com/office/drawing/2014/main" id="{A019B62A-62C1-4542-9E49-D179F4EBF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2917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able-h">
            <a:extLst xmlns:a="http://schemas.openxmlformats.org/drawingml/2006/main">
              <a:ext uri="{FF2B5EF4-FFF2-40B4-BE49-F238E27FC236}">
                <a16:creationId xmlns:a16="http://schemas.microsoft.com/office/drawing/2014/main" id="{90A1F545-9DDD-4C1D-8E4F-42797C8EF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4350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able-h">
            <a:extLst xmlns:a="http://schemas.openxmlformats.org/drawingml/2006/main">
              <a:ext uri="{FF2B5EF4-FFF2-40B4-BE49-F238E27FC236}">
                <a16:creationId xmlns:a16="http://schemas.microsoft.com/office/drawing/2014/main" id="{0C0132F1-02EB-4A51-B66C-91794741F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5782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able-h">
            <a:extLst xmlns:a="http://schemas.openxmlformats.org/drawingml/2006/main">
              <a:ext uri="{FF2B5EF4-FFF2-40B4-BE49-F238E27FC236}">
                <a16:creationId xmlns:a16="http://schemas.microsoft.com/office/drawing/2014/main" id="{71615E2C-F95D-44D5-B1F8-0861C1198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7215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-ITEM">
            <a:extLst xmlns:a="http://schemas.openxmlformats.org/drawingml/2006/main">
              <a:ext uri="{FF2B5EF4-FFF2-40B4-BE49-F238E27FC236}">
                <a16:creationId xmlns:a16="http://schemas.microsoft.com/office/drawing/2014/main" id="{AAFAEDCC-378F-4CB8-A21B-8E69E8212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143351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FFFFFF"/>
                </a:solidFill>
              </a:defRPr>
            </a:pPr>
            <a:r>
              <a:rPr sz="825" b="0" i="0">
                <a:solidFill>
                  <a:srgbClr val="FFFFFF"/>
                </a:solidFill>
              </a:rPr>
              <a:t>ITEM</a:t>
            </a:r>
          </a:p>
        </p:txBody>
      </p:sp>
      <p:sp>
        <p:nvSpPr>
          <p:cNvPr id="25" name="text-ESTIMATED">
            <a:extLst xmlns:a="http://schemas.openxmlformats.org/drawingml/2006/main">
              <a:ext uri="{FF2B5EF4-FFF2-40B4-BE49-F238E27FC236}">
                <a16:creationId xmlns:a16="http://schemas.microsoft.com/office/drawing/2014/main" id="{83DD1A34-7D5C-4647-8A40-137FD0C4F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7913" y="2000250"/>
            <a:ext cx="143351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FFFFFF"/>
                </a:solidFill>
              </a:defRPr>
            </a:pPr>
            <a:r>
              <a:rPr sz="825" b="0" i="0">
                <a:solidFill>
                  <a:srgbClr val="FFFFFF"/>
                </a:solidFill>
              </a:rPr>
              <a:t>ESTIMATED</a:t>
            </a:r>
          </a:p>
        </p:txBody>
      </p:sp>
      <p:sp>
        <p:nvSpPr>
          <p:cNvPr id="26" name="text-ACTUAL">
            <a:extLst xmlns:a="http://schemas.openxmlformats.org/drawingml/2006/main">
              <a:ext uri="{FF2B5EF4-FFF2-40B4-BE49-F238E27FC236}">
                <a16:creationId xmlns:a16="http://schemas.microsoft.com/office/drawing/2014/main" id="{C80D0666-9AAD-476A-85B1-DC65D9535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2000250"/>
            <a:ext cx="143351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FFFFFF"/>
                </a:solidFill>
              </a:defRPr>
            </a:pPr>
            <a:r>
              <a:rPr sz="825" b="0" i="0">
                <a:solidFill>
                  <a:srgbClr val="FFFFFF"/>
                </a:solidFill>
              </a:rPr>
              <a:t>ACTUAL</a:t>
            </a:r>
          </a:p>
        </p:txBody>
      </p:sp>
      <p:sp>
        <p:nvSpPr>
          <p:cNvPr id="27" name="text-PAID">
            <a:extLst xmlns:a="http://schemas.openxmlformats.org/drawingml/2006/main">
              <a:ext uri="{FF2B5EF4-FFF2-40B4-BE49-F238E27FC236}">
                <a16:creationId xmlns:a16="http://schemas.microsoft.com/office/drawing/2014/main" id="{53749585-033F-434D-9917-BE0C4A5DC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4938" y="2000250"/>
            <a:ext cx="143351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FFFFFF"/>
                </a:solidFill>
              </a:defRPr>
            </a:pPr>
            <a:r>
              <a:rPr sz="825" b="0" i="0">
                <a:solidFill>
                  <a:srgbClr val="FFFFFF"/>
                </a:solidFill>
              </a:rPr>
              <a:t>PAID</a:t>
            </a:r>
          </a:p>
        </p:txBody>
      </p:sp>
      <p:sp>
        <p:nvSpPr>
          <p:cNvPr id="28" name="text-Primary cost">
            <a:extLst xmlns:a="http://schemas.openxmlformats.org/drawingml/2006/main">
              <a:ext uri="{FF2B5EF4-FFF2-40B4-BE49-F238E27FC236}">
                <a16:creationId xmlns:a16="http://schemas.microsoft.com/office/drawing/2014/main" id="{2BA2EC6C-DB0D-4286-B6DA-82816503D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314575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Primary cost</a:t>
            </a:r>
          </a:p>
        </p:txBody>
      </p:sp>
      <p:sp>
        <p:nvSpPr>
          <p:cNvPr id="29" name="text-Deposit">
            <a:extLst xmlns:a="http://schemas.openxmlformats.org/drawingml/2006/main">
              <a:ext uri="{FF2B5EF4-FFF2-40B4-BE49-F238E27FC236}">
                <a16:creationId xmlns:a16="http://schemas.microsoft.com/office/drawing/2014/main" id="{D4063BE7-176C-45A0-AF4C-642C8E814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628900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Deposit</a:t>
            </a:r>
          </a:p>
        </p:txBody>
      </p:sp>
      <p:sp>
        <p:nvSpPr>
          <p:cNvPr id="30" name="text-Balance">
            <a:extLst xmlns:a="http://schemas.openxmlformats.org/drawingml/2006/main">
              <a:ext uri="{FF2B5EF4-FFF2-40B4-BE49-F238E27FC236}">
                <a16:creationId xmlns:a16="http://schemas.microsoft.com/office/drawing/2014/main" id="{D25A04E3-AA2E-48CC-84CE-879F5EB2F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943225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Balance</a:t>
            </a:r>
          </a:p>
        </p:txBody>
      </p:sp>
      <p:sp>
        <p:nvSpPr>
          <p:cNvPr id="31" name="text-Delivery">
            <a:extLst xmlns:a="http://schemas.openxmlformats.org/drawingml/2006/main">
              <a:ext uri="{FF2B5EF4-FFF2-40B4-BE49-F238E27FC236}">
                <a16:creationId xmlns:a16="http://schemas.microsoft.com/office/drawing/2014/main" id="{A51230D6-EF6D-4560-AC62-4110FE721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57550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Delivery</a:t>
            </a:r>
          </a:p>
        </p:txBody>
      </p:sp>
      <p:sp>
        <p:nvSpPr>
          <p:cNvPr id="32" name="text-Setup">
            <a:extLst xmlns:a="http://schemas.openxmlformats.org/drawingml/2006/main">
              <a:ext uri="{FF2B5EF4-FFF2-40B4-BE49-F238E27FC236}">
                <a16:creationId xmlns:a16="http://schemas.microsoft.com/office/drawing/2014/main" id="{30D7DC69-A70A-49F8-AFF6-86653FAE1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571875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Setup</a:t>
            </a:r>
          </a:p>
        </p:txBody>
      </p:sp>
      <p:sp>
        <p:nvSpPr>
          <p:cNvPr id="33" name="text-Tax / fees">
            <a:extLst xmlns:a="http://schemas.openxmlformats.org/drawingml/2006/main">
              <a:ext uri="{FF2B5EF4-FFF2-40B4-BE49-F238E27FC236}">
                <a16:creationId xmlns:a16="http://schemas.microsoft.com/office/drawing/2014/main" id="{31455F9F-7C5E-48BC-938D-DFAAE5836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886200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Tax / fees</a:t>
            </a:r>
          </a:p>
        </p:txBody>
      </p:sp>
      <p:sp>
        <p:nvSpPr>
          <p:cNvPr id="34" name="text-Tips">
            <a:extLst xmlns:a="http://schemas.openxmlformats.org/drawingml/2006/main">
              <a:ext uri="{FF2B5EF4-FFF2-40B4-BE49-F238E27FC236}">
                <a16:creationId xmlns:a16="http://schemas.microsoft.com/office/drawing/2014/main" id="{92A23C7B-EFEA-4999-9FB9-55361A2C0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200525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Tips</a:t>
            </a:r>
          </a:p>
        </p:txBody>
      </p:sp>
      <p:sp>
        <p:nvSpPr>
          <p:cNvPr id="35" name="text-Extras">
            <a:extLst xmlns:a="http://schemas.openxmlformats.org/drawingml/2006/main">
              <a:ext uri="{FF2B5EF4-FFF2-40B4-BE49-F238E27FC236}">
                <a16:creationId xmlns:a16="http://schemas.microsoft.com/office/drawing/2014/main" id="{C65A42AD-347E-4285-9CA9-C69EE5122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514850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Extras</a:t>
            </a:r>
          </a:p>
        </p:txBody>
      </p:sp>
      <p:sp>
        <p:nvSpPr>
          <p:cNvPr id="36" name="text-Backup">
            <a:extLst xmlns:a="http://schemas.openxmlformats.org/drawingml/2006/main">
              <a:ext uri="{FF2B5EF4-FFF2-40B4-BE49-F238E27FC236}">
                <a16:creationId xmlns:a16="http://schemas.microsoft.com/office/drawing/2014/main" id="{AC270E79-F454-4343-9C1D-F3CC6EC59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829175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Backup</a:t>
            </a:r>
          </a:p>
        </p:txBody>
      </p:sp>
      <p:sp>
        <p:nvSpPr>
          <p:cNvPr id="37" name="text-Adjustment">
            <a:extLst xmlns:a="http://schemas.openxmlformats.org/drawingml/2006/main">
              <a:ext uri="{FF2B5EF4-FFF2-40B4-BE49-F238E27FC236}">
                <a16:creationId xmlns:a16="http://schemas.microsoft.com/office/drawing/2014/main" id="{F3AF62E1-3A5F-4B78-A354-259C35EA0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143500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Adjustment</a:t>
            </a:r>
          </a:p>
        </p:txBody>
      </p:sp>
      <p:sp>
        <p:nvSpPr>
          <p:cNvPr id="38" name="text-Other">
            <a:extLst xmlns:a="http://schemas.openxmlformats.org/drawingml/2006/main">
              <a:ext uri="{FF2B5EF4-FFF2-40B4-BE49-F238E27FC236}">
                <a16:creationId xmlns:a16="http://schemas.microsoft.com/office/drawing/2014/main" id="{00F583B8-AED0-4C45-87FF-871630DEE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457825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Other</a:t>
            </a:r>
          </a:p>
        </p:txBody>
      </p:sp>
      <p:sp>
        <p:nvSpPr>
          <p:cNvPr id="39" name="text-Total">
            <a:extLst xmlns:a="http://schemas.openxmlformats.org/drawingml/2006/main">
              <a:ext uri="{FF2B5EF4-FFF2-40B4-BE49-F238E27FC236}">
                <a16:creationId xmlns:a16="http://schemas.microsoft.com/office/drawing/2014/main" id="{86855EA9-5875-40DF-9E14-7D2AE4923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772150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Total</a:t>
            </a:r>
          </a:p>
        </p:txBody>
      </p:sp>
      <p:sp>
        <p:nvSpPr>
          <p:cNvPr id="40" name="text-NOTES">
            <a:extLst xmlns:a="http://schemas.openxmlformats.org/drawingml/2006/main">
              <a:ext uri="{FF2B5EF4-FFF2-40B4-BE49-F238E27FC236}">
                <a16:creationId xmlns:a16="http://schemas.microsoft.com/office/drawing/2014/main" id="{D3EB04C0-EB72-4DC8-BD3D-6EBC0D711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6477000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667B61"/>
                </a:solidFill>
              </a:defRPr>
            </a:pPr>
            <a:r>
              <a:rPr sz="1125" b="0" i="0">
                <a:solidFill>
                  <a:srgbClr val="667B61"/>
                </a:solidFill>
              </a:rPr>
              <a:t>NOTES</a:t>
            </a:r>
          </a:p>
        </p:txBody>
      </p:sp>
      <p:sp>
        <p:nvSpPr>
          <p:cNvPr id="41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12BAE355-E8F8-4B21-A853-D4C68296F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858000"/>
            <a:ext cx="55626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4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B92F4C32-37E7-400B-AC15-C8FD2F2BC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286625"/>
            <a:ext cx="5086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7C87DB81-199A-4B74-8BF3-77BC1B5B2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562850"/>
            <a:ext cx="5086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07EAE65E-1DC2-4C73-8022-843EBE606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839075"/>
            <a:ext cx="5086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9020B130-14E6-4EC9-8249-257957016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115300"/>
            <a:ext cx="5086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2EEF0BC9-FED2-44D1-8B4B-84C937757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391525"/>
            <a:ext cx="5086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C3D91B71-8FEB-4BEC-BA35-7AF6C7157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667750"/>
            <a:ext cx="5086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32D03AA2-AA31-4E71-9F4C-AFB53FBA7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943975"/>
            <a:ext cx="5086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200047277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C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868f495bfe49a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7562850" cy="10696575"/>
          </a:xfrm>
          <a:prstGeom xmlns:a="http://schemas.openxmlformats.org/drawingml/2006/main" prst="rect">
            <a:avLst/>
          </a:prstGeom>
        </p:spPr>
      </p:pic>
      <p:sp>
        <p:nvSpPr>
          <p:cNvPr id="2" name="soft-romantic-panel">
            <a:extLst xmlns:a="http://schemas.openxmlformats.org/drawingml/2006/main">
              <a:ext uri="{FF2B5EF4-FFF2-40B4-BE49-F238E27FC236}">
                <a16:creationId xmlns:a16="http://schemas.microsoft.com/office/drawing/2014/main" id="{A799E591-7DEC-4E3F-89D2-8536A84D7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"/>
            <a:ext cx="6000750" cy="9429750"/>
          </a:xfrm>
          <a:prstGeom xmlns:a="http://schemas.openxmlformats.org/drawingml/2006/main" prst="roundRect">
            <a:avLst>
              <a:gd name="adj" fmla="val 1270"/>
            </a:avLst>
          </a:prstGeom>
          <a:solidFill xmlns:a="http://schemas.openxmlformats.org/drawingml/2006/main">
            <a:srgbClr val="FCF7F3"/>
          </a:solidFill>
          <a:ln xmlns:a="http://schemas.openxmlformats.org/drawingml/2006/main" w="9525">
            <a:solidFill>
              <a:srgbClr val="C79B46"/>
            </a:solidFill>
            <a:prstDash val="solid"/>
          </a:ln>
        </p:spPr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2C42BC0D-78DA-43E5-A0DA-CB6104BE0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42950"/>
            <a:ext cx="5562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75" b="0" i="1">
                <a:solidFill>
                  <a:srgbClr val="52654E"/>
                </a:solidFill>
              </a:defRPr>
            </a:pPr>
            <a:r>
              <a:rPr sz="2475" b="0" i="1">
                <a:solidFill>
                  <a:srgbClr val="52654E"/>
                </a:solidFill>
              </a:rPr>
              <a:t>Payment Calendar</a:t>
            </a:r>
          </a:p>
        </p:txBody>
      </p:sp>
      <p:sp>
        <p:nvSpPr>
          <p:cNvPr id="4" name="page-subtitle">
            <a:extLst xmlns:a="http://schemas.openxmlformats.org/drawingml/2006/main">
              <a:ext uri="{FF2B5EF4-FFF2-40B4-BE49-F238E27FC236}">
                <a16:creationId xmlns:a16="http://schemas.microsoft.com/office/drawing/2014/main" id="{A1D56BF2-1428-4455-A972-B59C352A4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219200"/>
            <a:ext cx="461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C79B46"/>
                </a:solidFill>
              </a:defRPr>
            </a:pPr>
            <a:r>
              <a:rPr sz="975" b="0" i="0">
                <a:solidFill>
                  <a:srgbClr val="C79B46"/>
                </a:solidFill>
              </a:rPr>
              <a:t>KEEP EVERY PAYMENT VISIBLE</a:t>
            </a:r>
          </a:p>
        </p:txBody>
      </p:sp>
      <p:sp>
        <p:nvSpPr>
          <p:cNvPr id="5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85E1EA15-F2C9-4F77-86E1-1967CB2AE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581150"/>
            <a:ext cx="85725" cy="857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C79B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72BA72E-7952-47F4-9E7A-5811E4D31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966787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C79B46"/>
                </a:solidFill>
              </a:defRPr>
            </a:pPr>
            <a:r>
              <a:rPr sz="750" b="0" i="0">
                <a:solidFill>
                  <a:srgbClr val="C79B46"/>
                </a:solidFill>
              </a:rPr>
              <a:t>013</a:t>
            </a:r>
          </a:p>
        </p:txBody>
      </p:sp>
      <p:sp>
        <p:nvSpPr>
          <p:cNvPr id="7" name="table-header">
            <a:extLst xmlns:a="http://schemas.openxmlformats.org/drawingml/2006/main">
              <a:ext uri="{FF2B5EF4-FFF2-40B4-BE49-F238E27FC236}">
                <a16:creationId xmlns:a16="http://schemas.microsoft.com/office/drawing/2014/main" id="{E0147346-0AC9-43BE-AB9D-4FFA045E1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57340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8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1C5A8B90-16F7-4A10-AE32-812285547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5734050" cy="5972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7B61"/>
            </a:solidFill>
            <a:prstDash val="solid"/>
          </a:ln>
        </p:spPr>
      </p:sp>
      <p:sp>
        <p:nvSpPr>
          <p:cNvPr id="9" name="table-v">
            <a:extLst xmlns:a="http://schemas.openxmlformats.org/drawingml/2006/main">
              <a:ext uri="{FF2B5EF4-FFF2-40B4-BE49-F238E27FC236}">
                <a16:creationId xmlns:a16="http://schemas.microsoft.com/office/drawing/2014/main" id="{78142C18-5350-4F41-B8B4-CBB19928B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1210" y="2000250"/>
            <a:ext cx="6668" cy="5972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able-v">
            <a:extLst xmlns:a="http://schemas.openxmlformats.org/drawingml/2006/main">
              <a:ext uri="{FF2B5EF4-FFF2-40B4-BE49-F238E27FC236}">
                <a16:creationId xmlns:a16="http://schemas.microsoft.com/office/drawing/2014/main" id="{070C0E8B-5955-403E-8ED5-B03D7AC23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8020" y="2000250"/>
            <a:ext cx="6668" cy="5972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able-v">
            <a:extLst xmlns:a="http://schemas.openxmlformats.org/drawingml/2006/main">
              <a:ext uri="{FF2B5EF4-FFF2-40B4-BE49-F238E27FC236}">
                <a16:creationId xmlns:a16="http://schemas.microsoft.com/office/drawing/2014/main" id="{1DE8EC0D-3328-4D26-9FE9-A26896F7B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4830" y="2000250"/>
            <a:ext cx="6668" cy="5972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able-v">
            <a:extLst xmlns:a="http://schemas.openxmlformats.org/drawingml/2006/main">
              <a:ext uri="{FF2B5EF4-FFF2-40B4-BE49-F238E27FC236}">
                <a16:creationId xmlns:a16="http://schemas.microsoft.com/office/drawing/2014/main" id="{F8BB833E-88EA-4C6D-AE3D-77445B018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1640" y="2000250"/>
            <a:ext cx="6668" cy="5972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able-h">
            <a:extLst xmlns:a="http://schemas.openxmlformats.org/drawingml/2006/main">
              <a:ext uri="{FF2B5EF4-FFF2-40B4-BE49-F238E27FC236}">
                <a16:creationId xmlns:a16="http://schemas.microsoft.com/office/drawing/2014/main" id="{49ECA33A-0D58-4E4D-BEA5-24E98133C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1457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able-h">
            <a:extLst xmlns:a="http://schemas.openxmlformats.org/drawingml/2006/main">
              <a:ext uri="{FF2B5EF4-FFF2-40B4-BE49-F238E27FC236}">
                <a16:creationId xmlns:a16="http://schemas.microsoft.com/office/drawing/2014/main" id="{75DC5C58-5E5E-44AE-B28C-706803063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2890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able-h">
            <a:extLst xmlns:a="http://schemas.openxmlformats.org/drawingml/2006/main">
              <a:ext uri="{FF2B5EF4-FFF2-40B4-BE49-F238E27FC236}">
                <a16:creationId xmlns:a16="http://schemas.microsoft.com/office/drawing/2014/main" id="{58B6AF82-8729-428F-8356-B46873DD5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4322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able-h">
            <a:extLst xmlns:a="http://schemas.openxmlformats.org/drawingml/2006/main">
              <a:ext uri="{FF2B5EF4-FFF2-40B4-BE49-F238E27FC236}">
                <a16:creationId xmlns:a16="http://schemas.microsoft.com/office/drawing/2014/main" id="{1ECEAEFA-F4D4-4BB8-9182-D0793F8A3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5755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able-h">
            <a:extLst xmlns:a="http://schemas.openxmlformats.org/drawingml/2006/main">
              <a:ext uri="{FF2B5EF4-FFF2-40B4-BE49-F238E27FC236}">
                <a16:creationId xmlns:a16="http://schemas.microsoft.com/office/drawing/2014/main" id="{D4186A90-0839-4D55-B38F-E2BF19D00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7187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able-h">
            <a:extLst xmlns:a="http://schemas.openxmlformats.org/drawingml/2006/main">
              <a:ext uri="{FF2B5EF4-FFF2-40B4-BE49-F238E27FC236}">
                <a16:creationId xmlns:a16="http://schemas.microsoft.com/office/drawing/2014/main" id="{9B270922-E834-4BB2-ADA1-60EEEF2C9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8620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able-h">
            <a:extLst xmlns:a="http://schemas.openxmlformats.org/drawingml/2006/main">
              <a:ext uri="{FF2B5EF4-FFF2-40B4-BE49-F238E27FC236}">
                <a16:creationId xmlns:a16="http://schemas.microsoft.com/office/drawing/2014/main" id="{4E54A31D-02E1-4F65-BFD4-9B4ED1B75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0052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able-h">
            <a:extLst xmlns:a="http://schemas.openxmlformats.org/drawingml/2006/main">
              <a:ext uri="{FF2B5EF4-FFF2-40B4-BE49-F238E27FC236}">
                <a16:creationId xmlns:a16="http://schemas.microsoft.com/office/drawing/2014/main" id="{F783A17A-7CAB-4887-B325-C7529ABE0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1485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able-h">
            <a:extLst xmlns:a="http://schemas.openxmlformats.org/drawingml/2006/main">
              <a:ext uri="{FF2B5EF4-FFF2-40B4-BE49-F238E27FC236}">
                <a16:creationId xmlns:a16="http://schemas.microsoft.com/office/drawing/2014/main" id="{79F93E4B-FE09-44D5-B0A5-E4C43CCFB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2917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able-h">
            <a:extLst xmlns:a="http://schemas.openxmlformats.org/drawingml/2006/main">
              <a:ext uri="{FF2B5EF4-FFF2-40B4-BE49-F238E27FC236}">
                <a16:creationId xmlns:a16="http://schemas.microsoft.com/office/drawing/2014/main" id="{41F10798-97E4-41A3-830B-A156EF7DA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4350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able-h">
            <a:extLst xmlns:a="http://schemas.openxmlformats.org/drawingml/2006/main">
              <a:ext uri="{FF2B5EF4-FFF2-40B4-BE49-F238E27FC236}">
                <a16:creationId xmlns:a16="http://schemas.microsoft.com/office/drawing/2014/main" id="{52985050-0CDA-4221-BBC0-753E97A16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5782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able-h">
            <a:extLst xmlns:a="http://schemas.openxmlformats.org/drawingml/2006/main">
              <a:ext uri="{FF2B5EF4-FFF2-40B4-BE49-F238E27FC236}">
                <a16:creationId xmlns:a16="http://schemas.microsoft.com/office/drawing/2014/main" id="{E6DF2BDF-5675-4515-8C45-3FE10D7E3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7215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table-h">
            <a:extLst xmlns:a="http://schemas.openxmlformats.org/drawingml/2006/main">
              <a:ext uri="{FF2B5EF4-FFF2-40B4-BE49-F238E27FC236}">
                <a16:creationId xmlns:a16="http://schemas.microsoft.com/office/drawing/2014/main" id="{EC098B35-909D-4261-96BE-787CEB8B0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8647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table-h">
            <a:extLst xmlns:a="http://schemas.openxmlformats.org/drawingml/2006/main">
              <a:ext uri="{FF2B5EF4-FFF2-40B4-BE49-F238E27FC236}">
                <a16:creationId xmlns:a16="http://schemas.microsoft.com/office/drawing/2014/main" id="{6E641E38-7186-405C-B57A-6CD263D3D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0080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table-h">
            <a:extLst xmlns:a="http://schemas.openxmlformats.org/drawingml/2006/main">
              <a:ext uri="{FF2B5EF4-FFF2-40B4-BE49-F238E27FC236}">
                <a16:creationId xmlns:a16="http://schemas.microsoft.com/office/drawing/2014/main" id="{54B4FB69-E996-41D1-914E-42B2669F6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71512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table-h">
            <a:extLst xmlns:a="http://schemas.openxmlformats.org/drawingml/2006/main">
              <a:ext uri="{FF2B5EF4-FFF2-40B4-BE49-F238E27FC236}">
                <a16:creationId xmlns:a16="http://schemas.microsoft.com/office/drawing/2014/main" id="{F5303BE1-2833-431E-8A4A-E0917218B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02945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table-h">
            <a:extLst xmlns:a="http://schemas.openxmlformats.org/drawingml/2006/main">
              <a:ext uri="{FF2B5EF4-FFF2-40B4-BE49-F238E27FC236}">
                <a16:creationId xmlns:a16="http://schemas.microsoft.com/office/drawing/2014/main" id="{A55E3452-12D2-4EF3-979E-481259143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34377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table-h">
            <a:extLst xmlns:a="http://schemas.openxmlformats.org/drawingml/2006/main">
              <a:ext uri="{FF2B5EF4-FFF2-40B4-BE49-F238E27FC236}">
                <a16:creationId xmlns:a16="http://schemas.microsoft.com/office/drawing/2014/main" id="{F9711D83-75A1-4072-A6A2-5046BA732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65810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text-VENDOR">
            <a:extLst xmlns:a="http://schemas.openxmlformats.org/drawingml/2006/main">
              <a:ext uri="{FF2B5EF4-FFF2-40B4-BE49-F238E27FC236}">
                <a16:creationId xmlns:a16="http://schemas.microsoft.com/office/drawing/2014/main" id="{7D66180E-8CBD-40D2-8A59-531539F67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114681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FFFFFF"/>
                </a:solidFill>
              </a:defRPr>
            </a:pPr>
            <a:r>
              <a:rPr sz="825" b="0" i="0">
                <a:solidFill>
                  <a:srgbClr val="FFFFFF"/>
                </a:solidFill>
              </a:rPr>
              <a:t>VENDOR</a:t>
            </a:r>
          </a:p>
        </p:txBody>
      </p:sp>
      <p:sp>
        <p:nvSpPr>
          <p:cNvPr id="32" name="text-DEPOSIT">
            <a:extLst xmlns:a="http://schemas.openxmlformats.org/drawingml/2006/main">
              <a:ext uri="{FF2B5EF4-FFF2-40B4-BE49-F238E27FC236}">
                <a16:creationId xmlns:a16="http://schemas.microsoft.com/office/drawing/2014/main" id="{3D34D6CC-8E82-4816-B711-F08AD9EC5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1210" y="2000250"/>
            <a:ext cx="114681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FFFFFF"/>
                </a:solidFill>
              </a:defRPr>
            </a:pPr>
            <a:r>
              <a:rPr sz="825" b="0" i="0">
                <a:solidFill>
                  <a:srgbClr val="FFFFFF"/>
                </a:solidFill>
              </a:rPr>
              <a:t>DEPOSIT</a:t>
            </a:r>
          </a:p>
        </p:txBody>
      </p:sp>
      <p:sp>
        <p:nvSpPr>
          <p:cNvPr id="33" name="text-BALANCE">
            <a:extLst xmlns:a="http://schemas.openxmlformats.org/drawingml/2006/main">
              <a:ext uri="{FF2B5EF4-FFF2-40B4-BE49-F238E27FC236}">
                <a16:creationId xmlns:a16="http://schemas.microsoft.com/office/drawing/2014/main" id="{0F680B06-ACB3-4DDE-8760-4B8821A8E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8020" y="2000250"/>
            <a:ext cx="114681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FFFFFF"/>
                </a:solidFill>
              </a:defRPr>
            </a:pPr>
            <a:r>
              <a:rPr sz="825" b="0" i="0">
                <a:solidFill>
                  <a:srgbClr val="FFFFFF"/>
                </a:solidFill>
              </a:rPr>
              <a:t>BALANCE</a:t>
            </a:r>
          </a:p>
        </p:txBody>
      </p:sp>
      <p:sp>
        <p:nvSpPr>
          <p:cNvPr id="34" name="text-DUE DATE">
            <a:extLst xmlns:a="http://schemas.openxmlformats.org/drawingml/2006/main">
              <a:ext uri="{FF2B5EF4-FFF2-40B4-BE49-F238E27FC236}">
                <a16:creationId xmlns:a16="http://schemas.microsoft.com/office/drawing/2014/main" id="{74A93291-77DB-4EEF-AB8B-F4BB7DD79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4830" y="2000250"/>
            <a:ext cx="114681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FFFFFF"/>
                </a:solidFill>
              </a:defRPr>
            </a:pPr>
            <a:r>
              <a:rPr sz="825" b="0" i="0">
                <a:solidFill>
                  <a:srgbClr val="FFFFFF"/>
                </a:solidFill>
              </a:rPr>
              <a:t>DUE DATE</a:t>
            </a:r>
          </a:p>
        </p:txBody>
      </p:sp>
      <p:sp>
        <p:nvSpPr>
          <p:cNvPr id="35" name="text-STATUS">
            <a:extLst xmlns:a="http://schemas.openxmlformats.org/drawingml/2006/main">
              <a:ext uri="{FF2B5EF4-FFF2-40B4-BE49-F238E27FC236}">
                <a16:creationId xmlns:a16="http://schemas.microsoft.com/office/drawing/2014/main" id="{7BA053B9-A821-44E0-9E76-E7F05491D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1640" y="2000250"/>
            <a:ext cx="114681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FFFFFF"/>
                </a:solidFill>
              </a:defRPr>
            </a:pPr>
            <a:r>
              <a:rPr sz="825" b="0" i="0">
                <a:solidFill>
                  <a:srgbClr val="FFFFFF"/>
                </a:solidFill>
              </a:rPr>
              <a:t>STATUS</a:t>
            </a:r>
          </a:p>
        </p:txBody>
      </p:sp>
      <p:sp>
        <p:nvSpPr>
          <p:cNvPr id="36" name="status-circle">
            <a:extLst xmlns:a="http://schemas.openxmlformats.org/drawingml/2006/main">
              <a:ext uri="{FF2B5EF4-FFF2-40B4-BE49-F238E27FC236}">
                <a16:creationId xmlns:a16="http://schemas.microsoft.com/office/drawing/2014/main" id="{77F8833C-B564-4167-AB8C-59EB33CDD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400300"/>
            <a:ext cx="133350" cy="133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37" name="status-circle">
            <a:extLst xmlns:a="http://schemas.openxmlformats.org/drawingml/2006/main">
              <a:ext uri="{FF2B5EF4-FFF2-40B4-BE49-F238E27FC236}">
                <a16:creationId xmlns:a16="http://schemas.microsoft.com/office/drawing/2014/main" id="{23E86FBA-8B5C-4CC3-AB5D-5E6E5A8E0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714625"/>
            <a:ext cx="133350" cy="133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38" name="status-circle">
            <a:extLst xmlns:a="http://schemas.openxmlformats.org/drawingml/2006/main">
              <a:ext uri="{FF2B5EF4-FFF2-40B4-BE49-F238E27FC236}">
                <a16:creationId xmlns:a16="http://schemas.microsoft.com/office/drawing/2014/main" id="{E261DA69-A1FB-4B17-A855-B54B076D0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028950"/>
            <a:ext cx="133350" cy="133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39" name="status-circle">
            <a:extLst xmlns:a="http://schemas.openxmlformats.org/drawingml/2006/main">
              <a:ext uri="{FF2B5EF4-FFF2-40B4-BE49-F238E27FC236}">
                <a16:creationId xmlns:a16="http://schemas.microsoft.com/office/drawing/2014/main" id="{80870CE7-251F-4BA9-B0BA-4235A6040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343275"/>
            <a:ext cx="133350" cy="133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40" name="status-circle">
            <a:extLst xmlns:a="http://schemas.openxmlformats.org/drawingml/2006/main">
              <a:ext uri="{FF2B5EF4-FFF2-40B4-BE49-F238E27FC236}">
                <a16:creationId xmlns:a16="http://schemas.microsoft.com/office/drawing/2014/main" id="{3026E942-37F8-44B4-84A2-3E2B03EAB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657600"/>
            <a:ext cx="133350" cy="133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41" name="status-circle">
            <a:extLst xmlns:a="http://schemas.openxmlformats.org/drawingml/2006/main">
              <a:ext uri="{FF2B5EF4-FFF2-40B4-BE49-F238E27FC236}">
                <a16:creationId xmlns:a16="http://schemas.microsoft.com/office/drawing/2014/main" id="{C98B928A-7F30-4361-A3C8-30A94F67F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971925"/>
            <a:ext cx="133350" cy="133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42" name="status-circle">
            <a:extLst xmlns:a="http://schemas.openxmlformats.org/drawingml/2006/main">
              <a:ext uri="{FF2B5EF4-FFF2-40B4-BE49-F238E27FC236}">
                <a16:creationId xmlns:a16="http://schemas.microsoft.com/office/drawing/2014/main" id="{ADC6EBB1-1F7E-4AAF-942A-780917FD2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286250"/>
            <a:ext cx="133350" cy="133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43" name="status-circle">
            <a:extLst xmlns:a="http://schemas.openxmlformats.org/drawingml/2006/main">
              <a:ext uri="{FF2B5EF4-FFF2-40B4-BE49-F238E27FC236}">
                <a16:creationId xmlns:a16="http://schemas.microsoft.com/office/drawing/2014/main" id="{18879C46-905C-4FB3-A644-51F575C3B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600575"/>
            <a:ext cx="133350" cy="133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44" name="status-circle">
            <a:extLst xmlns:a="http://schemas.openxmlformats.org/drawingml/2006/main">
              <a:ext uri="{FF2B5EF4-FFF2-40B4-BE49-F238E27FC236}">
                <a16:creationId xmlns:a16="http://schemas.microsoft.com/office/drawing/2014/main" id="{FB1A1138-EDCE-4863-A66B-78D4B254F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914900"/>
            <a:ext cx="133350" cy="133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45" name="status-circle">
            <a:extLst xmlns:a="http://schemas.openxmlformats.org/drawingml/2006/main">
              <a:ext uri="{FF2B5EF4-FFF2-40B4-BE49-F238E27FC236}">
                <a16:creationId xmlns:a16="http://schemas.microsoft.com/office/drawing/2014/main" id="{1AA8B057-DA36-4726-AC10-8266FF5D9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229225"/>
            <a:ext cx="133350" cy="133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46" name="status-circle">
            <a:extLst xmlns:a="http://schemas.openxmlformats.org/drawingml/2006/main">
              <a:ext uri="{FF2B5EF4-FFF2-40B4-BE49-F238E27FC236}">
                <a16:creationId xmlns:a16="http://schemas.microsoft.com/office/drawing/2014/main" id="{263E7E20-61D1-4AD9-B7B7-21C19B240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543550"/>
            <a:ext cx="133350" cy="133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47" name="status-circle">
            <a:extLst xmlns:a="http://schemas.openxmlformats.org/drawingml/2006/main">
              <a:ext uri="{FF2B5EF4-FFF2-40B4-BE49-F238E27FC236}">
                <a16:creationId xmlns:a16="http://schemas.microsoft.com/office/drawing/2014/main" id="{3F589610-5492-4C0C-8777-1B2A45004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857875"/>
            <a:ext cx="133350" cy="133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48" name="status-circle">
            <a:extLst xmlns:a="http://schemas.openxmlformats.org/drawingml/2006/main">
              <a:ext uri="{FF2B5EF4-FFF2-40B4-BE49-F238E27FC236}">
                <a16:creationId xmlns:a16="http://schemas.microsoft.com/office/drawing/2014/main" id="{4AF46CC5-35CA-4913-898F-AFF0B5829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6172200"/>
            <a:ext cx="133350" cy="133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49" name="status-circle">
            <a:extLst xmlns:a="http://schemas.openxmlformats.org/drawingml/2006/main">
              <a:ext uri="{FF2B5EF4-FFF2-40B4-BE49-F238E27FC236}">
                <a16:creationId xmlns:a16="http://schemas.microsoft.com/office/drawing/2014/main" id="{59C53096-611A-4F47-AE2C-A747DD563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6486525"/>
            <a:ext cx="133350" cy="133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50" name="status-circle">
            <a:extLst xmlns:a="http://schemas.openxmlformats.org/drawingml/2006/main">
              <a:ext uri="{FF2B5EF4-FFF2-40B4-BE49-F238E27FC236}">
                <a16:creationId xmlns:a16="http://schemas.microsoft.com/office/drawing/2014/main" id="{F4254163-0323-4545-83DF-B082EECAB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6800850"/>
            <a:ext cx="133350" cy="133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51" name="status-circle">
            <a:extLst xmlns:a="http://schemas.openxmlformats.org/drawingml/2006/main">
              <a:ext uri="{FF2B5EF4-FFF2-40B4-BE49-F238E27FC236}">
                <a16:creationId xmlns:a16="http://schemas.microsoft.com/office/drawing/2014/main" id="{19366524-79BA-4916-A574-CF6FAB09C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7115175"/>
            <a:ext cx="133350" cy="133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52" name="status-circle">
            <a:extLst xmlns:a="http://schemas.openxmlformats.org/drawingml/2006/main">
              <a:ext uri="{FF2B5EF4-FFF2-40B4-BE49-F238E27FC236}">
                <a16:creationId xmlns:a16="http://schemas.microsoft.com/office/drawing/2014/main" id="{9EBDCC6B-3EDF-4CE7-BEA3-40191FFFE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7429500"/>
            <a:ext cx="133350" cy="133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53" name="status-circle">
            <a:extLst xmlns:a="http://schemas.openxmlformats.org/drawingml/2006/main">
              <a:ext uri="{FF2B5EF4-FFF2-40B4-BE49-F238E27FC236}">
                <a16:creationId xmlns:a16="http://schemas.microsoft.com/office/drawing/2014/main" id="{DF3F649C-9AF6-4E83-AFAB-19DA1B6A2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7743825"/>
            <a:ext cx="133350" cy="133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37433666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C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45dd910da6435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7562850" cy="10696575"/>
          </a:xfrm>
          <a:prstGeom xmlns:a="http://schemas.openxmlformats.org/drawingml/2006/main" prst="rect">
            <a:avLst/>
          </a:prstGeom>
        </p:spPr>
      </p:pic>
      <p:sp>
        <p:nvSpPr>
          <p:cNvPr id="2" name="soft-romantic-panel">
            <a:extLst xmlns:a="http://schemas.openxmlformats.org/drawingml/2006/main">
              <a:ext uri="{FF2B5EF4-FFF2-40B4-BE49-F238E27FC236}">
                <a16:creationId xmlns:a16="http://schemas.microsoft.com/office/drawing/2014/main" id="{07F294D9-F184-4D05-8130-D7D9105CE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"/>
            <a:ext cx="6000750" cy="9429750"/>
          </a:xfrm>
          <a:prstGeom xmlns:a="http://schemas.openxmlformats.org/drawingml/2006/main" prst="roundRect">
            <a:avLst>
              <a:gd name="adj" fmla="val 1270"/>
            </a:avLst>
          </a:prstGeom>
          <a:solidFill xmlns:a="http://schemas.openxmlformats.org/drawingml/2006/main">
            <a:srgbClr val="FCF7F3"/>
          </a:solidFill>
          <a:ln xmlns:a="http://schemas.openxmlformats.org/drawingml/2006/main" w="9525">
            <a:solidFill>
              <a:srgbClr val="C79B46"/>
            </a:solidFill>
            <a:prstDash val="solid"/>
          </a:ln>
        </p:spPr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0DA9E954-3AD9-4D01-8286-528BC4248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42950"/>
            <a:ext cx="5562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75" b="0" i="1">
                <a:solidFill>
                  <a:srgbClr val="52654E"/>
                </a:solidFill>
              </a:defRPr>
            </a:pPr>
            <a:r>
              <a:rPr sz="2475" b="0" i="1">
                <a:solidFill>
                  <a:srgbClr val="52654E"/>
                </a:solidFill>
              </a:rPr>
              <a:t>Wedding Savings Plan</a:t>
            </a:r>
          </a:p>
        </p:txBody>
      </p:sp>
      <p:sp>
        <p:nvSpPr>
          <p:cNvPr id="4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68087A2A-8B19-4E01-B14F-5C66C81CB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581150"/>
            <a:ext cx="85725" cy="857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C79B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28664CED-91F8-4801-9B2D-37D7F89E1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966787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C79B46"/>
                </a:solidFill>
              </a:defRPr>
            </a:pPr>
            <a:r>
              <a:rPr sz="750" b="0" i="0">
                <a:solidFill>
                  <a:srgbClr val="C79B46"/>
                </a:solidFill>
              </a:rPr>
              <a:t>014</a:t>
            </a:r>
          </a:p>
        </p:txBody>
      </p:sp>
      <p:sp>
        <p:nvSpPr>
          <p:cNvPr id="6" name="text-SAVINGS GOAL">
            <a:extLst xmlns:a="http://schemas.openxmlformats.org/drawingml/2006/main">
              <a:ext uri="{FF2B5EF4-FFF2-40B4-BE49-F238E27FC236}">
                <a16:creationId xmlns:a16="http://schemas.microsoft.com/office/drawing/2014/main" id="{5A406A8F-DCAF-44F9-AD7F-9D3461B0C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95262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B61"/>
                </a:solidFill>
              </a:defRPr>
            </a:pPr>
            <a:r>
              <a:rPr sz="1125" b="0" i="0">
                <a:solidFill>
                  <a:srgbClr val="667B61"/>
                </a:solidFill>
              </a:rPr>
              <a:t>SAVINGS GOAL</a:t>
            </a:r>
          </a:p>
        </p:txBody>
      </p:sp>
      <p:sp>
        <p:nvSpPr>
          <p:cNvPr id="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970AF448-3C7E-4AE4-BC46-B1D612790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36220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10B90E90-A7B1-4FCC-B666-720F2072B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60985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-CURRENT SAVINGS">
            <a:extLst xmlns:a="http://schemas.openxmlformats.org/drawingml/2006/main">
              <a:ext uri="{FF2B5EF4-FFF2-40B4-BE49-F238E27FC236}">
                <a16:creationId xmlns:a16="http://schemas.microsoft.com/office/drawing/2014/main" id="{7F890EE8-8ED9-4095-9BB3-765A3F3CB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73367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B61"/>
                </a:solidFill>
              </a:defRPr>
            </a:pPr>
            <a:r>
              <a:rPr sz="1125" b="0" i="0">
                <a:solidFill>
                  <a:srgbClr val="667B61"/>
                </a:solidFill>
              </a:rPr>
              <a:t>CURRENT SAVINGS</a:t>
            </a:r>
          </a:p>
        </p:txBody>
      </p:sp>
      <p:sp>
        <p:nvSpPr>
          <p:cNvPr id="1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9E6FD1EF-B42C-49BC-A990-F89FF0416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14325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D65E6806-ACC0-4952-B87C-BF7B54A5E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39090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-MONTHLY CONTRIBUTION">
            <a:extLst xmlns:a="http://schemas.openxmlformats.org/drawingml/2006/main">
              <a:ext uri="{FF2B5EF4-FFF2-40B4-BE49-F238E27FC236}">
                <a16:creationId xmlns:a16="http://schemas.microsoft.com/office/drawing/2014/main" id="{1CD529AC-3B88-4590-A255-3D68BEE5C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51472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B61"/>
                </a:solidFill>
              </a:defRPr>
            </a:pPr>
            <a:r>
              <a:rPr sz="1125" b="0" i="0">
                <a:solidFill>
                  <a:srgbClr val="667B61"/>
                </a:solidFill>
              </a:rPr>
              <a:t>MONTHLY CONTRIBUTION</a:t>
            </a:r>
          </a:p>
        </p:txBody>
      </p:sp>
      <p:sp>
        <p:nvSpPr>
          <p:cNvPr id="1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5B832BF1-139D-4E81-8FC8-CF3A232B8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92430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E358B433-D0E4-445C-9678-BA038AD5D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17195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-EXTRA INCOME IDEAS">
            <a:extLst xmlns:a="http://schemas.openxmlformats.org/drawingml/2006/main">
              <a:ext uri="{FF2B5EF4-FFF2-40B4-BE49-F238E27FC236}">
                <a16:creationId xmlns:a16="http://schemas.microsoft.com/office/drawing/2014/main" id="{B91F7F25-2A3E-4D28-9F47-3A4D79AA8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29577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B61"/>
                </a:solidFill>
              </a:defRPr>
            </a:pPr>
            <a:r>
              <a:rPr sz="1125" b="0" i="0">
                <a:solidFill>
                  <a:srgbClr val="667B61"/>
                </a:solidFill>
              </a:rPr>
              <a:t>EXTRA INCOME IDEAS</a:t>
            </a:r>
          </a:p>
        </p:txBody>
      </p:sp>
      <p:sp>
        <p:nvSpPr>
          <p:cNvPr id="1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94CF3DDC-5252-4B7F-AC63-BEBFE66A3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70535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E0263099-0552-41BF-8D4A-3DEC471ED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95300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-CONTINGENCY FUND">
            <a:extLst xmlns:a="http://schemas.openxmlformats.org/drawingml/2006/main">
              <a:ext uri="{FF2B5EF4-FFF2-40B4-BE49-F238E27FC236}">
                <a16:creationId xmlns:a16="http://schemas.microsoft.com/office/drawing/2014/main" id="{2E368E6A-D0E3-41B2-8A79-57692A2E7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07682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B61"/>
                </a:solidFill>
              </a:defRPr>
            </a:pPr>
            <a:r>
              <a:rPr sz="1125" b="0" i="0">
                <a:solidFill>
                  <a:srgbClr val="667B61"/>
                </a:solidFill>
              </a:rPr>
              <a:t>CONTINGENCY FUND</a:t>
            </a:r>
          </a:p>
        </p:txBody>
      </p:sp>
      <p:sp>
        <p:nvSpPr>
          <p:cNvPr id="1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EA0E593C-4798-451E-A883-E9DD4F5B1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48640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29C6909A-18E0-4E94-A6F1-E79FEAF13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73405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-FINAL TARGET DATE">
            <a:extLst xmlns:a="http://schemas.openxmlformats.org/drawingml/2006/main">
              <a:ext uri="{FF2B5EF4-FFF2-40B4-BE49-F238E27FC236}">
                <a16:creationId xmlns:a16="http://schemas.microsoft.com/office/drawing/2014/main" id="{D8ACE62C-0A28-43D2-86BF-0ECBF4005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85787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B61"/>
                </a:solidFill>
              </a:defRPr>
            </a:pPr>
            <a:r>
              <a:rPr sz="1125" b="0" i="0">
                <a:solidFill>
                  <a:srgbClr val="667B61"/>
                </a:solidFill>
              </a:rPr>
              <a:t>FINAL TARGET DATE</a:t>
            </a:r>
          </a:p>
        </p:txBody>
      </p:sp>
      <p:sp>
        <p:nvSpPr>
          <p:cNvPr id="2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D3586104-8F37-4F14-A273-765269C96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26745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F37F291A-B3F1-4EC9-96DB-E058427A2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51510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78969729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C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1237f7937b46d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7562850" cy="10696575"/>
          </a:xfrm>
          <a:prstGeom xmlns:a="http://schemas.openxmlformats.org/drawingml/2006/main" prst="rect">
            <a:avLst/>
          </a:prstGeom>
        </p:spPr>
      </p:pic>
      <p:sp>
        <p:nvSpPr>
          <p:cNvPr id="2" name="soft-romantic-panel">
            <a:extLst xmlns:a="http://schemas.openxmlformats.org/drawingml/2006/main">
              <a:ext uri="{FF2B5EF4-FFF2-40B4-BE49-F238E27FC236}">
                <a16:creationId xmlns:a16="http://schemas.microsoft.com/office/drawing/2014/main" id="{F708841D-D16E-4C56-9197-638DAEC00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"/>
            <a:ext cx="6000750" cy="9429750"/>
          </a:xfrm>
          <a:prstGeom xmlns:a="http://schemas.openxmlformats.org/drawingml/2006/main" prst="roundRect">
            <a:avLst>
              <a:gd name="adj" fmla="val 1270"/>
            </a:avLst>
          </a:prstGeom>
          <a:solidFill xmlns:a="http://schemas.openxmlformats.org/drawingml/2006/main">
            <a:srgbClr val="FCF7F3"/>
          </a:solidFill>
          <a:ln xmlns:a="http://schemas.openxmlformats.org/drawingml/2006/main" w="9525">
            <a:solidFill>
              <a:srgbClr val="C79B46"/>
            </a:solidFill>
            <a:prstDash val="solid"/>
          </a:ln>
        </p:spPr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E894769F-5C1B-4839-A800-BA8C31122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42950"/>
            <a:ext cx="5562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75" b="0" i="1">
                <a:solidFill>
                  <a:srgbClr val="52654E"/>
                </a:solidFill>
              </a:defRPr>
            </a:pPr>
            <a:r>
              <a:rPr sz="2475" b="0" i="1">
                <a:solidFill>
                  <a:srgbClr val="52654E"/>
                </a:solidFill>
              </a:rPr>
              <a:t>Venue Budget</a:t>
            </a:r>
          </a:p>
        </p:txBody>
      </p:sp>
      <p:sp>
        <p:nvSpPr>
          <p:cNvPr id="4" name="page-subtitle">
            <a:extLst xmlns:a="http://schemas.openxmlformats.org/drawingml/2006/main">
              <a:ext uri="{FF2B5EF4-FFF2-40B4-BE49-F238E27FC236}">
                <a16:creationId xmlns:a16="http://schemas.microsoft.com/office/drawing/2014/main" id="{D13E91A1-BBF2-4FF8-8746-12F235CA1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219200"/>
            <a:ext cx="461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C79B46"/>
                </a:solidFill>
              </a:defRPr>
            </a:pPr>
            <a:r>
              <a:rPr sz="975" b="0" i="0">
                <a:solidFill>
                  <a:srgbClr val="C79B46"/>
                </a:solidFill>
              </a:rPr>
              <a:t>PLAN, TRACK AND RECONCILE</a:t>
            </a:r>
          </a:p>
        </p:txBody>
      </p:sp>
      <p:sp>
        <p:nvSpPr>
          <p:cNvPr id="5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B3AA7050-F083-43EC-8392-3CD0A8225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581150"/>
            <a:ext cx="85725" cy="857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C79B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20868A3D-C0A1-4CD6-BB50-6CDCBD50A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966787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C79B46"/>
                </a:solidFill>
              </a:defRPr>
            </a:pPr>
            <a:r>
              <a:rPr sz="750" b="0" i="0">
                <a:solidFill>
                  <a:srgbClr val="C79B46"/>
                </a:solidFill>
              </a:rPr>
              <a:t>015</a:t>
            </a:r>
          </a:p>
        </p:txBody>
      </p:sp>
      <p:sp>
        <p:nvSpPr>
          <p:cNvPr id="7" name="table-header">
            <a:extLst xmlns:a="http://schemas.openxmlformats.org/drawingml/2006/main">
              <a:ext uri="{FF2B5EF4-FFF2-40B4-BE49-F238E27FC236}">
                <a16:creationId xmlns:a16="http://schemas.microsoft.com/office/drawing/2014/main" id="{F5F6FFB0-87E1-4440-886C-483578107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57340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8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575918D4-3F10-4F3F-9A07-E13512CB1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573405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7B61"/>
            </a:solidFill>
            <a:prstDash val="solid"/>
          </a:ln>
        </p:spPr>
      </p:sp>
      <p:sp>
        <p:nvSpPr>
          <p:cNvPr id="9" name="table-v">
            <a:extLst xmlns:a="http://schemas.openxmlformats.org/drawingml/2006/main">
              <a:ext uri="{FF2B5EF4-FFF2-40B4-BE49-F238E27FC236}">
                <a16:creationId xmlns:a16="http://schemas.microsoft.com/office/drawing/2014/main" id="{49C8EF0F-774D-4A46-800E-B964ACE0B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7913" y="2000250"/>
            <a:ext cx="6668" cy="408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able-v">
            <a:extLst xmlns:a="http://schemas.openxmlformats.org/drawingml/2006/main">
              <a:ext uri="{FF2B5EF4-FFF2-40B4-BE49-F238E27FC236}">
                <a16:creationId xmlns:a16="http://schemas.microsoft.com/office/drawing/2014/main" id="{2C2A92D5-3B2C-4C96-B0EF-DFF4B3980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2000250"/>
            <a:ext cx="6668" cy="408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able-v">
            <a:extLst xmlns:a="http://schemas.openxmlformats.org/drawingml/2006/main">
              <a:ext uri="{FF2B5EF4-FFF2-40B4-BE49-F238E27FC236}">
                <a16:creationId xmlns:a16="http://schemas.microsoft.com/office/drawing/2014/main" id="{1B5915D6-42FC-4098-AE4D-CEBBC0230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4938" y="2000250"/>
            <a:ext cx="6668" cy="408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able-h">
            <a:extLst xmlns:a="http://schemas.openxmlformats.org/drawingml/2006/main">
              <a:ext uri="{FF2B5EF4-FFF2-40B4-BE49-F238E27FC236}">
                <a16:creationId xmlns:a16="http://schemas.microsoft.com/office/drawing/2014/main" id="{C4520F1F-2D1F-4D7F-81EC-3AC12784C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1457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able-h">
            <a:extLst xmlns:a="http://schemas.openxmlformats.org/drawingml/2006/main">
              <a:ext uri="{FF2B5EF4-FFF2-40B4-BE49-F238E27FC236}">
                <a16:creationId xmlns:a16="http://schemas.microsoft.com/office/drawing/2014/main" id="{9B512EC8-F9EE-45E5-BA74-18272BBDF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2890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able-h">
            <a:extLst xmlns:a="http://schemas.openxmlformats.org/drawingml/2006/main">
              <a:ext uri="{FF2B5EF4-FFF2-40B4-BE49-F238E27FC236}">
                <a16:creationId xmlns:a16="http://schemas.microsoft.com/office/drawing/2014/main" id="{1754F0F4-A5B3-4883-96F0-EAE916D6B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4322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able-h">
            <a:extLst xmlns:a="http://schemas.openxmlformats.org/drawingml/2006/main">
              <a:ext uri="{FF2B5EF4-FFF2-40B4-BE49-F238E27FC236}">
                <a16:creationId xmlns:a16="http://schemas.microsoft.com/office/drawing/2014/main" id="{04831445-C2B4-43DC-A771-82C79FDAB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5755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able-h">
            <a:extLst xmlns:a="http://schemas.openxmlformats.org/drawingml/2006/main">
              <a:ext uri="{FF2B5EF4-FFF2-40B4-BE49-F238E27FC236}">
                <a16:creationId xmlns:a16="http://schemas.microsoft.com/office/drawing/2014/main" id="{0F54E629-2197-41B5-A53C-313397A42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7187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able-h">
            <a:extLst xmlns:a="http://schemas.openxmlformats.org/drawingml/2006/main">
              <a:ext uri="{FF2B5EF4-FFF2-40B4-BE49-F238E27FC236}">
                <a16:creationId xmlns:a16="http://schemas.microsoft.com/office/drawing/2014/main" id="{2AA40056-9342-4B83-8703-14D278442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8620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able-h">
            <a:extLst xmlns:a="http://schemas.openxmlformats.org/drawingml/2006/main">
              <a:ext uri="{FF2B5EF4-FFF2-40B4-BE49-F238E27FC236}">
                <a16:creationId xmlns:a16="http://schemas.microsoft.com/office/drawing/2014/main" id="{3C0F3206-BA07-48DB-B180-622D0DBA1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0052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able-h">
            <a:extLst xmlns:a="http://schemas.openxmlformats.org/drawingml/2006/main">
              <a:ext uri="{FF2B5EF4-FFF2-40B4-BE49-F238E27FC236}">
                <a16:creationId xmlns:a16="http://schemas.microsoft.com/office/drawing/2014/main" id="{03C20C6E-4BA2-4808-AB7A-D11138388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1485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able-h">
            <a:extLst xmlns:a="http://schemas.openxmlformats.org/drawingml/2006/main">
              <a:ext uri="{FF2B5EF4-FFF2-40B4-BE49-F238E27FC236}">
                <a16:creationId xmlns:a16="http://schemas.microsoft.com/office/drawing/2014/main" id="{715BC0D8-4B9C-456D-A119-D37E7E03C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2917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able-h">
            <a:extLst xmlns:a="http://schemas.openxmlformats.org/drawingml/2006/main">
              <a:ext uri="{FF2B5EF4-FFF2-40B4-BE49-F238E27FC236}">
                <a16:creationId xmlns:a16="http://schemas.microsoft.com/office/drawing/2014/main" id="{5EDEFC80-D2D7-4AF4-B8A7-42AA52C02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4350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able-h">
            <a:extLst xmlns:a="http://schemas.openxmlformats.org/drawingml/2006/main">
              <a:ext uri="{FF2B5EF4-FFF2-40B4-BE49-F238E27FC236}">
                <a16:creationId xmlns:a16="http://schemas.microsoft.com/office/drawing/2014/main" id="{DDC43400-4E3C-4C22-9BAF-3C9BBBF1A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5782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able-h">
            <a:extLst xmlns:a="http://schemas.openxmlformats.org/drawingml/2006/main">
              <a:ext uri="{FF2B5EF4-FFF2-40B4-BE49-F238E27FC236}">
                <a16:creationId xmlns:a16="http://schemas.microsoft.com/office/drawing/2014/main" id="{F4BE51EC-D32A-4A93-BA8C-5EEF58FD7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7215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-ITEM">
            <a:extLst xmlns:a="http://schemas.openxmlformats.org/drawingml/2006/main">
              <a:ext uri="{FF2B5EF4-FFF2-40B4-BE49-F238E27FC236}">
                <a16:creationId xmlns:a16="http://schemas.microsoft.com/office/drawing/2014/main" id="{5B0131A5-10AC-4155-92C8-53683C24D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143351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FFFFFF"/>
                </a:solidFill>
              </a:defRPr>
            </a:pPr>
            <a:r>
              <a:rPr sz="825" b="0" i="0">
                <a:solidFill>
                  <a:srgbClr val="FFFFFF"/>
                </a:solidFill>
              </a:rPr>
              <a:t>ITEM</a:t>
            </a:r>
          </a:p>
        </p:txBody>
      </p:sp>
      <p:sp>
        <p:nvSpPr>
          <p:cNvPr id="25" name="text-ESTIMATED">
            <a:extLst xmlns:a="http://schemas.openxmlformats.org/drawingml/2006/main">
              <a:ext uri="{FF2B5EF4-FFF2-40B4-BE49-F238E27FC236}">
                <a16:creationId xmlns:a16="http://schemas.microsoft.com/office/drawing/2014/main" id="{711C8ECB-D6E5-4018-ABD0-BC13D7D75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7913" y="2000250"/>
            <a:ext cx="143351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FFFFFF"/>
                </a:solidFill>
              </a:defRPr>
            </a:pPr>
            <a:r>
              <a:rPr sz="825" b="0" i="0">
                <a:solidFill>
                  <a:srgbClr val="FFFFFF"/>
                </a:solidFill>
              </a:rPr>
              <a:t>ESTIMATED</a:t>
            </a:r>
          </a:p>
        </p:txBody>
      </p:sp>
      <p:sp>
        <p:nvSpPr>
          <p:cNvPr id="26" name="text-ACTUAL">
            <a:extLst xmlns:a="http://schemas.openxmlformats.org/drawingml/2006/main">
              <a:ext uri="{FF2B5EF4-FFF2-40B4-BE49-F238E27FC236}">
                <a16:creationId xmlns:a16="http://schemas.microsoft.com/office/drawing/2014/main" id="{CA763A28-9B41-4D0B-9C78-AABB7C1B9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2000250"/>
            <a:ext cx="143351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FFFFFF"/>
                </a:solidFill>
              </a:defRPr>
            </a:pPr>
            <a:r>
              <a:rPr sz="825" b="0" i="0">
                <a:solidFill>
                  <a:srgbClr val="FFFFFF"/>
                </a:solidFill>
              </a:rPr>
              <a:t>ACTUAL</a:t>
            </a:r>
          </a:p>
        </p:txBody>
      </p:sp>
      <p:sp>
        <p:nvSpPr>
          <p:cNvPr id="27" name="text-PAID">
            <a:extLst xmlns:a="http://schemas.openxmlformats.org/drawingml/2006/main">
              <a:ext uri="{FF2B5EF4-FFF2-40B4-BE49-F238E27FC236}">
                <a16:creationId xmlns:a16="http://schemas.microsoft.com/office/drawing/2014/main" id="{75C8DBA1-9C76-47D2-9BB7-59BC481E1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4938" y="2000250"/>
            <a:ext cx="143351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FFFFFF"/>
                </a:solidFill>
              </a:defRPr>
            </a:pPr>
            <a:r>
              <a:rPr sz="825" b="0" i="0">
                <a:solidFill>
                  <a:srgbClr val="FFFFFF"/>
                </a:solidFill>
              </a:rPr>
              <a:t>PAID</a:t>
            </a:r>
          </a:p>
        </p:txBody>
      </p:sp>
      <p:sp>
        <p:nvSpPr>
          <p:cNvPr id="28" name="text-Primary cost">
            <a:extLst xmlns:a="http://schemas.openxmlformats.org/drawingml/2006/main">
              <a:ext uri="{FF2B5EF4-FFF2-40B4-BE49-F238E27FC236}">
                <a16:creationId xmlns:a16="http://schemas.microsoft.com/office/drawing/2014/main" id="{BBF791B6-6A58-4A8B-A46C-85A992442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314575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Primary cost</a:t>
            </a:r>
          </a:p>
        </p:txBody>
      </p:sp>
      <p:sp>
        <p:nvSpPr>
          <p:cNvPr id="29" name="text-Deposit">
            <a:extLst xmlns:a="http://schemas.openxmlformats.org/drawingml/2006/main">
              <a:ext uri="{FF2B5EF4-FFF2-40B4-BE49-F238E27FC236}">
                <a16:creationId xmlns:a16="http://schemas.microsoft.com/office/drawing/2014/main" id="{FF118EA2-6A6B-4689-9C5F-E5E177E53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628900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Deposit</a:t>
            </a:r>
          </a:p>
        </p:txBody>
      </p:sp>
      <p:sp>
        <p:nvSpPr>
          <p:cNvPr id="30" name="text-Balance">
            <a:extLst xmlns:a="http://schemas.openxmlformats.org/drawingml/2006/main">
              <a:ext uri="{FF2B5EF4-FFF2-40B4-BE49-F238E27FC236}">
                <a16:creationId xmlns:a16="http://schemas.microsoft.com/office/drawing/2014/main" id="{3F2382FD-7FC6-4B40-A6CA-8A38519F3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943225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Balance</a:t>
            </a:r>
          </a:p>
        </p:txBody>
      </p:sp>
      <p:sp>
        <p:nvSpPr>
          <p:cNvPr id="31" name="text-Delivery">
            <a:extLst xmlns:a="http://schemas.openxmlformats.org/drawingml/2006/main">
              <a:ext uri="{FF2B5EF4-FFF2-40B4-BE49-F238E27FC236}">
                <a16:creationId xmlns:a16="http://schemas.microsoft.com/office/drawing/2014/main" id="{4E8BF806-72DC-4895-9859-9B1BD7296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57550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Delivery</a:t>
            </a:r>
          </a:p>
        </p:txBody>
      </p:sp>
      <p:sp>
        <p:nvSpPr>
          <p:cNvPr id="32" name="text-Setup">
            <a:extLst xmlns:a="http://schemas.openxmlformats.org/drawingml/2006/main">
              <a:ext uri="{FF2B5EF4-FFF2-40B4-BE49-F238E27FC236}">
                <a16:creationId xmlns:a16="http://schemas.microsoft.com/office/drawing/2014/main" id="{8A5B792A-62D8-45DD-9696-155C876EC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571875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Setup</a:t>
            </a:r>
          </a:p>
        </p:txBody>
      </p:sp>
      <p:sp>
        <p:nvSpPr>
          <p:cNvPr id="33" name="text-Tax / fees">
            <a:extLst xmlns:a="http://schemas.openxmlformats.org/drawingml/2006/main">
              <a:ext uri="{FF2B5EF4-FFF2-40B4-BE49-F238E27FC236}">
                <a16:creationId xmlns:a16="http://schemas.microsoft.com/office/drawing/2014/main" id="{5F1A3F44-1DA4-4936-AB4C-BF375267F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886200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Tax / fees</a:t>
            </a:r>
          </a:p>
        </p:txBody>
      </p:sp>
      <p:sp>
        <p:nvSpPr>
          <p:cNvPr id="34" name="text-Tips">
            <a:extLst xmlns:a="http://schemas.openxmlformats.org/drawingml/2006/main">
              <a:ext uri="{FF2B5EF4-FFF2-40B4-BE49-F238E27FC236}">
                <a16:creationId xmlns:a16="http://schemas.microsoft.com/office/drawing/2014/main" id="{D3CE31D0-1BEF-402B-A186-757D5C8EF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200525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Tips</a:t>
            </a:r>
          </a:p>
        </p:txBody>
      </p:sp>
      <p:sp>
        <p:nvSpPr>
          <p:cNvPr id="35" name="text-Extras">
            <a:extLst xmlns:a="http://schemas.openxmlformats.org/drawingml/2006/main">
              <a:ext uri="{FF2B5EF4-FFF2-40B4-BE49-F238E27FC236}">
                <a16:creationId xmlns:a16="http://schemas.microsoft.com/office/drawing/2014/main" id="{CE298B41-30B8-40C6-9C7E-595BB2CD1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514850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Extras</a:t>
            </a:r>
          </a:p>
        </p:txBody>
      </p:sp>
      <p:sp>
        <p:nvSpPr>
          <p:cNvPr id="36" name="text-Backup">
            <a:extLst xmlns:a="http://schemas.openxmlformats.org/drawingml/2006/main">
              <a:ext uri="{FF2B5EF4-FFF2-40B4-BE49-F238E27FC236}">
                <a16:creationId xmlns:a16="http://schemas.microsoft.com/office/drawing/2014/main" id="{A4851D77-DADE-4747-87DD-CB7904E5C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829175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Backup</a:t>
            </a:r>
          </a:p>
        </p:txBody>
      </p:sp>
      <p:sp>
        <p:nvSpPr>
          <p:cNvPr id="37" name="text-Adjustment">
            <a:extLst xmlns:a="http://schemas.openxmlformats.org/drawingml/2006/main">
              <a:ext uri="{FF2B5EF4-FFF2-40B4-BE49-F238E27FC236}">
                <a16:creationId xmlns:a16="http://schemas.microsoft.com/office/drawing/2014/main" id="{797CD4B8-53F2-4F78-866F-74D8766C5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143500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Adjustment</a:t>
            </a:r>
          </a:p>
        </p:txBody>
      </p:sp>
      <p:sp>
        <p:nvSpPr>
          <p:cNvPr id="38" name="text-Other">
            <a:extLst xmlns:a="http://schemas.openxmlformats.org/drawingml/2006/main">
              <a:ext uri="{FF2B5EF4-FFF2-40B4-BE49-F238E27FC236}">
                <a16:creationId xmlns:a16="http://schemas.microsoft.com/office/drawing/2014/main" id="{50FFB1FF-778A-4E1D-8D4E-16D9D07F1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457825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Other</a:t>
            </a:r>
          </a:p>
        </p:txBody>
      </p:sp>
      <p:sp>
        <p:nvSpPr>
          <p:cNvPr id="39" name="text-Total">
            <a:extLst xmlns:a="http://schemas.openxmlformats.org/drawingml/2006/main">
              <a:ext uri="{FF2B5EF4-FFF2-40B4-BE49-F238E27FC236}">
                <a16:creationId xmlns:a16="http://schemas.microsoft.com/office/drawing/2014/main" id="{566D62A5-DFC1-40F9-9CF5-3B15B7E76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772150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Total</a:t>
            </a:r>
          </a:p>
        </p:txBody>
      </p:sp>
      <p:sp>
        <p:nvSpPr>
          <p:cNvPr id="40" name="text-NOTES">
            <a:extLst xmlns:a="http://schemas.openxmlformats.org/drawingml/2006/main">
              <a:ext uri="{FF2B5EF4-FFF2-40B4-BE49-F238E27FC236}">
                <a16:creationId xmlns:a16="http://schemas.microsoft.com/office/drawing/2014/main" id="{EAC65A68-C8A0-48E9-868F-9D21ACFE6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6477000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667B61"/>
                </a:solidFill>
              </a:defRPr>
            </a:pPr>
            <a:r>
              <a:rPr sz="1125" b="0" i="0">
                <a:solidFill>
                  <a:srgbClr val="667B61"/>
                </a:solidFill>
              </a:rPr>
              <a:t>NOTES</a:t>
            </a:r>
          </a:p>
        </p:txBody>
      </p:sp>
      <p:sp>
        <p:nvSpPr>
          <p:cNvPr id="41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94FEFB03-32B0-4A96-82A8-D9EE448CD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858000"/>
            <a:ext cx="55626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4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EEED18DA-E313-4C2F-9663-999EC299F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286625"/>
            <a:ext cx="5086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028ADACE-FCDB-48F2-B0A5-3A494FDF3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562850"/>
            <a:ext cx="5086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01F7EB3C-D7E2-49F3-AE7F-632620309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839075"/>
            <a:ext cx="5086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42059157-0BBC-4A00-8C52-131903A84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115300"/>
            <a:ext cx="5086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11DC4065-F76B-446E-BB65-677305A90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391525"/>
            <a:ext cx="5086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975BA51B-75B7-4D25-8C6B-A3C803CA6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667750"/>
            <a:ext cx="5086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BDF574BE-216B-44DF-AD38-D2F2A885F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943975"/>
            <a:ext cx="5086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62390943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C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f8b8a72f20450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7562850" cy="10696575"/>
          </a:xfrm>
          <a:prstGeom xmlns:a="http://schemas.openxmlformats.org/drawingml/2006/main" prst="rect">
            <a:avLst/>
          </a:prstGeom>
        </p:spPr>
      </p:pic>
      <p:sp>
        <p:nvSpPr>
          <p:cNvPr id="2" name="soft-romantic-panel">
            <a:extLst xmlns:a="http://schemas.openxmlformats.org/drawingml/2006/main">
              <a:ext uri="{FF2B5EF4-FFF2-40B4-BE49-F238E27FC236}">
                <a16:creationId xmlns:a16="http://schemas.microsoft.com/office/drawing/2014/main" id="{E4FA3DEF-29AC-49E2-B3F3-16865DB81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"/>
            <a:ext cx="6000750" cy="9429750"/>
          </a:xfrm>
          <a:prstGeom xmlns:a="http://schemas.openxmlformats.org/drawingml/2006/main" prst="roundRect">
            <a:avLst>
              <a:gd name="adj" fmla="val 1270"/>
            </a:avLst>
          </a:prstGeom>
          <a:solidFill xmlns:a="http://schemas.openxmlformats.org/drawingml/2006/main">
            <a:srgbClr val="FCF7F3"/>
          </a:solidFill>
          <a:ln xmlns:a="http://schemas.openxmlformats.org/drawingml/2006/main" w="9525">
            <a:solidFill>
              <a:srgbClr val="C79B46"/>
            </a:solidFill>
            <a:prstDash val="solid"/>
          </a:ln>
        </p:spPr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C139F007-974C-4D25-89C5-792DC6EE3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42950"/>
            <a:ext cx="5562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75" b="0" i="1">
                <a:solidFill>
                  <a:srgbClr val="52654E"/>
                </a:solidFill>
              </a:defRPr>
            </a:pPr>
            <a:r>
              <a:rPr sz="2475" b="0" i="1">
                <a:solidFill>
                  <a:srgbClr val="52654E"/>
                </a:solidFill>
              </a:rPr>
              <a:t>Catering Budget</a:t>
            </a:r>
          </a:p>
        </p:txBody>
      </p:sp>
      <p:sp>
        <p:nvSpPr>
          <p:cNvPr id="4" name="page-subtitle">
            <a:extLst xmlns:a="http://schemas.openxmlformats.org/drawingml/2006/main">
              <a:ext uri="{FF2B5EF4-FFF2-40B4-BE49-F238E27FC236}">
                <a16:creationId xmlns:a16="http://schemas.microsoft.com/office/drawing/2014/main" id="{9FC49491-BF6C-4FA2-9809-D98E87A3D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219200"/>
            <a:ext cx="461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C79B46"/>
                </a:solidFill>
              </a:defRPr>
            </a:pPr>
            <a:r>
              <a:rPr sz="975" b="0" i="0">
                <a:solidFill>
                  <a:srgbClr val="C79B46"/>
                </a:solidFill>
              </a:rPr>
              <a:t>PLAN, TRACK AND RECONCILE</a:t>
            </a:r>
          </a:p>
        </p:txBody>
      </p:sp>
      <p:sp>
        <p:nvSpPr>
          <p:cNvPr id="5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B1BD1D24-ED9F-4054-A018-E801E4148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581150"/>
            <a:ext cx="85725" cy="857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C79B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BFEDD6E-1D90-47EB-B671-846364FA7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966787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C79B46"/>
                </a:solidFill>
              </a:defRPr>
            </a:pPr>
            <a:r>
              <a:rPr sz="750" b="0" i="0">
                <a:solidFill>
                  <a:srgbClr val="C79B46"/>
                </a:solidFill>
              </a:rPr>
              <a:t>016</a:t>
            </a:r>
          </a:p>
        </p:txBody>
      </p:sp>
      <p:sp>
        <p:nvSpPr>
          <p:cNvPr id="7" name="table-header">
            <a:extLst xmlns:a="http://schemas.openxmlformats.org/drawingml/2006/main">
              <a:ext uri="{FF2B5EF4-FFF2-40B4-BE49-F238E27FC236}">
                <a16:creationId xmlns:a16="http://schemas.microsoft.com/office/drawing/2014/main" id="{A4CBA3F3-20AA-4D10-9222-6C3FF7DD4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57340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8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7A943CC7-5C29-469C-9EC0-4325784C9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573405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7B61"/>
            </a:solidFill>
            <a:prstDash val="solid"/>
          </a:ln>
        </p:spPr>
      </p:sp>
      <p:sp>
        <p:nvSpPr>
          <p:cNvPr id="9" name="table-v">
            <a:extLst xmlns:a="http://schemas.openxmlformats.org/drawingml/2006/main">
              <a:ext uri="{FF2B5EF4-FFF2-40B4-BE49-F238E27FC236}">
                <a16:creationId xmlns:a16="http://schemas.microsoft.com/office/drawing/2014/main" id="{F3DED96B-1EC4-48A6-92B6-22E595EE6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7913" y="2000250"/>
            <a:ext cx="6668" cy="408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able-v">
            <a:extLst xmlns:a="http://schemas.openxmlformats.org/drawingml/2006/main">
              <a:ext uri="{FF2B5EF4-FFF2-40B4-BE49-F238E27FC236}">
                <a16:creationId xmlns:a16="http://schemas.microsoft.com/office/drawing/2014/main" id="{6806348E-ADAB-4B87-B995-B806D1A2D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2000250"/>
            <a:ext cx="6668" cy="408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able-v">
            <a:extLst xmlns:a="http://schemas.openxmlformats.org/drawingml/2006/main">
              <a:ext uri="{FF2B5EF4-FFF2-40B4-BE49-F238E27FC236}">
                <a16:creationId xmlns:a16="http://schemas.microsoft.com/office/drawing/2014/main" id="{04384541-DAFC-471F-8749-32A454B36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4938" y="2000250"/>
            <a:ext cx="6668" cy="408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able-h">
            <a:extLst xmlns:a="http://schemas.openxmlformats.org/drawingml/2006/main">
              <a:ext uri="{FF2B5EF4-FFF2-40B4-BE49-F238E27FC236}">
                <a16:creationId xmlns:a16="http://schemas.microsoft.com/office/drawing/2014/main" id="{58A6AE0A-F00C-4B9F-99B3-153EE4948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1457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able-h">
            <a:extLst xmlns:a="http://schemas.openxmlformats.org/drawingml/2006/main">
              <a:ext uri="{FF2B5EF4-FFF2-40B4-BE49-F238E27FC236}">
                <a16:creationId xmlns:a16="http://schemas.microsoft.com/office/drawing/2014/main" id="{B825AB05-E93F-42AF-83E9-B75685130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2890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able-h">
            <a:extLst xmlns:a="http://schemas.openxmlformats.org/drawingml/2006/main">
              <a:ext uri="{FF2B5EF4-FFF2-40B4-BE49-F238E27FC236}">
                <a16:creationId xmlns:a16="http://schemas.microsoft.com/office/drawing/2014/main" id="{B62D1DC2-88C1-4A66-9C6A-72BBF3FED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4322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able-h">
            <a:extLst xmlns:a="http://schemas.openxmlformats.org/drawingml/2006/main">
              <a:ext uri="{FF2B5EF4-FFF2-40B4-BE49-F238E27FC236}">
                <a16:creationId xmlns:a16="http://schemas.microsoft.com/office/drawing/2014/main" id="{7ED4929B-F010-4B86-8BF1-DEC49870A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5755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able-h">
            <a:extLst xmlns:a="http://schemas.openxmlformats.org/drawingml/2006/main">
              <a:ext uri="{FF2B5EF4-FFF2-40B4-BE49-F238E27FC236}">
                <a16:creationId xmlns:a16="http://schemas.microsoft.com/office/drawing/2014/main" id="{2503E146-27E5-4636-9C64-2794D05E1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7187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able-h">
            <a:extLst xmlns:a="http://schemas.openxmlformats.org/drawingml/2006/main">
              <a:ext uri="{FF2B5EF4-FFF2-40B4-BE49-F238E27FC236}">
                <a16:creationId xmlns:a16="http://schemas.microsoft.com/office/drawing/2014/main" id="{977ADF48-0228-4FC0-BF84-A68BDA0A6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8620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able-h">
            <a:extLst xmlns:a="http://schemas.openxmlformats.org/drawingml/2006/main">
              <a:ext uri="{FF2B5EF4-FFF2-40B4-BE49-F238E27FC236}">
                <a16:creationId xmlns:a16="http://schemas.microsoft.com/office/drawing/2014/main" id="{945076EA-ED85-4D67-BE88-EC775CF9D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0052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able-h">
            <a:extLst xmlns:a="http://schemas.openxmlformats.org/drawingml/2006/main">
              <a:ext uri="{FF2B5EF4-FFF2-40B4-BE49-F238E27FC236}">
                <a16:creationId xmlns:a16="http://schemas.microsoft.com/office/drawing/2014/main" id="{FD2D30D9-4409-4744-B1E0-B1AC5AFA5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1485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able-h">
            <a:extLst xmlns:a="http://schemas.openxmlformats.org/drawingml/2006/main">
              <a:ext uri="{FF2B5EF4-FFF2-40B4-BE49-F238E27FC236}">
                <a16:creationId xmlns:a16="http://schemas.microsoft.com/office/drawing/2014/main" id="{32F895C8-5C4A-4F75-9D95-403E7DA05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2917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able-h">
            <a:extLst xmlns:a="http://schemas.openxmlformats.org/drawingml/2006/main">
              <a:ext uri="{FF2B5EF4-FFF2-40B4-BE49-F238E27FC236}">
                <a16:creationId xmlns:a16="http://schemas.microsoft.com/office/drawing/2014/main" id="{54F700D1-8BFB-4434-B8B5-A239535A7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4350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able-h">
            <a:extLst xmlns:a="http://schemas.openxmlformats.org/drawingml/2006/main">
              <a:ext uri="{FF2B5EF4-FFF2-40B4-BE49-F238E27FC236}">
                <a16:creationId xmlns:a16="http://schemas.microsoft.com/office/drawing/2014/main" id="{9F427F7B-59A4-473C-B378-EBBBAB6F3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5782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able-h">
            <a:extLst xmlns:a="http://schemas.openxmlformats.org/drawingml/2006/main">
              <a:ext uri="{FF2B5EF4-FFF2-40B4-BE49-F238E27FC236}">
                <a16:creationId xmlns:a16="http://schemas.microsoft.com/office/drawing/2014/main" id="{1A923C51-6A9A-42B7-B348-2D6797651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7215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-ITEM">
            <a:extLst xmlns:a="http://schemas.openxmlformats.org/drawingml/2006/main">
              <a:ext uri="{FF2B5EF4-FFF2-40B4-BE49-F238E27FC236}">
                <a16:creationId xmlns:a16="http://schemas.microsoft.com/office/drawing/2014/main" id="{96AE2673-276D-45CF-BD86-3C2BCDC91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143351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FFFFFF"/>
                </a:solidFill>
              </a:defRPr>
            </a:pPr>
            <a:r>
              <a:rPr sz="825" b="0" i="0">
                <a:solidFill>
                  <a:srgbClr val="FFFFFF"/>
                </a:solidFill>
              </a:rPr>
              <a:t>ITEM</a:t>
            </a:r>
          </a:p>
        </p:txBody>
      </p:sp>
      <p:sp>
        <p:nvSpPr>
          <p:cNvPr id="25" name="text-ESTIMATED">
            <a:extLst xmlns:a="http://schemas.openxmlformats.org/drawingml/2006/main">
              <a:ext uri="{FF2B5EF4-FFF2-40B4-BE49-F238E27FC236}">
                <a16:creationId xmlns:a16="http://schemas.microsoft.com/office/drawing/2014/main" id="{573DAAD3-1706-414E-BE92-F0D6D0779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7913" y="2000250"/>
            <a:ext cx="143351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FFFFFF"/>
                </a:solidFill>
              </a:defRPr>
            </a:pPr>
            <a:r>
              <a:rPr sz="825" b="0" i="0">
                <a:solidFill>
                  <a:srgbClr val="FFFFFF"/>
                </a:solidFill>
              </a:rPr>
              <a:t>ESTIMATED</a:t>
            </a:r>
          </a:p>
        </p:txBody>
      </p:sp>
      <p:sp>
        <p:nvSpPr>
          <p:cNvPr id="26" name="text-ACTUAL">
            <a:extLst xmlns:a="http://schemas.openxmlformats.org/drawingml/2006/main">
              <a:ext uri="{FF2B5EF4-FFF2-40B4-BE49-F238E27FC236}">
                <a16:creationId xmlns:a16="http://schemas.microsoft.com/office/drawing/2014/main" id="{9346049E-BD26-40FD-AEED-161A64464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2000250"/>
            <a:ext cx="143351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FFFFFF"/>
                </a:solidFill>
              </a:defRPr>
            </a:pPr>
            <a:r>
              <a:rPr sz="825" b="0" i="0">
                <a:solidFill>
                  <a:srgbClr val="FFFFFF"/>
                </a:solidFill>
              </a:rPr>
              <a:t>ACTUAL</a:t>
            </a:r>
          </a:p>
        </p:txBody>
      </p:sp>
      <p:sp>
        <p:nvSpPr>
          <p:cNvPr id="27" name="text-PAID">
            <a:extLst xmlns:a="http://schemas.openxmlformats.org/drawingml/2006/main">
              <a:ext uri="{FF2B5EF4-FFF2-40B4-BE49-F238E27FC236}">
                <a16:creationId xmlns:a16="http://schemas.microsoft.com/office/drawing/2014/main" id="{C222C8E7-DD16-4193-970F-BCC61FED6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4938" y="2000250"/>
            <a:ext cx="143351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FFFFFF"/>
                </a:solidFill>
              </a:defRPr>
            </a:pPr>
            <a:r>
              <a:rPr sz="825" b="0" i="0">
                <a:solidFill>
                  <a:srgbClr val="FFFFFF"/>
                </a:solidFill>
              </a:rPr>
              <a:t>PAID</a:t>
            </a:r>
          </a:p>
        </p:txBody>
      </p:sp>
      <p:sp>
        <p:nvSpPr>
          <p:cNvPr id="28" name="text-Primary cost">
            <a:extLst xmlns:a="http://schemas.openxmlformats.org/drawingml/2006/main">
              <a:ext uri="{FF2B5EF4-FFF2-40B4-BE49-F238E27FC236}">
                <a16:creationId xmlns:a16="http://schemas.microsoft.com/office/drawing/2014/main" id="{3E795641-62C7-47F5-A617-3C84C961D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314575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Primary cost</a:t>
            </a:r>
          </a:p>
        </p:txBody>
      </p:sp>
      <p:sp>
        <p:nvSpPr>
          <p:cNvPr id="29" name="text-Deposit">
            <a:extLst xmlns:a="http://schemas.openxmlformats.org/drawingml/2006/main">
              <a:ext uri="{FF2B5EF4-FFF2-40B4-BE49-F238E27FC236}">
                <a16:creationId xmlns:a16="http://schemas.microsoft.com/office/drawing/2014/main" id="{AE07C265-4C32-4AE5-A604-AE029BDCD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628900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Deposit</a:t>
            </a:r>
          </a:p>
        </p:txBody>
      </p:sp>
      <p:sp>
        <p:nvSpPr>
          <p:cNvPr id="30" name="text-Balance">
            <a:extLst xmlns:a="http://schemas.openxmlformats.org/drawingml/2006/main">
              <a:ext uri="{FF2B5EF4-FFF2-40B4-BE49-F238E27FC236}">
                <a16:creationId xmlns:a16="http://schemas.microsoft.com/office/drawing/2014/main" id="{A6828499-A715-4126-A12E-B070991F8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943225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Balance</a:t>
            </a:r>
          </a:p>
        </p:txBody>
      </p:sp>
      <p:sp>
        <p:nvSpPr>
          <p:cNvPr id="31" name="text-Delivery">
            <a:extLst xmlns:a="http://schemas.openxmlformats.org/drawingml/2006/main">
              <a:ext uri="{FF2B5EF4-FFF2-40B4-BE49-F238E27FC236}">
                <a16:creationId xmlns:a16="http://schemas.microsoft.com/office/drawing/2014/main" id="{E7494C93-9503-4288-9FC4-D4ED598D0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57550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Delivery</a:t>
            </a:r>
          </a:p>
        </p:txBody>
      </p:sp>
      <p:sp>
        <p:nvSpPr>
          <p:cNvPr id="32" name="text-Setup">
            <a:extLst xmlns:a="http://schemas.openxmlformats.org/drawingml/2006/main">
              <a:ext uri="{FF2B5EF4-FFF2-40B4-BE49-F238E27FC236}">
                <a16:creationId xmlns:a16="http://schemas.microsoft.com/office/drawing/2014/main" id="{BDC12441-3048-41E5-AD72-A3836811D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571875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Setup</a:t>
            </a:r>
          </a:p>
        </p:txBody>
      </p:sp>
      <p:sp>
        <p:nvSpPr>
          <p:cNvPr id="33" name="text-Tax / fees">
            <a:extLst xmlns:a="http://schemas.openxmlformats.org/drawingml/2006/main">
              <a:ext uri="{FF2B5EF4-FFF2-40B4-BE49-F238E27FC236}">
                <a16:creationId xmlns:a16="http://schemas.microsoft.com/office/drawing/2014/main" id="{2C8BEFE1-81C8-4075-BC30-CD4B1D035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886200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Tax / fees</a:t>
            </a:r>
          </a:p>
        </p:txBody>
      </p:sp>
      <p:sp>
        <p:nvSpPr>
          <p:cNvPr id="34" name="text-Tips">
            <a:extLst xmlns:a="http://schemas.openxmlformats.org/drawingml/2006/main">
              <a:ext uri="{FF2B5EF4-FFF2-40B4-BE49-F238E27FC236}">
                <a16:creationId xmlns:a16="http://schemas.microsoft.com/office/drawing/2014/main" id="{C9990E44-867A-480B-8EB0-F63ED37F2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200525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Tips</a:t>
            </a:r>
          </a:p>
        </p:txBody>
      </p:sp>
      <p:sp>
        <p:nvSpPr>
          <p:cNvPr id="35" name="text-Extras">
            <a:extLst xmlns:a="http://schemas.openxmlformats.org/drawingml/2006/main">
              <a:ext uri="{FF2B5EF4-FFF2-40B4-BE49-F238E27FC236}">
                <a16:creationId xmlns:a16="http://schemas.microsoft.com/office/drawing/2014/main" id="{0ECFB61F-4C18-4B42-BD36-88BEC717A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514850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Extras</a:t>
            </a:r>
          </a:p>
        </p:txBody>
      </p:sp>
      <p:sp>
        <p:nvSpPr>
          <p:cNvPr id="36" name="text-Backup">
            <a:extLst xmlns:a="http://schemas.openxmlformats.org/drawingml/2006/main">
              <a:ext uri="{FF2B5EF4-FFF2-40B4-BE49-F238E27FC236}">
                <a16:creationId xmlns:a16="http://schemas.microsoft.com/office/drawing/2014/main" id="{F74AC709-9CF7-4B9F-90D1-B2B17D472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829175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Backup</a:t>
            </a:r>
          </a:p>
        </p:txBody>
      </p:sp>
      <p:sp>
        <p:nvSpPr>
          <p:cNvPr id="37" name="text-Adjustment">
            <a:extLst xmlns:a="http://schemas.openxmlformats.org/drawingml/2006/main">
              <a:ext uri="{FF2B5EF4-FFF2-40B4-BE49-F238E27FC236}">
                <a16:creationId xmlns:a16="http://schemas.microsoft.com/office/drawing/2014/main" id="{977C3CCA-6EF2-4F6E-891D-2507A0A02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143500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Adjustment</a:t>
            </a:r>
          </a:p>
        </p:txBody>
      </p:sp>
      <p:sp>
        <p:nvSpPr>
          <p:cNvPr id="38" name="text-Other">
            <a:extLst xmlns:a="http://schemas.openxmlformats.org/drawingml/2006/main">
              <a:ext uri="{FF2B5EF4-FFF2-40B4-BE49-F238E27FC236}">
                <a16:creationId xmlns:a16="http://schemas.microsoft.com/office/drawing/2014/main" id="{F985379B-F738-40C7-B2D1-953CB2413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457825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Other</a:t>
            </a:r>
          </a:p>
        </p:txBody>
      </p:sp>
      <p:sp>
        <p:nvSpPr>
          <p:cNvPr id="39" name="text-Total">
            <a:extLst xmlns:a="http://schemas.openxmlformats.org/drawingml/2006/main">
              <a:ext uri="{FF2B5EF4-FFF2-40B4-BE49-F238E27FC236}">
                <a16:creationId xmlns:a16="http://schemas.microsoft.com/office/drawing/2014/main" id="{469D15F2-FE51-49C4-97C0-E6586DCAE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772150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Total</a:t>
            </a:r>
          </a:p>
        </p:txBody>
      </p:sp>
      <p:sp>
        <p:nvSpPr>
          <p:cNvPr id="40" name="text-NOTES">
            <a:extLst xmlns:a="http://schemas.openxmlformats.org/drawingml/2006/main">
              <a:ext uri="{FF2B5EF4-FFF2-40B4-BE49-F238E27FC236}">
                <a16:creationId xmlns:a16="http://schemas.microsoft.com/office/drawing/2014/main" id="{B47C8BD6-EDEA-4ECD-BA89-E208893FF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6477000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667B61"/>
                </a:solidFill>
              </a:defRPr>
            </a:pPr>
            <a:r>
              <a:rPr sz="1125" b="0" i="0">
                <a:solidFill>
                  <a:srgbClr val="667B61"/>
                </a:solidFill>
              </a:rPr>
              <a:t>NOTES</a:t>
            </a:r>
          </a:p>
        </p:txBody>
      </p:sp>
      <p:sp>
        <p:nvSpPr>
          <p:cNvPr id="41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65B31957-0356-460C-AA38-E518ABB3B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858000"/>
            <a:ext cx="55626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4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0DD6A142-4732-46D8-B827-50F7D4D22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286625"/>
            <a:ext cx="5086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B1DAF4DF-81AA-48D4-825B-9B98A77E7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562850"/>
            <a:ext cx="5086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CCDCD0CA-81F9-4ED4-8B25-B97CDCA63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839075"/>
            <a:ext cx="5086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0E725A55-ACB7-4FEB-A882-4607DF54F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115300"/>
            <a:ext cx="5086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A7353A40-3951-4A7B-84E7-4AA73F1BE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391525"/>
            <a:ext cx="5086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22F7B974-0967-4FD2-A811-138B3513B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667750"/>
            <a:ext cx="5086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9D6D1E6A-C6F8-43E1-A061-E1D63D090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943975"/>
            <a:ext cx="5086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68510244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C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9174eac96745e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7562850" cy="10696575"/>
          </a:xfrm>
          <a:prstGeom xmlns:a="http://schemas.openxmlformats.org/drawingml/2006/main" prst="rect">
            <a:avLst/>
          </a:prstGeom>
        </p:spPr>
      </p:pic>
      <p:sp>
        <p:nvSpPr>
          <p:cNvPr id="2" name="soft-romantic-panel">
            <a:extLst xmlns:a="http://schemas.openxmlformats.org/drawingml/2006/main">
              <a:ext uri="{FF2B5EF4-FFF2-40B4-BE49-F238E27FC236}">
                <a16:creationId xmlns:a16="http://schemas.microsoft.com/office/drawing/2014/main" id="{1BBD18CB-3F67-4C2D-8D80-9A902709E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"/>
            <a:ext cx="6000750" cy="9429750"/>
          </a:xfrm>
          <a:prstGeom xmlns:a="http://schemas.openxmlformats.org/drawingml/2006/main" prst="roundRect">
            <a:avLst>
              <a:gd name="adj" fmla="val 1270"/>
            </a:avLst>
          </a:prstGeom>
          <a:solidFill xmlns:a="http://schemas.openxmlformats.org/drawingml/2006/main">
            <a:srgbClr val="FCF7F3"/>
          </a:solidFill>
          <a:ln xmlns:a="http://schemas.openxmlformats.org/drawingml/2006/main" w="9525">
            <a:solidFill>
              <a:srgbClr val="C79B46"/>
            </a:solidFill>
            <a:prstDash val="solid"/>
          </a:ln>
        </p:spPr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F74A314D-96B2-4C33-98F5-7AC23E552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42950"/>
            <a:ext cx="5562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75" b="0" i="1">
                <a:solidFill>
                  <a:srgbClr val="52654E"/>
                </a:solidFill>
              </a:defRPr>
            </a:pPr>
            <a:r>
              <a:rPr sz="2475" b="0" i="1">
                <a:solidFill>
                  <a:srgbClr val="52654E"/>
                </a:solidFill>
              </a:rPr>
              <a:t>Attire Budget</a:t>
            </a:r>
          </a:p>
        </p:txBody>
      </p:sp>
      <p:sp>
        <p:nvSpPr>
          <p:cNvPr id="4" name="page-subtitle">
            <a:extLst xmlns:a="http://schemas.openxmlformats.org/drawingml/2006/main">
              <a:ext uri="{FF2B5EF4-FFF2-40B4-BE49-F238E27FC236}">
                <a16:creationId xmlns:a16="http://schemas.microsoft.com/office/drawing/2014/main" id="{09D4637B-8A34-441D-A95C-4AEA3086C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219200"/>
            <a:ext cx="461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C79B46"/>
                </a:solidFill>
              </a:defRPr>
            </a:pPr>
            <a:r>
              <a:rPr sz="975" b="0" i="0">
                <a:solidFill>
                  <a:srgbClr val="C79B46"/>
                </a:solidFill>
              </a:rPr>
              <a:t>PLAN, TRACK AND RECONCILE</a:t>
            </a:r>
          </a:p>
        </p:txBody>
      </p:sp>
      <p:sp>
        <p:nvSpPr>
          <p:cNvPr id="5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8A2D616D-AD09-4689-8807-DD60AD5DF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581150"/>
            <a:ext cx="85725" cy="857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C79B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19082DF-5F88-4DCB-82B8-14922719E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966787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C79B46"/>
                </a:solidFill>
              </a:defRPr>
            </a:pPr>
            <a:r>
              <a:rPr sz="750" b="0" i="0">
                <a:solidFill>
                  <a:srgbClr val="C79B46"/>
                </a:solidFill>
              </a:rPr>
              <a:t>017</a:t>
            </a:r>
          </a:p>
        </p:txBody>
      </p:sp>
      <p:sp>
        <p:nvSpPr>
          <p:cNvPr id="7" name="table-header">
            <a:extLst xmlns:a="http://schemas.openxmlformats.org/drawingml/2006/main">
              <a:ext uri="{FF2B5EF4-FFF2-40B4-BE49-F238E27FC236}">
                <a16:creationId xmlns:a16="http://schemas.microsoft.com/office/drawing/2014/main" id="{0FB1DE55-95E4-43A8-9016-2AF54DB66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57340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8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257B22B5-CCD4-4592-9C13-FB67D4FCC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573405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7B61"/>
            </a:solidFill>
            <a:prstDash val="solid"/>
          </a:ln>
        </p:spPr>
      </p:sp>
      <p:sp>
        <p:nvSpPr>
          <p:cNvPr id="9" name="table-v">
            <a:extLst xmlns:a="http://schemas.openxmlformats.org/drawingml/2006/main">
              <a:ext uri="{FF2B5EF4-FFF2-40B4-BE49-F238E27FC236}">
                <a16:creationId xmlns:a16="http://schemas.microsoft.com/office/drawing/2014/main" id="{552EAA10-989C-4865-BA8F-E9A46FDF7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7913" y="2000250"/>
            <a:ext cx="6668" cy="408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able-v">
            <a:extLst xmlns:a="http://schemas.openxmlformats.org/drawingml/2006/main">
              <a:ext uri="{FF2B5EF4-FFF2-40B4-BE49-F238E27FC236}">
                <a16:creationId xmlns:a16="http://schemas.microsoft.com/office/drawing/2014/main" id="{BFA484C4-65DB-4947-A050-7E2896095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2000250"/>
            <a:ext cx="6668" cy="408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able-v">
            <a:extLst xmlns:a="http://schemas.openxmlformats.org/drawingml/2006/main">
              <a:ext uri="{FF2B5EF4-FFF2-40B4-BE49-F238E27FC236}">
                <a16:creationId xmlns:a16="http://schemas.microsoft.com/office/drawing/2014/main" id="{A0978603-E90B-472E-9DF3-F90D4C142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4938" y="2000250"/>
            <a:ext cx="6668" cy="408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able-h">
            <a:extLst xmlns:a="http://schemas.openxmlformats.org/drawingml/2006/main">
              <a:ext uri="{FF2B5EF4-FFF2-40B4-BE49-F238E27FC236}">
                <a16:creationId xmlns:a16="http://schemas.microsoft.com/office/drawing/2014/main" id="{1399974C-30B4-4AA8-8DDE-1A4C8FCA5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1457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able-h">
            <a:extLst xmlns:a="http://schemas.openxmlformats.org/drawingml/2006/main">
              <a:ext uri="{FF2B5EF4-FFF2-40B4-BE49-F238E27FC236}">
                <a16:creationId xmlns:a16="http://schemas.microsoft.com/office/drawing/2014/main" id="{74C23055-AB92-4E10-A62B-47B2D26D6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2890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able-h">
            <a:extLst xmlns:a="http://schemas.openxmlformats.org/drawingml/2006/main">
              <a:ext uri="{FF2B5EF4-FFF2-40B4-BE49-F238E27FC236}">
                <a16:creationId xmlns:a16="http://schemas.microsoft.com/office/drawing/2014/main" id="{BCD6334A-FFF3-497F-8C19-3D2B4A81A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4322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able-h">
            <a:extLst xmlns:a="http://schemas.openxmlformats.org/drawingml/2006/main">
              <a:ext uri="{FF2B5EF4-FFF2-40B4-BE49-F238E27FC236}">
                <a16:creationId xmlns:a16="http://schemas.microsoft.com/office/drawing/2014/main" id="{B5D75B47-EA3B-4E0A-9748-267E85A60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5755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able-h">
            <a:extLst xmlns:a="http://schemas.openxmlformats.org/drawingml/2006/main">
              <a:ext uri="{FF2B5EF4-FFF2-40B4-BE49-F238E27FC236}">
                <a16:creationId xmlns:a16="http://schemas.microsoft.com/office/drawing/2014/main" id="{D5CDA9B5-ABF6-4341-AA24-E32804C6D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7187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able-h">
            <a:extLst xmlns:a="http://schemas.openxmlformats.org/drawingml/2006/main">
              <a:ext uri="{FF2B5EF4-FFF2-40B4-BE49-F238E27FC236}">
                <a16:creationId xmlns:a16="http://schemas.microsoft.com/office/drawing/2014/main" id="{16ADB875-FAB6-4BF6-AFF6-1ADE65F1A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8620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able-h">
            <a:extLst xmlns:a="http://schemas.openxmlformats.org/drawingml/2006/main">
              <a:ext uri="{FF2B5EF4-FFF2-40B4-BE49-F238E27FC236}">
                <a16:creationId xmlns:a16="http://schemas.microsoft.com/office/drawing/2014/main" id="{E8E89F1D-0CF9-4284-AD5C-DC3A75C35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0052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able-h">
            <a:extLst xmlns:a="http://schemas.openxmlformats.org/drawingml/2006/main">
              <a:ext uri="{FF2B5EF4-FFF2-40B4-BE49-F238E27FC236}">
                <a16:creationId xmlns:a16="http://schemas.microsoft.com/office/drawing/2014/main" id="{884F58CD-AB79-44C8-947A-68AF12976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1485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able-h">
            <a:extLst xmlns:a="http://schemas.openxmlformats.org/drawingml/2006/main">
              <a:ext uri="{FF2B5EF4-FFF2-40B4-BE49-F238E27FC236}">
                <a16:creationId xmlns:a16="http://schemas.microsoft.com/office/drawing/2014/main" id="{5132FC6B-2B6D-4084-BA2E-3C6277FE1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2917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able-h">
            <a:extLst xmlns:a="http://schemas.openxmlformats.org/drawingml/2006/main">
              <a:ext uri="{FF2B5EF4-FFF2-40B4-BE49-F238E27FC236}">
                <a16:creationId xmlns:a16="http://schemas.microsoft.com/office/drawing/2014/main" id="{FAECFA77-F27C-492A-A069-FEDF072EB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4350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able-h">
            <a:extLst xmlns:a="http://schemas.openxmlformats.org/drawingml/2006/main">
              <a:ext uri="{FF2B5EF4-FFF2-40B4-BE49-F238E27FC236}">
                <a16:creationId xmlns:a16="http://schemas.microsoft.com/office/drawing/2014/main" id="{E1E04545-3ED1-43A3-B7C6-5B1C5A4EF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5782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able-h">
            <a:extLst xmlns:a="http://schemas.openxmlformats.org/drawingml/2006/main">
              <a:ext uri="{FF2B5EF4-FFF2-40B4-BE49-F238E27FC236}">
                <a16:creationId xmlns:a16="http://schemas.microsoft.com/office/drawing/2014/main" id="{C287F8F3-1D28-4D84-A4A1-DF8900637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7215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-ITEM">
            <a:extLst xmlns:a="http://schemas.openxmlformats.org/drawingml/2006/main">
              <a:ext uri="{FF2B5EF4-FFF2-40B4-BE49-F238E27FC236}">
                <a16:creationId xmlns:a16="http://schemas.microsoft.com/office/drawing/2014/main" id="{FF666960-CA2C-4DD6-9A96-B66316089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143351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FFFFFF"/>
                </a:solidFill>
              </a:defRPr>
            </a:pPr>
            <a:r>
              <a:rPr sz="825" b="0" i="0">
                <a:solidFill>
                  <a:srgbClr val="FFFFFF"/>
                </a:solidFill>
              </a:rPr>
              <a:t>ITEM</a:t>
            </a:r>
          </a:p>
        </p:txBody>
      </p:sp>
      <p:sp>
        <p:nvSpPr>
          <p:cNvPr id="25" name="text-ESTIMATED">
            <a:extLst xmlns:a="http://schemas.openxmlformats.org/drawingml/2006/main">
              <a:ext uri="{FF2B5EF4-FFF2-40B4-BE49-F238E27FC236}">
                <a16:creationId xmlns:a16="http://schemas.microsoft.com/office/drawing/2014/main" id="{FB708B62-653A-4FFA-BBD5-95653D237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7913" y="2000250"/>
            <a:ext cx="143351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FFFFFF"/>
                </a:solidFill>
              </a:defRPr>
            </a:pPr>
            <a:r>
              <a:rPr sz="825" b="0" i="0">
                <a:solidFill>
                  <a:srgbClr val="FFFFFF"/>
                </a:solidFill>
              </a:rPr>
              <a:t>ESTIMATED</a:t>
            </a:r>
          </a:p>
        </p:txBody>
      </p:sp>
      <p:sp>
        <p:nvSpPr>
          <p:cNvPr id="26" name="text-ACTUAL">
            <a:extLst xmlns:a="http://schemas.openxmlformats.org/drawingml/2006/main">
              <a:ext uri="{FF2B5EF4-FFF2-40B4-BE49-F238E27FC236}">
                <a16:creationId xmlns:a16="http://schemas.microsoft.com/office/drawing/2014/main" id="{0E61C546-19F1-4AFC-B57D-54E2B139D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2000250"/>
            <a:ext cx="143351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FFFFFF"/>
                </a:solidFill>
              </a:defRPr>
            </a:pPr>
            <a:r>
              <a:rPr sz="825" b="0" i="0">
                <a:solidFill>
                  <a:srgbClr val="FFFFFF"/>
                </a:solidFill>
              </a:rPr>
              <a:t>ACTUAL</a:t>
            </a:r>
          </a:p>
        </p:txBody>
      </p:sp>
      <p:sp>
        <p:nvSpPr>
          <p:cNvPr id="27" name="text-PAID">
            <a:extLst xmlns:a="http://schemas.openxmlformats.org/drawingml/2006/main">
              <a:ext uri="{FF2B5EF4-FFF2-40B4-BE49-F238E27FC236}">
                <a16:creationId xmlns:a16="http://schemas.microsoft.com/office/drawing/2014/main" id="{A04E4B83-FA4C-4CD7-9F4D-CFC67F420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4938" y="2000250"/>
            <a:ext cx="143351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FFFFFF"/>
                </a:solidFill>
              </a:defRPr>
            </a:pPr>
            <a:r>
              <a:rPr sz="825" b="0" i="0">
                <a:solidFill>
                  <a:srgbClr val="FFFFFF"/>
                </a:solidFill>
              </a:rPr>
              <a:t>PAID</a:t>
            </a:r>
          </a:p>
        </p:txBody>
      </p:sp>
      <p:sp>
        <p:nvSpPr>
          <p:cNvPr id="28" name="text-Primary cost">
            <a:extLst xmlns:a="http://schemas.openxmlformats.org/drawingml/2006/main">
              <a:ext uri="{FF2B5EF4-FFF2-40B4-BE49-F238E27FC236}">
                <a16:creationId xmlns:a16="http://schemas.microsoft.com/office/drawing/2014/main" id="{34AF93EC-E119-49A4-8785-DDE967544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314575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Primary cost</a:t>
            </a:r>
          </a:p>
        </p:txBody>
      </p:sp>
      <p:sp>
        <p:nvSpPr>
          <p:cNvPr id="29" name="text-Deposit">
            <a:extLst xmlns:a="http://schemas.openxmlformats.org/drawingml/2006/main">
              <a:ext uri="{FF2B5EF4-FFF2-40B4-BE49-F238E27FC236}">
                <a16:creationId xmlns:a16="http://schemas.microsoft.com/office/drawing/2014/main" id="{D21A02FF-1ABF-43A5-9FD5-DA85D0C7D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628900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Deposit</a:t>
            </a:r>
          </a:p>
        </p:txBody>
      </p:sp>
      <p:sp>
        <p:nvSpPr>
          <p:cNvPr id="30" name="text-Balance">
            <a:extLst xmlns:a="http://schemas.openxmlformats.org/drawingml/2006/main">
              <a:ext uri="{FF2B5EF4-FFF2-40B4-BE49-F238E27FC236}">
                <a16:creationId xmlns:a16="http://schemas.microsoft.com/office/drawing/2014/main" id="{4B89FD67-CB92-43E5-A206-40C4586A0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943225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Balance</a:t>
            </a:r>
          </a:p>
        </p:txBody>
      </p:sp>
      <p:sp>
        <p:nvSpPr>
          <p:cNvPr id="31" name="text-Delivery">
            <a:extLst xmlns:a="http://schemas.openxmlformats.org/drawingml/2006/main">
              <a:ext uri="{FF2B5EF4-FFF2-40B4-BE49-F238E27FC236}">
                <a16:creationId xmlns:a16="http://schemas.microsoft.com/office/drawing/2014/main" id="{8721D769-80A8-4BDD-A18C-F51955295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57550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Delivery</a:t>
            </a:r>
          </a:p>
        </p:txBody>
      </p:sp>
      <p:sp>
        <p:nvSpPr>
          <p:cNvPr id="32" name="text-Setup">
            <a:extLst xmlns:a="http://schemas.openxmlformats.org/drawingml/2006/main">
              <a:ext uri="{FF2B5EF4-FFF2-40B4-BE49-F238E27FC236}">
                <a16:creationId xmlns:a16="http://schemas.microsoft.com/office/drawing/2014/main" id="{D1499C96-FACC-49F3-9EDD-4303FC100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571875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Setup</a:t>
            </a:r>
          </a:p>
        </p:txBody>
      </p:sp>
      <p:sp>
        <p:nvSpPr>
          <p:cNvPr id="33" name="text-Tax / fees">
            <a:extLst xmlns:a="http://schemas.openxmlformats.org/drawingml/2006/main">
              <a:ext uri="{FF2B5EF4-FFF2-40B4-BE49-F238E27FC236}">
                <a16:creationId xmlns:a16="http://schemas.microsoft.com/office/drawing/2014/main" id="{C4CCFFD1-8968-4B0A-87C6-8D570F8FF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886200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Tax / fees</a:t>
            </a:r>
          </a:p>
        </p:txBody>
      </p:sp>
      <p:sp>
        <p:nvSpPr>
          <p:cNvPr id="34" name="text-Tips">
            <a:extLst xmlns:a="http://schemas.openxmlformats.org/drawingml/2006/main">
              <a:ext uri="{FF2B5EF4-FFF2-40B4-BE49-F238E27FC236}">
                <a16:creationId xmlns:a16="http://schemas.microsoft.com/office/drawing/2014/main" id="{F4C99F40-BBEF-4948-BB81-DCA82C900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200525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Tips</a:t>
            </a:r>
          </a:p>
        </p:txBody>
      </p:sp>
      <p:sp>
        <p:nvSpPr>
          <p:cNvPr id="35" name="text-Extras">
            <a:extLst xmlns:a="http://schemas.openxmlformats.org/drawingml/2006/main">
              <a:ext uri="{FF2B5EF4-FFF2-40B4-BE49-F238E27FC236}">
                <a16:creationId xmlns:a16="http://schemas.microsoft.com/office/drawing/2014/main" id="{EAE13634-ABB1-4E07-9E34-952AF5CB2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514850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Extras</a:t>
            </a:r>
          </a:p>
        </p:txBody>
      </p:sp>
      <p:sp>
        <p:nvSpPr>
          <p:cNvPr id="36" name="text-Backup">
            <a:extLst xmlns:a="http://schemas.openxmlformats.org/drawingml/2006/main">
              <a:ext uri="{FF2B5EF4-FFF2-40B4-BE49-F238E27FC236}">
                <a16:creationId xmlns:a16="http://schemas.microsoft.com/office/drawing/2014/main" id="{6AED75E9-2D7B-4360-9583-D274B67CF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829175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Backup</a:t>
            </a:r>
          </a:p>
        </p:txBody>
      </p:sp>
      <p:sp>
        <p:nvSpPr>
          <p:cNvPr id="37" name="text-Adjustment">
            <a:extLst xmlns:a="http://schemas.openxmlformats.org/drawingml/2006/main">
              <a:ext uri="{FF2B5EF4-FFF2-40B4-BE49-F238E27FC236}">
                <a16:creationId xmlns:a16="http://schemas.microsoft.com/office/drawing/2014/main" id="{A21CD00B-74AA-4B29-A94D-8C1296C8D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143500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Adjustment</a:t>
            </a:r>
          </a:p>
        </p:txBody>
      </p:sp>
      <p:sp>
        <p:nvSpPr>
          <p:cNvPr id="38" name="text-Other">
            <a:extLst xmlns:a="http://schemas.openxmlformats.org/drawingml/2006/main">
              <a:ext uri="{FF2B5EF4-FFF2-40B4-BE49-F238E27FC236}">
                <a16:creationId xmlns:a16="http://schemas.microsoft.com/office/drawing/2014/main" id="{A62DD13F-1F0A-4C0F-96FD-404199343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457825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Other</a:t>
            </a:r>
          </a:p>
        </p:txBody>
      </p:sp>
      <p:sp>
        <p:nvSpPr>
          <p:cNvPr id="39" name="text-Total">
            <a:extLst xmlns:a="http://schemas.openxmlformats.org/drawingml/2006/main">
              <a:ext uri="{FF2B5EF4-FFF2-40B4-BE49-F238E27FC236}">
                <a16:creationId xmlns:a16="http://schemas.microsoft.com/office/drawing/2014/main" id="{13544298-21F3-4CD6-92E8-68A393B0D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772150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Total</a:t>
            </a:r>
          </a:p>
        </p:txBody>
      </p:sp>
      <p:sp>
        <p:nvSpPr>
          <p:cNvPr id="40" name="text-NOTES">
            <a:extLst xmlns:a="http://schemas.openxmlformats.org/drawingml/2006/main">
              <a:ext uri="{FF2B5EF4-FFF2-40B4-BE49-F238E27FC236}">
                <a16:creationId xmlns:a16="http://schemas.microsoft.com/office/drawing/2014/main" id="{34E85AB8-BFC8-490D-82BF-DA9B0FB63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6477000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667B61"/>
                </a:solidFill>
              </a:defRPr>
            </a:pPr>
            <a:r>
              <a:rPr sz="1125" b="0" i="0">
                <a:solidFill>
                  <a:srgbClr val="667B61"/>
                </a:solidFill>
              </a:rPr>
              <a:t>NOTES</a:t>
            </a:r>
          </a:p>
        </p:txBody>
      </p:sp>
      <p:sp>
        <p:nvSpPr>
          <p:cNvPr id="41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949A5F26-9982-4983-93EB-DB2A04995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858000"/>
            <a:ext cx="55626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4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8734CB3F-D6BF-4746-8C8B-36EA05DC4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286625"/>
            <a:ext cx="5086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6FDEE707-62D2-42C3-995D-AB69C5476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562850"/>
            <a:ext cx="5086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915C66A1-EB22-4452-B08E-9F00A4163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839075"/>
            <a:ext cx="5086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340E3BA4-4733-4747-B63C-9495722EA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115300"/>
            <a:ext cx="5086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247F63BE-A354-47BD-8187-80782EA1D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391525"/>
            <a:ext cx="5086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09D8474E-01C8-4BB4-8E03-0F1D33AFD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667750"/>
            <a:ext cx="5086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2BE1DB4A-C5DA-444F-814C-20396C760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943975"/>
            <a:ext cx="5086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8834748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C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647b46ee31466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7562850" cy="10696575"/>
          </a:xfrm>
          <a:prstGeom xmlns:a="http://schemas.openxmlformats.org/drawingml/2006/main" prst="rect">
            <a:avLst/>
          </a:prstGeom>
        </p:spPr>
      </p:pic>
      <p:sp>
        <p:nvSpPr>
          <p:cNvPr id="2" name="soft-romantic-panel">
            <a:extLst xmlns:a="http://schemas.openxmlformats.org/drawingml/2006/main">
              <a:ext uri="{FF2B5EF4-FFF2-40B4-BE49-F238E27FC236}">
                <a16:creationId xmlns:a16="http://schemas.microsoft.com/office/drawing/2014/main" id="{2DE891CD-75DA-498C-9336-A6239B7EF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"/>
            <a:ext cx="6000750" cy="9429750"/>
          </a:xfrm>
          <a:prstGeom xmlns:a="http://schemas.openxmlformats.org/drawingml/2006/main" prst="roundRect">
            <a:avLst>
              <a:gd name="adj" fmla="val 1270"/>
            </a:avLst>
          </a:prstGeom>
          <a:solidFill xmlns:a="http://schemas.openxmlformats.org/drawingml/2006/main">
            <a:srgbClr val="FCF7F3"/>
          </a:solidFill>
          <a:ln xmlns:a="http://schemas.openxmlformats.org/drawingml/2006/main" w="9525">
            <a:solidFill>
              <a:srgbClr val="C79B46"/>
            </a:solidFill>
            <a:prstDash val="solid"/>
          </a:ln>
        </p:spPr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998E4C3B-D4D4-4CC8-B898-C6DFD5362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42950"/>
            <a:ext cx="5562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75" b="0" i="1">
                <a:solidFill>
                  <a:srgbClr val="52654E"/>
                </a:solidFill>
              </a:defRPr>
            </a:pPr>
            <a:r>
              <a:rPr sz="2475" b="0" i="1">
                <a:solidFill>
                  <a:srgbClr val="52654E"/>
                </a:solidFill>
              </a:rPr>
              <a:t>Flowers &amp; Décor Budget</a:t>
            </a:r>
          </a:p>
        </p:txBody>
      </p:sp>
      <p:sp>
        <p:nvSpPr>
          <p:cNvPr id="4" name="page-subtitle">
            <a:extLst xmlns:a="http://schemas.openxmlformats.org/drawingml/2006/main">
              <a:ext uri="{FF2B5EF4-FFF2-40B4-BE49-F238E27FC236}">
                <a16:creationId xmlns:a16="http://schemas.microsoft.com/office/drawing/2014/main" id="{E143F77A-9053-46F1-8CC5-39AE3A331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219200"/>
            <a:ext cx="461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C79B46"/>
                </a:solidFill>
              </a:defRPr>
            </a:pPr>
            <a:r>
              <a:rPr sz="975" b="0" i="0">
                <a:solidFill>
                  <a:srgbClr val="C79B46"/>
                </a:solidFill>
              </a:rPr>
              <a:t>PLAN, TRACK AND RECONCILE</a:t>
            </a:r>
          </a:p>
        </p:txBody>
      </p:sp>
      <p:sp>
        <p:nvSpPr>
          <p:cNvPr id="5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E857E68C-D5FA-41EC-B09E-6501DE01B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581150"/>
            <a:ext cx="85725" cy="857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C79B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3FAC1EA-7FB2-4431-99F6-DDB9BC04E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966787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C79B46"/>
                </a:solidFill>
              </a:defRPr>
            </a:pPr>
            <a:r>
              <a:rPr sz="750" b="0" i="0">
                <a:solidFill>
                  <a:srgbClr val="C79B46"/>
                </a:solidFill>
              </a:rPr>
              <a:t>018</a:t>
            </a:r>
          </a:p>
        </p:txBody>
      </p:sp>
      <p:sp>
        <p:nvSpPr>
          <p:cNvPr id="7" name="table-header">
            <a:extLst xmlns:a="http://schemas.openxmlformats.org/drawingml/2006/main">
              <a:ext uri="{FF2B5EF4-FFF2-40B4-BE49-F238E27FC236}">
                <a16:creationId xmlns:a16="http://schemas.microsoft.com/office/drawing/2014/main" id="{7AD066CA-A54D-4784-B0E1-68D0E0E76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57340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8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46CE1619-D4E1-4C75-AC0E-C39C20505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573405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7B61"/>
            </a:solidFill>
            <a:prstDash val="solid"/>
          </a:ln>
        </p:spPr>
      </p:sp>
      <p:sp>
        <p:nvSpPr>
          <p:cNvPr id="9" name="table-v">
            <a:extLst xmlns:a="http://schemas.openxmlformats.org/drawingml/2006/main">
              <a:ext uri="{FF2B5EF4-FFF2-40B4-BE49-F238E27FC236}">
                <a16:creationId xmlns:a16="http://schemas.microsoft.com/office/drawing/2014/main" id="{8E67E228-ED74-4989-A703-EEA438B3F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7913" y="2000250"/>
            <a:ext cx="6668" cy="408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able-v">
            <a:extLst xmlns:a="http://schemas.openxmlformats.org/drawingml/2006/main">
              <a:ext uri="{FF2B5EF4-FFF2-40B4-BE49-F238E27FC236}">
                <a16:creationId xmlns:a16="http://schemas.microsoft.com/office/drawing/2014/main" id="{A9658173-C152-4CF3-826A-5FFDC6ED9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2000250"/>
            <a:ext cx="6668" cy="408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able-v">
            <a:extLst xmlns:a="http://schemas.openxmlformats.org/drawingml/2006/main">
              <a:ext uri="{FF2B5EF4-FFF2-40B4-BE49-F238E27FC236}">
                <a16:creationId xmlns:a16="http://schemas.microsoft.com/office/drawing/2014/main" id="{E39B3E0B-EE84-418D-8CEC-11EB09F81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4938" y="2000250"/>
            <a:ext cx="6668" cy="408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able-h">
            <a:extLst xmlns:a="http://schemas.openxmlformats.org/drawingml/2006/main">
              <a:ext uri="{FF2B5EF4-FFF2-40B4-BE49-F238E27FC236}">
                <a16:creationId xmlns:a16="http://schemas.microsoft.com/office/drawing/2014/main" id="{1F236415-22F8-4076-B223-9D7616735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1457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able-h">
            <a:extLst xmlns:a="http://schemas.openxmlformats.org/drawingml/2006/main">
              <a:ext uri="{FF2B5EF4-FFF2-40B4-BE49-F238E27FC236}">
                <a16:creationId xmlns:a16="http://schemas.microsoft.com/office/drawing/2014/main" id="{C0A1CAA5-93C5-4452-96C1-B624DC056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2890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able-h">
            <a:extLst xmlns:a="http://schemas.openxmlformats.org/drawingml/2006/main">
              <a:ext uri="{FF2B5EF4-FFF2-40B4-BE49-F238E27FC236}">
                <a16:creationId xmlns:a16="http://schemas.microsoft.com/office/drawing/2014/main" id="{9542E6CD-54BA-4E5A-A980-DF77710F1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4322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able-h">
            <a:extLst xmlns:a="http://schemas.openxmlformats.org/drawingml/2006/main">
              <a:ext uri="{FF2B5EF4-FFF2-40B4-BE49-F238E27FC236}">
                <a16:creationId xmlns:a16="http://schemas.microsoft.com/office/drawing/2014/main" id="{E2CD5975-F12D-45CA-8534-19E9CDD36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5755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able-h">
            <a:extLst xmlns:a="http://schemas.openxmlformats.org/drawingml/2006/main">
              <a:ext uri="{FF2B5EF4-FFF2-40B4-BE49-F238E27FC236}">
                <a16:creationId xmlns:a16="http://schemas.microsoft.com/office/drawing/2014/main" id="{B5904A20-4B6A-4C3B-AB21-EACE9D096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7187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able-h">
            <a:extLst xmlns:a="http://schemas.openxmlformats.org/drawingml/2006/main">
              <a:ext uri="{FF2B5EF4-FFF2-40B4-BE49-F238E27FC236}">
                <a16:creationId xmlns:a16="http://schemas.microsoft.com/office/drawing/2014/main" id="{A6A57C10-295C-4CBB-883F-71B92CD64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8620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able-h">
            <a:extLst xmlns:a="http://schemas.openxmlformats.org/drawingml/2006/main">
              <a:ext uri="{FF2B5EF4-FFF2-40B4-BE49-F238E27FC236}">
                <a16:creationId xmlns:a16="http://schemas.microsoft.com/office/drawing/2014/main" id="{8852123E-7FA0-4D6F-AC75-8DA203EAE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0052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able-h">
            <a:extLst xmlns:a="http://schemas.openxmlformats.org/drawingml/2006/main">
              <a:ext uri="{FF2B5EF4-FFF2-40B4-BE49-F238E27FC236}">
                <a16:creationId xmlns:a16="http://schemas.microsoft.com/office/drawing/2014/main" id="{A32BCD95-4434-442A-B376-D12C57AFB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1485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able-h">
            <a:extLst xmlns:a="http://schemas.openxmlformats.org/drawingml/2006/main">
              <a:ext uri="{FF2B5EF4-FFF2-40B4-BE49-F238E27FC236}">
                <a16:creationId xmlns:a16="http://schemas.microsoft.com/office/drawing/2014/main" id="{0C80AA95-305D-4524-A27C-064B85FF2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2917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able-h">
            <a:extLst xmlns:a="http://schemas.openxmlformats.org/drawingml/2006/main">
              <a:ext uri="{FF2B5EF4-FFF2-40B4-BE49-F238E27FC236}">
                <a16:creationId xmlns:a16="http://schemas.microsoft.com/office/drawing/2014/main" id="{241BFFAE-6396-4D14-ABFB-6B2D47FAC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4350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able-h">
            <a:extLst xmlns:a="http://schemas.openxmlformats.org/drawingml/2006/main">
              <a:ext uri="{FF2B5EF4-FFF2-40B4-BE49-F238E27FC236}">
                <a16:creationId xmlns:a16="http://schemas.microsoft.com/office/drawing/2014/main" id="{53F28A2B-5254-431A-9EDA-4DA0E2B71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5782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able-h">
            <a:extLst xmlns:a="http://schemas.openxmlformats.org/drawingml/2006/main">
              <a:ext uri="{FF2B5EF4-FFF2-40B4-BE49-F238E27FC236}">
                <a16:creationId xmlns:a16="http://schemas.microsoft.com/office/drawing/2014/main" id="{4FACB263-E848-4152-A2B5-4F6D2BFB7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7215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-ITEM">
            <a:extLst xmlns:a="http://schemas.openxmlformats.org/drawingml/2006/main">
              <a:ext uri="{FF2B5EF4-FFF2-40B4-BE49-F238E27FC236}">
                <a16:creationId xmlns:a16="http://schemas.microsoft.com/office/drawing/2014/main" id="{6E5F33FC-F52A-4643-A20E-6BDA0CE83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143351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FFFFFF"/>
                </a:solidFill>
              </a:defRPr>
            </a:pPr>
            <a:r>
              <a:rPr sz="825" b="0" i="0">
                <a:solidFill>
                  <a:srgbClr val="FFFFFF"/>
                </a:solidFill>
              </a:rPr>
              <a:t>ITEM</a:t>
            </a:r>
          </a:p>
        </p:txBody>
      </p:sp>
      <p:sp>
        <p:nvSpPr>
          <p:cNvPr id="25" name="text-ESTIMATED">
            <a:extLst xmlns:a="http://schemas.openxmlformats.org/drawingml/2006/main">
              <a:ext uri="{FF2B5EF4-FFF2-40B4-BE49-F238E27FC236}">
                <a16:creationId xmlns:a16="http://schemas.microsoft.com/office/drawing/2014/main" id="{672FFE78-E7FF-404F-990E-AA31D6F20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7913" y="2000250"/>
            <a:ext cx="143351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FFFFFF"/>
                </a:solidFill>
              </a:defRPr>
            </a:pPr>
            <a:r>
              <a:rPr sz="825" b="0" i="0">
                <a:solidFill>
                  <a:srgbClr val="FFFFFF"/>
                </a:solidFill>
              </a:rPr>
              <a:t>ESTIMATED</a:t>
            </a:r>
          </a:p>
        </p:txBody>
      </p:sp>
      <p:sp>
        <p:nvSpPr>
          <p:cNvPr id="26" name="text-ACTUAL">
            <a:extLst xmlns:a="http://schemas.openxmlformats.org/drawingml/2006/main">
              <a:ext uri="{FF2B5EF4-FFF2-40B4-BE49-F238E27FC236}">
                <a16:creationId xmlns:a16="http://schemas.microsoft.com/office/drawing/2014/main" id="{B229EE9F-AEE9-4D9E-B5D5-5EE086122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2000250"/>
            <a:ext cx="143351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FFFFFF"/>
                </a:solidFill>
              </a:defRPr>
            </a:pPr>
            <a:r>
              <a:rPr sz="825" b="0" i="0">
                <a:solidFill>
                  <a:srgbClr val="FFFFFF"/>
                </a:solidFill>
              </a:rPr>
              <a:t>ACTUAL</a:t>
            </a:r>
          </a:p>
        </p:txBody>
      </p:sp>
      <p:sp>
        <p:nvSpPr>
          <p:cNvPr id="27" name="text-PAID">
            <a:extLst xmlns:a="http://schemas.openxmlformats.org/drawingml/2006/main">
              <a:ext uri="{FF2B5EF4-FFF2-40B4-BE49-F238E27FC236}">
                <a16:creationId xmlns:a16="http://schemas.microsoft.com/office/drawing/2014/main" id="{5C6CB2ED-7F0C-4115-AC64-5627EA494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4938" y="2000250"/>
            <a:ext cx="143351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FFFFFF"/>
                </a:solidFill>
              </a:defRPr>
            </a:pPr>
            <a:r>
              <a:rPr sz="825" b="0" i="0">
                <a:solidFill>
                  <a:srgbClr val="FFFFFF"/>
                </a:solidFill>
              </a:rPr>
              <a:t>PAID</a:t>
            </a:r>
          </a:p>
        </p:txBody>
      </p:sp>
      <p:sp>
        <p:nvSpPr>
          <p:cNvPr id="28" name="text-Primary cost">
            <a:extLst xmlns:a="http://schemas.openxmlformats.org/drawingml/2006/main">
              <a:ext uri="{FF2B5EF4-FFF2-40B4-BE49-F238E27FC236}">
                <a16:creationId xmlns:a16="http://schemas.microsoft.com/office/drawing/2014/main" id="{20CDA2FA-D79F-409F-801C-A48F6CF87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314575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Primary cost</a:t>
            </a:r>
          </a:p>
        </p:txBody>
      </p:sp>
      <p:sp>
        <p:nvSpPr>
          <p:cNvPr id="29" name="text-Deposit">
            <a:extLst xmlns:a="http://schemas.openxmlformats.org/drawingml/2006/main">
              <a:ext uri="{FF2B5EF4-FFF2-40B4-BE49-F238E27FC236}">
                <a16:creationId xmlns:a16="http://schemas.microsoft.com/office/drawing/2014/main" id="{EBF381B4-1806-4B34-BE10-FDE375A9B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628900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Deposit</a:t>
            </a:r>
          </a:p>
        </p:txBody>
      </p:sp>
      <p:sp>
        <p:nvSpPr>
          <p:cNvPr id="30" name="text-Balance">
            <a:extLst xmlns:a="http://schemas.openxmlformats.org/drawingml/2006/main">
              <a:ext uri="{FF2B5EF4-FFF2-40B4-BE49-F238E27FC236}">
                <a16:creationId xmlns:a16="http://schemas.microsoft.com/office/drawing/2014/main" id="{5A98ECD9-D00F-42E7-AF2B-498199C19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943225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Balance</a:t>
            </a:r>
          </a:p>
        </p:txBody>
      </p:sp>
      <p:sp>
        <p:nvSpPr>
          <p:cNvPr id="31" name="text-Delivery">
            <a:extLst xmlns:a="http://schemas.openxmlformats.org/drawingml/2006/main">
              <a:ext uri="{FF2B5EF4-FFF2-40B4-BE49-F238E27FC236}">
                <a16:creationId xmlns:a16="http://schemas.microsoft.com/office/drawing/2014/main" id="{5A6F534E-10D0-4AAC-8175-D11768AE5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57550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Delivery</a:t>
            </a:r>
          </a:p>
        </p:txBody>
      </p:sp>
      <p:sp>
        <p:nvSpPr>
          <p:cNvPr id="32" name="text-Setup">
            <a:extLst xmlns:a="http://schemas.openxmlformats.org/drawingml/2006/main">
              <a:ext uri="{FF2B5EF4-FFF2-40B4-BE49-F238E27FC236}">
                <a16:creationId xmlns:a16="http://schemas.microsoft.com/office/drawing/2014/main" id="{E1A43F33-A080-42F0-A7E0-6BF086E8D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571875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Setup</a:t>
            </a:r>
          </a:p>
        </p:txBody>
      </p:sp>
      <p:sp>
        <p:nvSpPr>
          <p:cNvPr id="33" name="text-Tax / fees">
            <a:extLst xmlns:a="http://schemas.openxmlformats.org/drawingml/2006/main">
              <a:ext uri="{FF2B5EF4-FFF2-40B4-BE49-F238E27FC236}">
                <a16:creationId xmlns:a16="http://schemas.microsoft.com/office/drawing/2014/main" id="{0DBC3F72-96AC-404B-9B93-083062F43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886200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Tax / fees</a:t>
            </a:r>
          </a:p>
        </p:txBody>
      </p:sp>
      <p:sp>
        <p:nvSpPr>
          <p:cNvPr id="34" name="text-Tips">
            <a:extLst xmlns:a="http://schemas.openxmlformats.org/drawingml/2006/main">
              <a:ext uri="{FF2B5EF4-FFF2-40B4-BE49-F238E27FC236}">
                <a16:creationId xmlns:a16="http://schemas.microsoft.com/office/drawing/2014/main" id="{52856AF8-8ADF-4886-BD1B-0BB4AB8E0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200525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Tips</a:t>
            </a:r>
          </a:p>
        </p:txBody>
      </p:sp>
      <p:sp>
        <p:nvSpPr>
          <p:cNvPr id="35" name="text-Extras">
            <a:extLst xmlns:a="http://schemas.openxmlformats.org/drawingml/2006/main">
              <a:ext uri="{FF2B5EF4-FFF2-40B4-BE49-F238E27FC236}">
                <a16:creationId xmlns:a16="http://schemas.microsoft.com/office/drawing/2014/main" id="{FA8EF48B-5D91-4E0D-BDCA-5ED0DECA1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514850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Extras</a:t>
            </a:r>
          </a:p>
        </p:txBody>
      </p:sp>
      <p:sp>
        <p:nvSpPr>
          <p:cNvPr id="36" name="text-Backup">
            <a:extLst xmlns:a="http://schemas.openxmlformats.org/drawingml/2006/main">
              <a:ext uri="{FF2B5EF4-FFF2-40B4-BE49-F238E27FC236}">
                <a16:creationId xmlns:a16="http://schemas.microsoft.com/office/drawing/2014/main" id="{401E4F8F-E6F3-46DD-9E80-4E1E8F946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829175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Backup</a:t>
            </a:r>
          </a:p>
        </p:txBody>
      </p:sp>
      <p:sp>
        <p:nvSpPr>
          <p:cNvPr id="37" name="text-Adjustment">
            <a:extLst xmlns:a="http://schemas.openxmlformats.org/drawingml/2006/main">
              <a:ext uri="{FF2B5EF4-FFF2-40B4-BE49-F238E27FC236}">
                <a16:creationId xmlns:a16="http://schemas.microsoft.com/office/drawing/2014/main" id="{585CB830-A908-4BA0-ADA1-3D16CE682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143500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Adjustment</a:t>
            </a:r>
          </a:p>
        </p:txBody>
      </p:sp>
      <p:sp>
        <p:nvSpPr>
          <p:cNvPr id="38" name="text-Other">
            <a:extLst xmlns:a="http://schemas.openxmlformats.org/drawingml/2006/main">
              <a:ext uri="{FF2B5EF4-FFF2-40B4-BE49-F238E27FC236}">
                <a16:creationId xmlns:a16="http://schemas.microsoft.com/office/drawing/2014/main" id="{2E7B1AC2-BF30-45D5-8CB4-E2E39991A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457825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Other</a:t>
            </a:r>
          </a:p>
        </p:txBody>
      </p:sp>
      <p:sp>
        <p:nvSpPr>
          <p:cNvPr id="39" name="text-Total">
            <a:extLst xmlns:a="http://schemas.openxmlformats.org/drawingml/2006/main">
              <a:ext uri="{FF2B5EF4-FFF2-40B4-BE49-F238E27FC236}">
                <a16:creationId xmlns:a16="http://schemas.microsoft.com/office/drawing/2014/main" id="{F51B951B-3116-4AB4-A85B-5E6E0FC84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772150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Total</a:t>
            </a:r>
          </a:p>
        </p:txBody>
      </p:sp>
      <p:sp>
        <p:nvSpPr>
          <p:cNvPr id="40" name="text-NOTES">
            <a:extLst xmlns:a="http://schemas.openxmlformats.org/drawingml/2006/main">
              <a:ext uri="{FF2B5EF4-FFF2-40B4-BE49-F238E27FC236}">
                <a16:creationId xmlns:a16="http://schemas.microsoft.com/office/drawing/2014/main" id="{90D8D2CA-94E6-4093-A8DE-CF97E4824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6477000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667B61"/>
                </a:solidFill>
              </a:defRPr>
            </a:pPr>
            <a:r>
              <a:rPr sz="1125" b="0" i="0">
                <a:solidFill>
                  <a:srgbClr val="667B61"/>
                </a:solidFill>
              </a:rPr>
              <a:t>NOTES</a:t>
            </a:r>
          </a:p>
        </p:txBody>
      </p:sp>
      <p:sp>
        <p:nvSpPr>
          <p:cNvPr id="41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F849A190-286E-422F-8477-D6C2E9C0D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858000"/>
            <a:ext cx="55626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4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641EFD0F-6161-443D-97B1-99FA2C615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286625"/>
            <a:ext cx="5086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D2F144E1-4DE9-4037-99F5-44741B054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562850"/>
            <a:ext cx="5086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1088686B-9B31-454C-BEDD-521DC3EB4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839075"/>
            <a:ext cx="5086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214015E0-3287-4ED0-8BF3-8324E990F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115300"/>
            <a:ext cx="5086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565E600B-814C-41EF-BEAE-B74738C48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391525"/>
            <a:ext cx="5086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B66E7CAC-B67A-45B8-9661-2C7DF2B4B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667750"/>
            <a:ext cx="5086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8CEFA9BA-1CDF-4031-B7FA-FA7A02348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943975"/>
            <a:ext cx="5086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76729115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C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edaf562aaa40d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7562850" cy="10696575"/>
          </a:xfrm>
          <a:prstGeom xmlns:a="http://schemas.openxmlformats.org/drawingml/2006/main" prst="rect">
            <a:avLst/>
          </a:prstGeom>
        </p:spPr>
      </p:pic>
      <p:sp>
        <p:nvSpPr>
          <p:cNvPr id="2" name="soft-romantic-panel">
            <a:extLst xmlns:a="http://schemas.openxmlformats.org/drawingml/2006/main">
              <a:ext uri="{FF2B5EF4-FFF2-40B4-BE49-F238E27FC236}">
                <a16:creationId xmlns:a16="http://schemas.microsoft.com/office/drawing/2014/main" id="{90FA202C-E17C-4988-95EC-A203466BC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"/>
            <a:ext cx="6000750" cy="9429750"/>
          </a:xfrm>
          <a:prstGeom xmlns:a="http://schemas.openxmlformats.org/drawingml/2006/main" prst="roundRect">
            <a:avLst>
              <a:gd name="adj" fmla="val 1270"/>
            </a:avLst>
          </a:prstGeom>
          <a:solidFill xmlns:a="http://schemas.openxmlformats.org/drawingml/2006/main">
            <a:srgbClr val="FCF7F3"/>
          </a:solidFill>
          <a:ln xmlns:a="http://schemas.openxmlformats.org/drawingml/2006/main" w="9525">
            <a:solidFill>
              <a:srgbClr val="C79B46"/>
            </a:solidFill>
            <a:prstDash val="solid"/>
          </a:ln>
        </p:spPr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2EB77F1D-B053-4435-919D-4FECC2E67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42950"/>
            <a:ext cx="5562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75" b="0" i="1">
                <a:solidFill>
                  <a:srgbClr val="52654E"/>
                </a:solidFill>
              </a:defRPr>
            </a:pPr>
            <a:r>
              <a:rPr sz="2475" b="0" i="1">
                <a:solidFill>
                  <a:srgbClr val="52654E"/>
                </a:solidFill>
              </a:rPr>
              <a:t>Photography &amp; Video Budget</a:t>
            </a:r>
          </a:p>
        </p:txBody>
      </p:sp>
      <p:sp>
        <p:nvSpPr>
          <p:cNvPr id="4" name="page-subtitle">
            <a:extLst xmlns:a="http://schemas.openxmlformats.org/drawingml/2006/main">
              <a:ext uri="{FF2B5EF4-FFF2-40B4-BE49-F238E27FC236}">
                <a16:creationId xmlns:a16="http://schemas.microsoft.com/office/drawing/2014/main" id="{9FE8F6B9-103F-4BDB-B9A6-0E74622D8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219200"/>
            <a:ext cx="461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C79B46"/>
                </a:solidFill>
              </a:defRPr>
            </a:pPr>
            <a:r>
              <a:rPr sz="975" b="0" i="0">
                <a:solidFill>
                  <a:srgbClr val="C79B46"/>
                </a:solidFill>
              </a:rPr>
              <a:t>PLAN, TRACK AND RECONCILE</a:t>
            </a:r>
          </a:p>
        </p:txBody>
      </p:sp>
      <p:sp>
        <p:nvSpPr>
          <p:cNvPr id="5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A50E8953-EE97-44DF-89BF-252DA7819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581150"/>
            <a:ext cx="85725" cy="857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C79B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A88C46DD-7978-42B6-96FE-53906217F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966787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C79B46"/>
                </a:solidFill>
              </a:defRPr>
            </a:pPr>
            <a:r>
              <a:rPr sz="750" b="0" i="0">
                <a:solidFill>
                  <a:srgbClr val="C79B46"/>
                </a:solidFill>
              </a:rPr>
              <a:t>019</a:t>
            </a:r>
          </a:p>
        </p:txBody>
      </p:sp>
      <p:sp>
        <p:nvSpPr>
          <p:cNvPr id="7" name="table-header">
            <a:extLst xmlns:a="http://schemas.openxmlformats.org/drawingml/2006/main">
              <a:ext uri="{FF2B5EF4-FFF2-40B4-BE49-F238E27FC236}">
                <a16:creationId xmlns:a16="http://schemas.microsoft.com/office/drawing/2014/main" id="{16AA7CB3-8EC0-4B69-9212-08054FD3C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57340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8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F38442BD-B3D0-4021-A330-36B70D44B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573405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7B61"/>
            </a:solidFill>
            <a:prstDash val="solid"/>
          </a:ln>
        </p:spPr>
      </p:sp>
      <p:sp>
        <p:nvSpPr>
          <p:cNvPr id="9" name="table-v">
            <a:extLst xmlns:a="http://schemas.openxmlformats.org/drawingml/2006/main">
              <a:ext uri="{FF2B5EF4-FFF2-40B4-BE49-F238E27FC236}">
                <a16:creationId xmlns:a16="http://schemas.microsoft.com/office/drawing/2014/main" id="{6FA3AD13-58ED-45B7-9166-A764D381A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7913" y="2000250"/>
            <a:ext cx="6668" cy="408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able-v">
            <a:extLst xmlns:a="http://schemas.openxmlformats.org/drawingml/2006/main">
              <a:ext uri="{FF2B5EF4-FFF2-40B4-BE49-F238E27FC236}">
                <a16:creationId xmlns:a16="http://schemas.microsoft.com/office/drawing/2014/main" id="{F771589B-46A7-4800-921D-28D1C486B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2000250"/>
            <a:ext cx="6668" cy="408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able-v">
            <a:extLst xmlns:a="http://schemas.openxmlformats.org/drawingml/2006/main">
              <a:ext uri="{FF2B5EF4-FFF2-40B4-BE49-F238E27FC236}">
                <a16:creationId xmlns:a16="http://schemas.microsoft.com/office/drawing/2014/main" id="{15AED522-AD13-4657-BD61-123060562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4938" y="2000250"/>
            <a:ext cx="6668" cy="408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able-h">
            <a:extLst xmlns:a="http://schemas.openxmlformats.org/drawingml/2006/main">
              <a:ext uri="{FF2B5EF4-FFF2-40B4-BE49-F238E27FC236}">
                <a16:creationId xmlns:a16="http://schemas.microsoft.com/office/drawing/2014/main" id="{EE4C85F9-2645-4328-BC2B-4AF98BE52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1457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able-h">
            <a:extLst xmlns:a="http://schemas.openxmlformats.org/drawingml/2006/main">
              <a:ext uri="{FF2B5EF4-FFF2-40B4-BE49-F238E27FC236}">
                <a16:creationId xmlns:a16="http://schemas.microsoft.com/office/drawing/2014/main" id="{038FF208-8FFE-4E3D-B1A5-A56730215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2890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able-h">
            <a:extLst xmlns:a="http://schemas.openxmlformats.org/drawingml/2006/main">
              <a:ext uri="{FF2B5EF4-FFF2-40B4-BE49-F238E27FC236}">
                <a16:creationId xmlns:a16="http://schemas.microsoft.com/office/drawing/2014/main" id="{15C4F9F8-18F7-4AB7-80C3-C4B817929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4322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able-h">
            <a:extLst xmlns:a="http://schemas.openxmlformats.org/drawingml/2006/main">
              <a:ext uri="{FF2B5EF4-FFF2-40B4-BE49-F238E27FC236}">
                <a16:creationId xmlns:a16="http://schemas.microsoft.com/office/drawing/2014/main" id="{DCA24BE6-5409-425E-BF62-991FC33DF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5755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able-h">
            <a:extLst xmlns:a="http://schemas.openxmlformats.org/drawingml/2006/main">
              <a:ext uri="{FF2B5EF4-FFF2-40B4-BE49-F238E27FC236}">
                <a16:creationId xmlns:a16="http://schemas.microsoft.com/office/drawing/2014/main" id="{BD2CEB19-1E89-41EE-880E-32382AF02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7187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able-h">
            <a:extLst xmlns:a="http://schemas.openxmlformats.org/drawingml/2006/main">
              <a:ext uri="{FF2B5EF4-FFF2-40B4-BE49-F238E27FC236}">
                <a16:creationId xmlns:a16="http://schemas.microsoft.com/office/drawing/2014/main" id="{64F1739B-ECAA-46DF-971C-01BCB5022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8620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able-h">
            <a:extLst xmlns:a="http://schemas.openxmlformats.org/drawingml/2006/main">
              <a:ext uri="{FF2B5EF4-FFF2-40B4-BE49-F238E27FC236}">
                <a16:creationId xmlns:a16="http://schemas.microsoft.com/office/drawing/2014/main" id="{E4D3CF82-54A9-4DFA-A49A-26B532A3C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0052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able-h">
            <a:extLst xmlns:a="http://schemas.openxmlformats.org/drawingml/2006/main">
              <a:ext uri="{FF2B5EF4-FFF2-40B4-BE49-F238E27FC236}">
                <a16:creationId xmlns:a16="http://schemas.microsoft.com/office/drawing/2014/main" id="{76FA1AB3-46F1-43F1-B309-999D1670E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1485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able-h">
            <a:extLst xmlns:a="http://schemas.openxmlformats.org/drawingml/2006/main">
              <a:ext uri="{FF2B5EF4-FFF2-40B4-BE49-F238E27FC236}">
                <a16:creationId xmlns:a16="http://schemas.microsoft.com/office/drawing/2014/main" id="{B298D7D9-24BC-4228-8CD4-D9BC4766C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2917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able-h">
            <a:extLst xmlns:a="http://schemas.openxmlformats.org/drawingml/2006/main">
              <a:ext uri="{FF2B5EF4-FFF2-40B4-BE49-F238E27FC236}">
                <a16:creationId xmlns:a16="http://schemas.microsoft.com/office/drawing/2014/main" id="{241136D3-EAFB-4BE3-AB4F-3DF38F6DB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4350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able-h">
            <a:extLst xmlns:a="http://schemas.openxmlformats.org/drawingml/2006/main">
              <a:ext uri="{FF2B5EF4-FFF2-40B4-BE49-F238E27FC236}">
                <a16:creationId xmlns:a16="http://schemas.microsoft.com/office/drawing/2014/main" id="{E94FF23C-7949-4215-B8BD-8645C2F73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5782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able-h">
            <a:extLst xmlns:a="http://schemas.openxmlformats.org/drawingml/2006/main">
              <a:ext uri="{FF2B5EF4-FFF2-40B4-BE49-F238E27FC236}">
                <a16:creationId xmlns:a16="http://schemas.microsoft.com/office/drawing/2014/main" id="{A9D0C2FF-5740-47F7-98BF-F409624B2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7215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-ITEM">
            <a:extLst xmlns:a="http://schemas.openxmlformats.org/drawingml/2006/main">
              <a:ext uri="{FF2B5EF4-FFF2-40B4-BE49-F238E27FC236}">
                <a16:creationId xmlns:a16="http://schemas.microsoft.com/office/drawing/2014/main" id="{B35AE08E-302B-454C-BBDA-27AC00450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143351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FFFFFF"/>
                </a:solidFill>
              </a:defRPr>
            </a:pPr>
            <a:r>
              <a:rPr sz="825" b="0" i="0">
                <a:solidFill>
                  <a:srgbClr val="FFFFFF"/>
                </a:solidFill>
              </a:rPr>
              <a:t>ITEM</a:t>
            </a:r>
          </a:p>
        </p:txBody>
      </p:sp>
      <p:sp>
        <p:nvSpPr>
          <p:cNvPr id="25" name="text-ESTIMATED">
            <a:extLst xmlns:a="http://schemas.openxmlformats.org/drawingml/2006/main">
              <a:ext uri="{FF2B5EF4-FFF2-40B4-BE49-F238E27FC236}">
                <a16:creationId xmlns:a16="http://schemas.microsoft.com/office/drawing/2014/main" id="{EEDD5741-DF1E-4EAD-A30B-95BDAEB5B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7913" y="2000250"/>
            <a:ext cx="143351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FFFFFF"/>
                </a:solidFill>
              </a:defRPr>
            </a:pPr>
            <a:r>
              <a:rPr sz="825" b="0" i="0">
                <a:solidFill>
                  <a:srgbClr val="FFFFFF"/>
                </a:solidFill>
              </a:rPr>
              <a:t>ESTIMATED</a:t>
            </a:r>
          </a:p>
        </p:txBody>
      </p:sp>
      <p:sp>
        <p:nvSpPr>
          <p:cNvPr id="26" name="text-ACTUAL">
            <a:extLst xmlns:a="http://schemas.openxmlformats.org/drawingml/2006/main">
              <a:ext uri="{FF2B5EF4-FFF2-40B4-BE49-F238E27FC236}">
                <a16:creationId xmlns:a16="http://schemas.microsoft.com/office/drawing/2014/main" id="{16A40245-F7A6-4700-9CEB-F407B5992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2000250"/>
            <a:ext cx="143351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FFFFFF"/>
                </a:solidFill>
              </a:defRPr>
            </a:pPr>
            <a:r>
              <a:rPr sz="825" b="0" i="0">
                <a:solidFill>
                  <a:srgbClr val="FFFFFF"/>
                </a:solidFill>
              </a:rPr>
              <a:t>ACTUAL</a:t>
            </a:r>
          </a:p>
        </p:txBody>
      </p:sp>
      <p:sp>
        <p:nvSpPr>
          <p:cNvPr id="27" name="text-PAID">
            <a:extLst xmlns:a="http://schemas.openxmlformats.org/drawingml/2006/main">
              <a:ext uri="{FF2B5EF4-FFF2-40B4-BE49-F238E27FC236}">
                <a16:creationId xmlns:a16="http://schemas.microsoft.com/office/drawing/2014/main" id="{A363DE24-932E-4B5B-9045-4DDFFD53B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4938" y="2000250"/>
            <a:ext cx="143351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FFFFFF"/>
                </a:solidFill>
              </a:defRPr>
            </a:pPr>
            <a:r>
              <a:rPr sz="825" b="0" i="0">
                <a:solidFill>
                  <a:srgbClr val="FFFFFF"/>
                </a:solidFill>
              </a:rPr>
              <a:t>PAID</a:t>
            </a:r>
          </a:p>
        </p:txBody>
      </p:sp>
      <p:sp>
        <p:nvSpPr>
          <p:cNvPr id="28" name="text-Primary cost">
            <a:extLst xmlns:a="http://schemas.openxmlformats.org/drawingml/2006/main">
              <a:ext uri="{FF2B5EF4-FFF2-40B4-BE49-F238E27FC236}">
                <a16:creationId xmlns:a16="http://schemas.microsoft.com/office/drawing/2014/main" id="{FA34D198-E824-404C-8296-05E0160E8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314575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Primary cost</a:t>
            </a:r>
          </a:p>
        </p:txBody>
      </p:sp>
      <p:sp>
        <p:nvSpPr>
          <p:cNvPr id="29" name="text-Deposit">
            <a:extLst xmlns:a="http://schemas.openxmlformats.org/drawingml/2006/main">
              <a:ext uri="{FF2B5EF4-FFF2-40B4-BE49-F238E27FC236}">
                <a16:creationId xmlns:a16="http://schemas.microsoft.com/office/drawing/2014/main" id="{F583C7D8-306D-4578-894F-FAB646528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628900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Deposit</a:t>
            </a:r>
          </a:p>
        </p:txBody>
      </p:sp>
      <p:sp>
        <p:nvSpPr>
          <p:cNvPr id="30" name="text-Balance">
            <a:extLst xmlns:a="http://schemas.openxmlformats.org/drawingml/2006/main">
              <a:ext uri="{FF2B5EF4-FFF2-40B4-BE49-F238E27FC236}">
                <a16:creationId xmlns:a16="http://schemas.microsoft.com/office/drawing/2014/main" id="{68458C02-9DB6-4899-8C22-0313B68BC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943225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Balance</a:t>
            </a:r>
          </a:p>
        </p:txBody>
      </p:sp>
      <p:sp>
        <p:nvSpPr>
          <p:cNvPr id="31" name="text-Delivery">
            <a:extLst xmlns:a="http://schemas.openxmlformats.org/drawingml/2006/main">
              <a:ext uri="{FF2B5EF4-FFF2-40B4-BE49-F238E27FC236}">
                <a16:creationId xmlns:a16="http://schemas.microsoft.com/office/drawing/2014/main" id="{E4DE32C0-7391-4708-A9C0-B2C327DB6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57550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Delivery</a:t>
            </a:r>
          </a:p>
        </p:txBody>
      </p:sp>
      <p:sp>
        <p:nvSpPr>
          <p:cNvPr id="32" name="text-Setup">
            <a:extLst xmlns:a="http://schemas.openxmlformats.org/drawingml/2006/main">
              <a:ext uri="{FF2B5EF4-FFF2-40B4-BE49-F238E27FC236}">
                <a16:creationId xmlns:a16="http://schemas.microsoft.com/office/drawing/2014/main" id="{362B7FE7-13F7-4602-BC28-0A8B3D938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571875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Setup</a:t>
            </a:r>
          </a:p>
        </p:txBody>
      </p:sp>
      <p:sp>
        <p:nvSpPr>
          <p:cNvPr id="33" name="text-Tax / fees">
            <a:extLst xmlns:a="http://schemas.openxmlformats.org/drawingml/2006/main">
              <a:ext uri="{FF2B5EF4-FFF2-40B4-BE49-F238E27FC236}">
                <a16:creationId xmlns:a16="http://schemas.microsoft.com/office/drawing/2014/main" id="{708272D1-4EBD-408C-A4E7-469772137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886200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Tax / fees</a:t>
            </a:r>
          </a:p>
        </p:txBody>
      </p:sp>
      <p:sp>
        <p:nvSpPr>
          <p:cNvPr id="34" name="text-Tips">
            <a:extLst xmlns:a="http://schemas.openxmlformats.org/drawingml/2006/main">
              <a:ext uri="{FF2B5EF4-FFF2-40B4-BE49-F238E27FC236}">
                <a16:creationId xmlns:a16="http://schemas.microsoft.com/office/drawing/2014/main" id="{4A8E7422-AB0C-4ED2-82B5-C3FF009B1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200525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Tips</a:t>
            </a:r>
          </a:p>
        </p:txBody>
      </p:sp>
      <p:sp>
        <p:nvSpPr>
          <p:cNvPr id="35" name="text-Extras">
            <a:extLst xmlns:a="http://schemas.openxmlformats.org/drawingml/2006/main">
              <a:ext uri="{FF2B5EF4-FFF2-40B4-BE49-F238E27FC236}">
                <a16:creationId xmlns:a16="http://schemas.microsoft.com/office/drawing/2014/main" id="{8E39F660-2D83-474E-87FE-2D80CCA0F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514850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Extras</a:t>
            </a:r>
          </a:p>
        </p:txBody>
      </p:sp>
      <p:sp>
        <p:nvSpPr>
          <p:cNvPr id="36" name="text-Backup">
            <a:extLst xmlns:a="http://schemas.openxmlformats.org/drawingml/2006/main">
              <a:ext uri="{FF2B5EF4-FFF2-40B4-BE49-F238E27FC236}">
                <a16:creationId xmlns:a16="http://schemas.microsoft.com/office/drawing/2014/main" id="{6FB861CA-E7B5-4A77-B4E2-8F9E53939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829175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Backup</a:t>
            </a:r>
          </a:p>
        </p:txBody>
      </p:sp>
      <p:sp>
        <p:nvSpPr>
          <p:cNvPr id="37" name="text-Adjustment">
            <a:extLst xmlns:a="http://schemas.openxmlformats.org/drawingml/2006/main">
              <a:ext uri="{FF2B5EF4-FFF2-40B4-BE49-F238E27FC236}">
                <a16:creationId xmlns:a16="http://schemas.microsoft.com/office/drawing/2014/main" id="{0E7F238C-1547-46A2-B554-DE3ABC560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143500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Adjustment</a:t>
            </a:r>
          </a:p>
        </p:txBody>
      </p:sp>
      <p:sp>
        <p:nvSpPr>
          <p:cNvPr id="38" name="text-Other">
            <a:extLst xmlns:a="http://schemas.openxmlformats.org/drawingml/2006/main">
              <a:ext uri="{FF2B5EF4-FFF2-40B4-BE49-F238E27FC236}">
                <a16:creationId xmlns:a16="http://schemas.microsoft.com/office/drawing/2014/main" id="{0C5AC5C0-DBA8-4298-BB1A-F95A9E68C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457825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Other</a:t>
            </a:r>
          </a:p>
        </p:txBody>
      </p:sp>
      <p:sp>
        <p:nvSpPr>
          <p:cNvPr id="39" name="text-Total">
            <a:extLst xmlns:a="http://schemas.openxmlformats.org/drawingml/2006/main">
              <a:ext uri="{FF2B5EF4-FFF2-40B4-BE49-F238E27FC236}">
                <a16:creationId xmlns:a16="http://schemas.microsoft.com/office/drawing/2014/main" id="{3C69DAED-E39F-442D-A294-9EB3BEC9F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772150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Total</a:t>
            </a:r>
          </a:p>
        </p:txBody>
      </p:sp>
      <p:sp>
        <p:nvSpPr>
          <p:cNvPr id="40" name="text-NOTES">
            <a:extLst xmlns:a="http://schemas.openxmlformats.org/drawingml/2006/main">
              <a:ext uri="{FF2B5EF4-FFF2-40B4-BE49-F238E27FC236}">
                <a16:creationId xmlns:a16="http://schemas.microsoft.com/office/drawing/2014/main" id="{8F694BE8-2F05-4E56-9EED-3D6C304DE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6477000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667B61"/>
                </a:solidFill>
              </a:defRPr>
            </a:pPr>
            <a:r>
              <a:rPr sz="1125" b="0" i="0">
                <a:solidFill>
                  <a:srgbClr val="667B61"/>
                </a:solidFill>
              </a:rPr>
              <a:t>NOTES</a:t>
            </a:r>
          </a:p>
        </p:txBody>
      </p:sp>
      <p:sp>
        <p:nvSpPr>
          <p:cNvPr id="41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A2A89915-A3EF-47F8-8841-226B218CF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858000"/>
            <a:ext cx="55626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4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07457F47-7036-4D68-B859-64C4AA0A5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286625"/>
            <a:ext cx="5086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BD9A66C0-633D-49F6-8AC2-17F336E17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562850"/>
            <a:ext cx="5086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8C499DCF-DCD4-4791-B2F9-1D9589894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839075"/>
            <a:ext cx="5086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826D3C0C-1808-476B-A24A-77563C2A5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115300"/>
            <a:ext cx="5086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387E3047-B10C-488C-8773-822C8C499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391525"/>
            <a:ext cx="5086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E92263C5-7B5E-4F2E-8211-C720AB9FF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667750"/>
            <a:ext cx="5086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8BB8851C-4305-450A-B75F-C5414327C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943975"/>
            <a:ext cx="5086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30322003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C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02f20c2aec473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7562850" cy="10696575"/>
          </a:xfrm>
          <a:prstGeom xmlns:a="http://schemas.openxmlformats.org/drawingml/2006/main" prst="rect">
            <a:avLst/>
          </a:prstGeom>
        </p:spPr>
      </p:pic>
      <p:sp>
        <p:nvSpPr>
          <p:cNvPr id="2" name="soft-romantic-panel">
            <a:extLst xmlns:a="http://schemas.openxmlformats.org/drawingml/2006/main">
              <a:ext uri="{FF2B5EF4-FFF2-40B4-BE49-F238E27FC236}">
                <a16:creationId xmlns:a16="http://schemas.microsoft.com/office/drawing/2014/main" id="{683C237D-AF36-4807-9209-CD1771026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"/>
            <a:ext cx="6000750" cy="9429750"/>
          </a:xfrm>
          <a:prstGeom xmlns:a="http://schemas.openxmlformats.org/drawingml/2006/main" prst="roundRect">
            <a:avLst>
              <a:gd name="adj" fmla="val 1270"/>
            </a:avLst>
          </a:prstGeom>
          <a:solidFill xmlns:a="http://schemas.openxmlformats.org/drawingml/2006/main">
            <a:srgbClr val="FCF7F3"/>
          </a:solidFill>
          <a:ln xmlns:a="http://schemas.openxmlformats.org/drawingml/2006/main" w="9525">
            <a:solidFill>
              <a:srgbClr val="C79B46"/>
            </a:solidFill>
            <a:prstDash val="solid"/>
          </a:ln>
        </p:spPr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B948AE3A-1979-44FB-9760-7DF55D897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42950"/>
            <a:ext cx="5562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75" b="0" i="1">
                <a:solidFill>
                  <a:srgbClr val="52654E"/>
                </a:solidFill>
              </a:defRPr>
            </a:pPr>
            <a:r>
              <a:rPr sz="2475" b="0" i="1">
                <a:solidFill>
                  <a:srgbClr val="52654E"/>
                </a:solidFill>
              </a:rPr>
              <a:t>Entertainment Budget</a:t>
            </a:r>
          </a:p>
        </p:txBody>
      </p:sp>
      <p:sp>
        <p:nvSpPr>
          <p:cNvPr id="4" name="page-subtitle">
            <a:extLst xmlns:a="http://schemas.openxmlformats.org/drawingml/2006/main">
              <a:ext uri="{FF2B5EF4-FFF2-40B4-BE49-F238E27FC236}">
                <a16:creationId xmlns:a16="http://schemas.microsoft.com/office/drawing/2014/main" id="{4499C799-D7AD-4203-BAAB-7B686FEBD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219200"/>
            <a:ext cx="461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C79B46"/>
                </a:solidFill>
              </a:defRPr>
            </a:pPr>
            <a:r>
              <a:rPr sz="975" b="0" i="0">
                <a:solidFill>
                  <a:srgbClr val="C79B46"/>
                </a:solidFill>
              </a:rPr>
              <a:t>PLAN, TRACK AND RECONCILE</a:t>
            </a:r>
          </a:p>
        </p:txBody>
      </p:sp>
      <p:sp>
        <p:nvSpPr>
          <p:cNvPr id="5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E696903A-F081-4AA4-B82B-3D85BD8AD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581150"/>
            <a:ext cx="85725" cy="857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C79B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F5A37FD-77E4-47E8-A722-E6E393F0D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966787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C79B46"/>
                </a:solidFill>
              </a:defRPr>
            </a:pPr>
            <a:r>
              <a:rPr sz="750" b="0" i="0">
                <a:solidFill>
                  <a:srgbClr val="C79B46"/>
                </a:solidFill>
              </a:rPr>
              <a:t>020</a:t>
            </a:r>
          </a:p>
        </p:txBody>
      </p:sp>
      <p:sp>
        <p:nvSpPr>
          <p:cNvPr id="7" name="table-header">
            <a:extLst xmlns:a="http://schemas.openxmlformats.org/drawingml/2006/main">
              <a:ext uri="{FF2B5EF4-FFF2-40B4-BE49-F238E27FC236}">
                <a16:creationId xmlns:a16="http://schemas.microsoft.com/office/drawing/2014/main" id="{7382361F-5E38-4E83-9315-686A2CD76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57340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8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BBF16C07-223C-4F1C-B4FD-0CE16022F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573405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7B61"/>
            </a:solidFill>
            <a:prstDash val="solid"/>
          </a:ln>
        </p:spPr>
      </p:sp>
      <p:sp>
        <p:nvSpPr>
          <p:cNvPr id="9" name="table-v">
            <a:extLst xmlns:a="http://schemas.openxmlformats.org/drawingml/2006/main">
              <a:ext uri="{FF2B5EF4-FFF2-40B4-BE49-F238E27FC236}">
                <a16:creationId xmlns:a16="http://schemas.microsoft.com/office/drawing/2014/main" id="{DDC692F7-1B6B-4CFC-B4A4-377A28E35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7913" y="2000250"/>
            <a:ext cx="6668" cy="408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able-v">
            <a:extLst xmlns:a="http://schemas.openxmlformats.org/drawingml/2006/main">
              <a:ext uri="{FF2B5EF4-FFF2-40B4-BE49-F238E27FC236}">
                <a16:creationId xmlns:a16="http://schemas.microsoft.com/office/drawing/2014/main" id="{1964235C-782F-4735-BC81-51ACBB3F6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2000250"/>
            <a:ext cx="6668" cy="408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able-v">
            <a:extLst xmlns:a="http://schemas.openxmlformats.org/drawingml/2006/main">
              <a:ext uri="{FF2B5EF4-FFF2-40B4-BE49-F238E27FC236}">
                <a16:creationId xmlns:a16="http://schemas.microsoft.com/office/drawing/2014/main" id="{B1867F39-318F-494F-B4E3-00B6632AB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4938" y="2000250"/>
            <a:ext cx="6668" cy="408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able-h">
            <a:extLst xmlns:a="http://schemas.openxmlformats.org/drawingml/2006/main">
              <a:ext uri="{FF2B5EF4-FFF2-40B4-BE49-F238E27FC236}">
                <a16:creationId xmlns:a16="http://schemas.microsoft.com/office/drawing/2014/main" id="{3FE80CA0-7EB6-48E7-AAF0-C5DF0FE22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1457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able-h">
            <a:extLst xmlns:a="http://schemas.openxmlformats.org/drawingml/2006/main">
              <a:ext uri="{FF2B5EF4-FFF2-40B4-BE49-F238E27FC236}">
                <a16:creationId xmlns:a16="http://schemas.microsoft.com/office/drawing/2014/main" id="{9AA856FF-DB24-424E-950A-A83B44EFB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2890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able-h">
            <a:extLst xmlns:a="http://schemas.openxmlformats.org/drawingml/2006/main">
              <a:ext uri="{FF2B5EF4-FFF2-40B4-BE49-F238E27FC236}">
                <a16:creationId xmlns:a16="http://schemas.microsoft.com/office/drawing/2014/main" id="{A05EA7F0-FE08-4931-880C-EFAB082DA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4322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able-h">
            <a:extLst xmlns:a="http://schemas.openxmlformats.org/drawingml/2006/main">
              <a:ext uri="{FF2B5EF4-FFF2-40B4-BE49-F238E27FC236}">
                <a16:creationId xmlns:a16="http://schemas.microsoft.com/office/drawing/2014/main" id="{652F89F3-5F70-4E81-8117-677D8821E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5755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able-h">
            <a:extLst xmlns:a="http://schemas.openxmlformats.org/drawingml/2006/main">
              <a:ext uri="{FF2B5EF4-FFF2-40B4-BE49-F238E27FC236}">
                <a16:creationId xmlns:a16="http://schemas.microsoft.com/office/drawing/2014/main" id="{684676B4-74D7-4377-B9E6-D0B6330C3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7187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able-h">
            <a:extLst xmlns:a="http://schemas.openxmlformats.org/drawingml/2006/main">
              <a:ext uri="{FF2B5EF4-FFF2-40B4-BE49-F238E27FC236}">
                <a16:creationId xmlns:a16="http://schemas.microsoft.com/office/drawing/2014/main" id="{372511C4-86B1-46AF-9EA0-4435BD56F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8620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able-h">
            <a:extLst xmlns:a="http://schemas.openxmlformats.org/drawingml/2006/main">
              <a:ext uri="{FF2B5EF4-FFF2-40B4-BE49-F238E27FC236}">
                <a16:creationId xmlns:a16="http://schemas.microsoft.com/office/drawing/2014/main" id="{02864CB1-FB1A-433D-94B8-F89DAF736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0052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able-h">
            <a:extLst xmlns:a="http://schemas.openxmlformats.org/drawingml/2006/main">
              <a:ext uri="{FF2B5EF4-FFF2-40B4-BE49-F238E27FC236}">
                <a16:creationId xmlns:a16="http://schemas.microsoft.com/office/drawing/2014/main" id="{6C1C5AE1-5A15-4564-A9BE-3260BA469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1485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able-h">
            <a:extLst xmlns:a="http://schemas.openxmlformats.org/drawingml/2006/main">
              <a:ext uri="{FF2B5EF4-FFF2-40B4-BE49-F238E27FC236}">
                <a16:creationId xmlns:a16="http://schemas.microsoft.com/office/drawing/2014/main" id="{C0754F88-838A-476F-BB10-3BD232375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2917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able-h">
            <a:extLst xmlns:a="http://schemas.openxmlformats.org/drawingml/2006/main">
              <a:ext uri="{FF2B5EF4-FFF2-40B4-BE49-F238E27FC236}">
                <a16:creationId xmlns:a16="http://schemas.microsoft.com/office/drawing/2014/main" id="{0A6F368A-05A6-4AD4-A608-1B49B64E1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4350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able-h">
            <a:extLst xmlns:a="http://schemas.openxmlformats.org/drawingml/2006/main">
              <a:ext uri="{FF2B5EF4-FFF2-40B4-BE49-F238E27FC236}">
                <a16:creationId xmlns:a16="http://schemas.microsoft.com/office/drawing/2014/main" id="{6918F05D-FC45-4979-A599-002C3B5AF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5782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able-h">
            <a:extLst xmlns:a="http://schemas.openxmlformats.org/drawingml/2006/main">
              <a:ext uri="{FF2B5EF4-FFF2-40B4-BE49-F238E27FC236}">
                <a16:creationId xmlns:a16="http://schemas.microsoft.com/office/drawing/2014/main" id="{C7C29763-9DFF-40F8-96C9-8A411C4A3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7215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-ITEM">
            <a:extLst xmlns:a="http://schemas.openxmlformats.org/drawingml/2006/main">
              <a:ext uri="{FF2B5EF4-FFF2-40B4-BE49-F238E27FC236}">
                <a16:creationId xmlns:a16="http://schemas.microsoft.com/office/drawing/2014/main" id="{4FDB7A27-998D-45BD-A24C-7BC9085A8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143351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FFFFFF"/>
                </a:solidFill>
              </a:defRPr>
            </a:pPr>
            <a:r>
              <a:rPr sz="825" b="0" i="0">
                <a:solidFill>
                  <a:srgbClr val="FFFFFF"/>
                </a:solidFill>
              </a:rPr>
              <a:t>ITEM</a:t>
            </a:r>
          </a:p>
        </p:txBody>
      </p:sp>
      <p:sp>
        <p:nvSpPr>
          <p:cNvPr id="25" name="text-ESTIMATED">
            <a:extLst xmlns:a="http://schemas.openxmlformats.org/drawingml/2006/main">
              <a:ext uri="{FF2B5EF4-FFF2-40B4-BE49-F238E27FC236}">
                <a16:creationId xmlns:a16="http://schemas.microsoft.com/office/drawing/2014/main" id="{4E3BD4E4-0945-4096-A83A-DFAE0AC47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7913" y="2000250"/>
            <a:ext cx="143351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FFFFFF"/>
                </a:solidFill>
              </a:defRPr>
            </a:pPr>
            <a:r>
              <a:rPr sz="825" b="0" i="0">
                <a:solidFill>
                  <a:srgbClr val="FFFFFF"/>
                </a:solidFill>
              </a:rPr>
              <a:t>ESTIMATED</a:t>
            </a:r>
          </a:p>
        </p:txBody>
      </p:sp>
      <p:sp>
        <p:nvSpPr>
          <p:cNvPr id="26" name="text-ACTUAL">
            <a:extLst xmlns:a="http://schemas.openxmlformats.org/drawingml/2006/main">
              <a:ext uri="{FF2B5EF4-FFF2-40B4-BE49-F238E27FC236}">
                <a16:creationId xmlns:a16="http://schemas.microsoft.com/office/drawing/2014/main" id="{ACE9DF19-D3B4-41CA-A5E0-4CF6F6512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2000250"/>
            <a:ext cx="143351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FFFFFF"/>
                </a:solidFill>
              </a:defRPr>
            </a:pPr>
            <a:r>
              <a:rPr sz="825" b="0" i="0">
                <a:solidFill>
                  <a:srgbClr val="FFFFFF"/>
                </a:solidFill>
              </a:rPr>
              <a:t>ACTUAL</a:t>
            </a:r>
          </a:p>
        </p:txBody>
      </p:sp>
      <p:sp>
        <p:nvSpPr>
          <p:cNvPr id="27" name="text-PAID">
            <a:extLst xmlns:a="http://schemas.openxmlformats.org/drawingml/2006/main">
              <a:ext uri="{FF2B5EF4-FFF2-40B4-BE49-F238E27FC236}">
                <a16:creationId xmlns:a16="http://schemas.microsoft.com/office/drawing/2014/main" id="{18933D42-D628-4E83-90D6-E98A3DB58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4938" y="2000250"/>
            <a:ext cx="143351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FFFFFF"/>
                </a:solidFill>
              </a:defRPr>
            </a:pPr>
            <a:r>
              <a:rPr sz="825" b="0" i="0">
                <a:solidFill>
                  <a:srgbClr val="FFFFFF"/>
                </a:solidFill>
              </a:rPr>
              <a:t>PAID</a:t>
            </a:r>
          </a:p>
        </p:txBody>
      </p:sp>
      <p:sp>
        <p:nvSpPr>
          <p:cNvPr id="28" name="text-Primary cost">
            <a:extLst xmlns:a="http://schemas.openxmlformats.org/drawingml/2006/main">
              <a:ext uri="{FF2B5EF4-FFF2-40B4-BE49-F238E27FC236}">
                <a16:creationId xmlns:a16="http://schemas.microsoft.com/office/drawing/2014/main" id="{B408303B-673E-4B60-A12E-6354FAEBE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314575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Primary cost</a:t>
            </a:r>
          </a:p>
        </p:txBody>
      </p:sp>
      <p:sp>
        <p:nvSpPr>
          <p:cNvPr id="29" name="text-Deposit">
            <a:extLst xmlns:a="http://schemas.openxmlformats.org/drawingml/2006/main">
              <a:ext uri="{FF2B5EF4-FFF2-40B4-BE49-F238E27FC236}">
                <a16:creationId xmlns:a16="http://schemas.microsoft.com/office/drawing/2014/main" id="{08F3AB85-ABE0-49E9-A947-C832DA2BC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628900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Deposit</a:t>
            </a:r>
          </a:p>
        </p:txBody>
      </p:sp>
      <p:sp>
        <p:nvSpPr>
          <p:cNvPr id="30" name="text-Balance">
            <a:extLst xmlns:a="http://schemas.openxmlformats.org/drawingml/2006/main">
              <a:ext uri="{FF2B5EF4-FFF2-40B4-BE49-F238E27FC236}">
                <a16:creationId xmlns:a16="http://schemas.microsoft.com/office/drawing/2014/main" id="{1AEC801C-AFED-4C38-BE77-92F6C5983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943225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Balance</a:t>
            </a:r>
          </a:p>
        </p:txBody>
      </p:sp>
      <p:sp>
        <p:nvSpPr>
          <p:cNvPr id="31" name="text-Delivery">
            <a:extLst xmlns:a="http://schemas.openxmlformats.org/drawingml/2006/main">
              <a:ext uri="{FF2B5EF4-FFF2-40B4-BE49-F238E27FC236}">
                <a16:creationId xmlns:a16="http://schemas.microsoft.com/office/drawing/2014/main" id="{730793A3-08C5-44DB-B891-9F668BBF7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57550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Delivery</a:t>
            </a:r>
          </a:p>
        </p:txBody>
      </p:sp>
      <p:sp>
        <p:nvSpPr>
          <p:cNvPr id="32" name="text-Setup">
            <a:extLst xmlns:a="http://schemas.openxmlformats.org/drawingml/2006/main">
              <a:ext uri="{FF2B5EF4-FFF2-40B4-BE49-F238E27FC236}">
                <a16:creationId xmlns:a16="http://schemas.microsoft.com/office/drawing/2014/main" id="{A15753CE-D0C5-41E4-9138-AFDBF8BF5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571875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Setup</a:t>
            </a:r>
          </a:p>
        </p:txBody>
      </p:sp>
      <p:sp>
        <p:nvSpPr>
          <p:cNvPr id="33" name="text-Tax / fees">
            <a:extLst xmlns:a="http://schemas.openxmlformats.org/drawingml/2006/main">
              <a:ext uri="{FF2B5EF4-FFF2-40B4-BE49-F238E27FC236}">
                <a16:creationId xmlns:a16="http://schemas.microsoft.com/office/drawing/2014/main" id="{F8363790-3432-455E-8E24-DF0D61AAA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886200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Tax / fees</a:t>
            </a:r>
          </a:p>
        </p:txBody>
      </p:sp>
      <p:sp>
        <p:nvSpPr>
          <p:cNvPr id="34" name="text-Tips">
            <a:extLst xmlns:a="http://schemas.openxmlformats.org/drawingml/2006/main">
              <a:ext uri="{FF2B5EF4-FFF2-40B4-BE49-F238E27FC236}">
                <a16:creationId xmlns:a16="http://schemas.microsoft.com/office/drawing/2014/main" id="{8846CC45-C204-4A5C-9FFF-09B4C896E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200525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Tips</a:t>
            </a:r>
          </a:p>
        </p:txBody>
      </p:sp>
      <p:sp>
        <p:nvSpPr>
          <p:cNvPr id="35" name="text-Extras">
            <a:extLst xmlns:a="http://schemas.openxmlformats.org/drawingml/2006/main">
              <a:ext uri="{FF2B5EF4-FFF2-40B4-BE49-F238E27FC236}">
                <a16:creationId xmlns:a16="http://schemas.microsoft.com/office/drawing/2014/main" id="{29A97C11-A09B-4520-B84A-72726F76C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514850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Extras</a:t>
            </a:r>
          </a:p>
        </p:txBody>
      </p:sp>
      <p:sp>
        <p:nvSpPr>
          <p:cNvPr id="36" name="text-Backup">
            <a:extLst xmlns:a="http://schemas.openxmlformats.org/drawingml/2006/main">
              <a:ext uri="{FF2B5EF4-FFF2-40B4-BE49-F238E27FC236}">
                <a16:creationId xmlns:a16="http://schemas.microsoft.com/office/drawing/2014/main" id="{8C95F71E-733F-41EE-A894-314CEEBF1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829175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Backup</a:t>
            </a:r>
          </a:p>
        </p:txBody>
      </p:sp>
      <p:sp>
        <p:nvSpPr>
          <p:cNvPr id="37" name="text-Adjustment">
            <a:extLst xmlns:a="http://schemas.openxmlformats.org/drawingml/2006/main">
              <a:ext uri="{FF2B5EF4-FFF2-40B4-BE49-F238E27FC236}">
                <a16:creationId xmlns:a16="http://schemas.microsoft.com/office/drawing/2014/main" id="{2F51E789-DC4E-488B-9B67-1EB3F8FFA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143500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Adjustment</a:t>
            </a:r>
          </a:p>
        </p:txBody>
      </p:sp>
      <p:sp>
        <p:nvSpPr>
          <p:cNvPr id="38" name="text-Other">
            <a:extLst xmlns:a="http://schemas.openxmlformats.org/drawingml/2006/main">
              <a:ext uri="{FF2B5EF4-FFF2-40B4-BE49-F238E27FC236}">
                <a16:creationId xmlns:a16="http://schemas.microsoft.com/office/drawing/2014/main" id="{1CD8DF5E-2B89-429B-A23D-8C7E2D363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457825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Other</a:t>
            </a:r>
          </a:p>
        </p:txBody>
      </p:sp>
      <p:sp>
        <p:nvSpPr>
          <p:cNvPr id="39" name="text-Total">
            <a:extLst xmlns:a="http://schemas.openxmlformats.org/drawingml/2006/main">
              <a:ext uri="{FF2B5EF4-FFF2-40B4-BE49-F238E27FC236}">
                <a16:creationId xmlns:a16="http://schemas.microsoft.com/office/drawing/2014/main" id="{7D868A94-EC01-44BA-80DD-2AECB4063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772150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Total</a:t>
            </a:r>
          </a:p>
        </p:txBody>
      </p:sp>
      <p:sp>
        <p:nvSpPr>
          <p:cNvPr id="40" name="text-NOTES">
            <a:extLst xmlns:a="http://schemas.openxmlformats.org/drawingml/2006/main">
              <a:ext uri="{FF2B5EF4-FFF2-40B4-BE49-F238E27FC236}">
                <a16:creationId xmlns:a16="http://schemas.microsoft.com/office/drawing/2014/main" id="{4D74F7FB-27CB-4B97-AD4A-A35750DC6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6477000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667B61"/>
                </a:solidFill>
              </a:defRPr>
            </a:pPr>
            <a:r>
              <a:rPr sz="1125" b="0" i="0">
                <a:solidFill>
                  <a:srgbClr val="667B61"/>
                </a:solidFill>
              </a:rPr>
              <a:t>NOTES</a:t>
            </a:r>
          </a:p>
        </p:txBody>
      </p:sp>
      <p:sp>
        <p:nvSpPr>
          <p:cNvPr id="41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376F10DD-0F78-450F-BE36-BB307C870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858000"/>
            <a:ext cx="55626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4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C5B30DF2-4959-4EFD-8A9C-43FFDBD58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286625"/>
            <a:ext cx="5086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3E912502-A7FA-4C9B-8B8D-217A06515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562850"/>
            <a:ext cx="5086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0C82F95C-D33C-43E3-B41F-EB48A3D66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839075"/>
            <a:ext cx="5086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0E4A8B26-ADB9-452C-8F9B-13683C798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115300"/>
            <a:ext cx="5086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34FA433B-8C96-4EBF-9BFF-C46A9F6DE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391525"/>
            <a:ext cx="5086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8AADEC91-F63A-42C4-8394-8D9E25C71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667750"/>
            <a:ext cx="5086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22D7A786-6BA4-41C2-B6AB-C2FA713AD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943975"/>
            <a:ext cx="5086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882379808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C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441bf210c24e3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7562850" cy="10696575"/>
          </a:xfrm>
          <a:prstGeom xmlns:a="http://schemas.openxmlformats.org/drawingml/2006/main" prst="rect">
            <a:avLst/>
          </a:prstGeom>
        </p:spPr>
      </p:pic>
      <p:sp>
        <p:nvSpPr>
          <p:cNvPr id="2" name="soft-romantic-panel">
            <a:extLst xmlns:a="http://schemas.openxmlformats.org/drawingml/2006/main">
              <a:ext uri="{FF2B5EF4-FFF2-40B4-BE49-F238E27FC236}">
                <a16:creationId xmlns:a16="http://schemas.microsoft.com/office/drawing/2014/main" id="{21C2D522-4D0E-4AEC-9DEB-F688E7B6F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"/>
            <a:ext cx="6000750" cy="9429750"/>
          </a:xfrm>
          <a:prstGeom xmlns:a="http://schemas.openxmlformats.org/drawingml/2006/main" prst="roundRect">
            <a:avLst>
              <a:gd name="adj" fmla="val 1270"/>
            </a:avLst>
          </a:prstGeom>
          <a:solidFill xmlns:a="http://schemas.openxmlformats.org/drawingml/2006/main">
            <a:srgbClr val="FCF7F3"/>
          </a:solidFill>
          <a:ln xmlns:a="http://schemas.openxmlformats.org/drawingml/2006/main" w="9525">
            <a:solidFill>
              <a:srgbClr val="C79B46"/>
            </a:solidFill>
            <a:prstDash val="solid"/>
          </a:ln>
        </p:spPr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E7B1CAE7-5769-49E4-AAC5-DFF183317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42950"/>
            <a:ext cx="5562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75" b="0" i="1">
                <a:solidFill>
                  <a:srgbClr val="52654E"/>
                </a:solidFill>
              </a:defRPr>
            </a:pPr>
            <a:r>
              <a:rPr sz="2475" b="0" i="1">
                <a:solidFill>
                  <a:srgbClr val="52654E"/>
                </a:solidFill>
              </a:rPr>
              <a:t>Stationery Budget</a:t>
            </a:r>
          </a:p>
        </p:txBody>
      </p:sp>
      <p:sp>
        <p:nvSpPr>
          <p:cNvPr id="4" name="page-subtitle">
            <a:extLst xmlns:a="http://schemas.openxmlformats.org/drawingml/2006/main">
              <a:ext uri="{FF2B5EF4-FFF2-40B4-BE49-F238E27FC236}">
                <a16:creationId xmlns:a16="http://schemas.microsoft.com/office/drawing/2014/main" id="{0FAF3999-A2E6-4306-88E2-C0FDE513E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219200"/>
            <a:ext cx="461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C79B46"/>
                </a:solidFill>
              </a:defRPr>
            </a:pPr>
            <a:r>
              <a:rPr sz="975" b="0" i="0">
                <a:solidFill>
                  <a:srgbClr val="C79B46"/>
                </a:solidFill>
              </a:rPr>
              <a:t>PLAN, TRACK AND RECONCILE</a:t>
            </a:r>
          </a:p>
        </p:txBody>
      </p:sp>
      <p:sp>
        <p:nvSpPr>
          <p:cNvPr id="5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293902E6-1BA3-4548-9D94-8EFB9E1DD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581150"/>
            <a:ext cx="85725" cy="857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C79B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6BF748C-6306-4F83-911B-2EA713330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966787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C79B46"/>
                </a:solidFill>
              </a:defRPr>
            </a:pPr>
            <a:r>
              <a:rPr sz="750" b="0" i="0">
                <a:solidFill>
                  <a:srgbClr val="C79B46"/>
                </a:solidFill>
              </a:rPr>
              <a:t>021</a:t>
            </a:r>
          </a:p>
        </p:txBody>
      </p:sp>
      <p:sp>
        <p:nvSpPr>
          <p:cNvPr id="7" name="table-header">
            <a:extLst xmlns:a="http://schemas.openxmlformats.org/drawingml/2006/main">
              <a:ext uri="{FF2B5EF4-FFF2-40B4-BE49-F238E27FC236}">
                <a16:creationId xmlns:a16="http://schemas.microsoft.com/office/drawing/2014/main" id="{94DE72F5-9966-4A00-887B-04207D05F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57340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8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07A009D7-9D64-422C-A724-7D2F6FD6B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573405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7B61"/>
            </a:solidFill>
            <a:prstDash val="solid"/>
          </a:ln>
        </p:spPr>
      </p:sp>
      <p:sp>
        <p:nvSpPr>
          <p:cNvPr id="9" name="table-v">
            <a:extLst xmlns:a="http://schemas.openxmlformats.org/drawingml/2006/main">
              <a:ext uri="{FF2B5EF4-FFF2-40B4-BE49-F238E27FC236}">
                <a16:creationId xmlns:a16="http://schemas.microsoft.com/office/drawing/2014/main" id="{5B451776-C4B7-4DF2-957B-65511EDDF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7913" y="2000250"/>
            <a:ext cx="6668" cy="408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able-v">
            <a:extLst xmlns:a="http://schemas.openxmlformats.org/drawingml/2006/main">
              <a:ext uri="{FF2B5EF4-FFF2-40B4-BE49-F238E27FC236}">
                <a16:creationId xmlns:a16="http://schemas.microsoft.com/office/drawing/2014/main" id="{17EFEA14-1133-4893-A128-9B41F1C93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2000250"/>
            <a:ext cx="6668" cy="408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able-v">
            <a:extLst xmlns:a="http://schemas.openxmlformats.org/drawingml/2006/main">
              <a:ext uri="{FF2B5EF4-FFF2-40B4-BE49-F238E27FC236}">
                <a16:creationId xmlns:a16="http://schemas.microsoft.com/office/drawing/2014/main" id="{6E51D140-C142-453F-9031-4385D2554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4938" y="2000250"/>
            <a:ext cx="6668" cy="408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able-h">
            <a:extLst xmlns:a="http://schemas.openxmlformats.org/drawingml/2006/main">
              <a:ext uri="{FF2B5EF4-FFF2-40B4-BE49-F238E27FC236}">
                <a16:creationId xmlns:a16="http://schemas.microsoft.com/office/drawing/2014/main" id="{B63F1868-432A-4E88-97A2-3E045AA4A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1457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able-h">
            <a:extLst xmlns:a="http://schemas.openxmlformats.org/drawingml/2006/main">
              <a:ext uri="{FF2B5EF4-FFF2-40B4-BE49-F238E27FC236}">
                <a16:creationId xmlns:a16="http://schemas.microsoft.com/office/drawing/2014/main" id="{A5182506-DE00-4637-812E-B829D2E2C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2890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able-h">
            <a:extLst xmlns:a="http://schemas.openxmlformats.org/drawingml/2006/main">
              <a:ext uri="{FF2B5EF4-FFF2-40B4-BE49-F238E27FC236}">
                <a16:creationId xmlns:a16="http://schemas.microsoft.com/office/drawing/2014/main" id="{EF6C979A-9CD6-41A5-BF5B-8A52DBC34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4322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able-h">
            <a:extLst xmlns:a="http://schemas.openxmlformats.org/drawingml/2006/main">
              <a:ext uri="{FF2B5EF4-FFF2-40B4-BE49-F238E27FC236}">
                <a16:creationId xmlns:a16="http://schemas.microsoft.com/office/drawing/2014/main" id="{CA0D2063-0DB2-48A2-9EC8-FFFFF7547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5755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able-h">
            <a:extLst xmlns:a="http://schemas.openxmlformats.org/drawingml/2006/main">
              <a:ext uri="{FF2B5EF4-FFF2-40B4-BE49-F238E27FC236}">
                <a16:creationId xmlns:a16="http://schemas.microsoft.com/office/drawing/2014/main" id="{51CC3F31-2B59-4195-9017-183EDB50B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7187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able-h">
            <a:extLst xmlns:a="http://schemas.openxmlformats.org/drawingml/2006/main">
              <a:ext uri="{FF2B5EF4-FFF2-40B4-BE49-F238E27FC236}">
                <a16:creationId xmlns:a16="http://schemas.microsoft.com/office/drawing/2014/main" id="{AB3C54E1-83D4-49F9-AEDA-4576B4362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8620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able-h">
            <a:extLst xmlns:a="http://schemas.openxmlformats.org/drawingml/2006/main">
              <a:ext uri="{FF2B5EF4-FFF2-40B4-BE49-F238E27FC236}">
                <a16:creationId xmlns:a16="http://schemas.microsoft.com/office/drawing/2014/main" id="{8768BBBD-22ED-4034-A390-23C7AC6DE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0052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able-h">
            <a:extLst xmlns:a="http://schemas.openxmlformats.org/drawingml/2006/main">
              <a:ext uri="{FF2B5EF4-FFF2-40B4-BE49-F238E27FC236}">
                <a16:creationId xmlns:a16="http://schemas.microsoft.com/office/drawing/2014/main" id="{7DE18013-5C64-408E-8EDC-60F4A77B9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1485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able-h">
            <a:extLst xmlns:a="http://schemas.openxmlformats.org/drawingml/2006/main">
              <a:ext uri="{FF2B5EF4-FFF2-40B4-BE49-F238E27FC236}">
                <a16:creationId xmlns:a16="http://schemas.microsoft.com/office/drawing/2014/main" id="{21DC6882-A47F-4E2A-BD14-F384BD65B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2917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able-h">
            <a:extLst xmlns:a="http://schemas.openxmlformats.org/drawingml/2006/main">
              <a:ext uri="{FF2B5EF4-FFF2-40B4-BE49-F238E27FC236}">
                <a16:creationId xmlns:a16="http://schemas.microsoft.com/office/drawing/2014/main" id="{F36EF758-E590-487D-8AD0-1EFEDB717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4350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able-h">
            <a:extLst xmlns:a="http://schemas.openxmlformats.org/drawingml/2006/main">
              <a:ext uri="{FF2B5EF4-FFF2-40B4-BE49-F238E27FC236}">
                <a16:creationId xmlns:a16="http://schemas.microsoft.com/office/drawing/2014/main" id="{12DA8FE1-9C7E-42C7-89E9-A81E7FBA2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5782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able-h">
            <a:extLst xmlns:a="http://schemas.openxmlformats.org/drawingml/2006/main">
              <a:ext uri="{FF2B5EF4-FFF2-40B4-BE49-F238E27FC236}">
                <a16:creationId xmlns:a16="http://schemas.microsoft.com/office/drawing/2014/main" id="{40CC7A83-E3A8-4151-9F2F-42A82B631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7215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-ITEM">
            <a:extLst xmlns:a="http://schemas.openxmlformats.org/drawingml/2006/main">
              <a:ext uri="{FF2B5EF4-FFF2-40B4-BE49-F238E27FC236}">
                <a16:creationId xmlns:a16="http://schemas.microsoft.com/office/drawing/2014/main" id="{0AB23BCC-561B-4C50-830C-41774E18C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143351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FFFFFF"/>
                </a:solidFill>
              </a:defRPr>
            </a:pPr>
            <a:r>
              <a:rPr sz="825" b="0" i="0">
                <a:solidFill>
                  <a:srgbClr val="FFFFFF"/>
                </a:solidFill>
              </a:rPr>
              <a:t>ITEM</a:t>
            </a:r>
          </a:p>
        </p:txBody>
      </p:sp>
      <p:sp>
        <p:nvSpPr>
          <p:cNvPr id="25" name="text-ESTIMATED">
            <a:extLst xmlns:a="http://schemas.openxmlformats.org/drawingml/2006/main">
              <a:ext uri="{FF2B5EF4-FFF2-40B4-BE49-F238E27FC236}">
                <a16:creationId xmlns:a16="http://schemas.microsoft.com/office/drawing/2014/main" id="{D2CF2BBA-F89E-44C9-8024-C2667ECC8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7913" y="2000250"/>
            <a:ext cx="143351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FFFFFF"/>
                </a:solidFill>
              </a:defRPr>
            </a:pPr>
            <a:r>
              <a:rPr sz="825" b="0" i="0">
                <a:solidFill>
                  <a:srgbClr val="FFFFFF"/>
                </a:solidFill>
              </a:rPr>
              <a:t>ESTIMATED</a:t>
            </a:r>
          </a:p>
        </p:txBody>
      </p:sp>
      <p:sp>
        <p:nvSpPr>
          <p:cNvPr id="26" name="text-ACTUAL">
            <a:extLst xmlns:a="http://schemas.openxmlformats.org/drawingml/2006/main">
              <a:ext uri="{FF2B5EF4-FFF2-40B4-BE49-F238E27FC236}">
                <a16:creationId xmlns:a16="http://schemas.microsoft.com/office/drawing/2014/main" id="{B8E8331D-6943-488A-88C6-468876542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2000250"/>
            <a:ext cx="143351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FFFFFF"/>
                </a:solidFill>
              </a:defRPr>
            </a:pPr>
            <a:r>
              <a:rPr sz="825" b="0" i="0">
                <a:solidFill>
                  <a:srgbClr val="FFFFFF"/>
                </a:solidFill>
              </a:rPr>
              <a:t>ACTUAL</a:t>
            </a:r>
          </a:p>
        </p:txBody>
      </p:sp>
      <p:sp>
        <p:nvSpPr>
          <p:cNvPr id="27" name="text-PAID">
            <a:extLst xmlns:a="http://schemas.openxmlformats.org/drawingml/2006/main">
              <a:ext uri="{FF2B5EF4-FFF2-40B4-BE49-F238E27FC236}">
                <a16:creationId xmlns:a16="http://schemas.microsoft.com/office/drawing/2014/main" id="{3E1D408C-72F2-4E31-9805-EDEC2212D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4938" y="2000250"/>
            <a:ext cx="143351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FFFFFF"/>
                </a:solidFill>
              </a:defRPr>
            </a:pPr>
            <a:r>
              <a:rPr sz="825" b="0" i="0">
                <a:solidFill>
                  <a:srgbClr val="FFFFFF"/>
                </a:solidFill>
              </a:rPr>
              <a:t>PAID</a:t>
            </a:r>
          </a:p>
        </p:txBody>
      </p:sp>
      <p:sp>
        <p:nvSpPr>
          <p:cNvPr id="28" name="text-Primary cost">
            <a:extLst xmlns:a="http://schemas.openxmlformats.org/drawingml/2006/main">
              <a:ext uri="{FF2B5EF4-FFF2-40B4-BE49-F238E27FC236}">
                <a16:creationId xmlns:a16="http://schemas.microsoft.com/office/drawing/2014/main" id="{6247F54C-A0E1-4E39-9020-37490733A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314575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Primary cost</a:t>
            </a:r>
          </a:p>
        </p:txBody>
      </p:sp>
      <p:sp>
        <p:nvSpPr>
          <p:cNvPr id="29" name="text-Deposit">
            <a:extLst xmlns:a="http://schemas.openxmlformats.org/drawingml/2006/main">
              <a:ext uri="{FF2B5EF4-FFF2-40B4-BE49-F238E27FC236}">
                <a16:creationId xmlns:a16="http://schemas.microsoft.com/office/drawing/2014/main" id="{01B05BC0-8D07-456C-A5A1-359749A7F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628900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Deposit</a:t>
            </a:r>
          </a:p>
        </p:txBody>
      </p:sp>
      <p:sp>
        <p:nvSpPr>
          <p:cNvPr id="30" name="text-Balance">
            <a:extLst xmlns:a="http://schemas.openxmlformats.org/drawingml/2006/main">
              <a:ext uri="{FF2B5EF4-FFF2-40B4-BE49-F238E27FC236}">
                <a16:creationId xmlns:a16="http://schemas.microsoft.com/office/drawing/2014/main" id="{B3B75202-457E-4365-A7DD-079B3F1FD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943225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Balance</a:t>
            </a:r>
          </a:p>
        </p:txBody>
      </p:sp>
      <p:sp>
        <p:nvSpPr>
          <p:cNvPr id="31" name="text-Delivery">
            <a:extLst xmlns:a="http://schemas.openxmlformats.org/drawingml/2006/main">
              <a:ext uri="{FF2B5EF4-FFF2-40B4-BE49-F238E27FC236}">
                <a16:creationId xmlns:a16="http://schemas.microsoft.com/office/drawing/2014/main" id="{8048E147-A59F-4ACE-964F-EA2B719AF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57550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Delivery</a:t>
            </a:r>
          </a:p>
        </p:txBody>
      </p:sp>
      <p:sp>
        <p:nvSpPr>
          <p:cNvPr id="32" name="text-Setup">
            <a:extLst xmlns:a="http://schemas.openxmlformats.org/drawingml/2006/main">
              <a:ext uri="{FF2B5EF4-FFF2-40B4-BE49-F238E27FC236}">
                <a16:creationId xmlns:a16="http://schemas.microsoft.com/office/drawing/2014/main" id="{FF4C3286-8389-47B0-91F5-EF23DE00A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571875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Setup</a:t>
            </a:r>
          </a:p>
        </p:txBody>
      </p:sp>
      <p:sp>
        <p:nvSpPr>
          <p:cNvPr id="33" name="text-Tax / fees">
            <a:extLst xmlns:a="http://schemas.openxmlformats.org/drawingml/2006/main">
              <a:ext uri="{FF2B5EF4-FFF2-40B4-BE49-F238E27FC236}">
                <a16:creationId xmlns:a16="http://schemas.microsoft.com/office/drawing/2014/main" id="{B10E47F0-56A8-4A42-95DB-28C0F81D2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886200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Tax / fees</a:t>
            </a:r>
          </a:p>
        </p:txBody>
      </p:sp>
      <p:sp>
        <p:nvSpPr>
          <p:cNvPr id="34" name="text-Tips">
            <a:extLst xmlns:a="http://schemas.openxmlformats.org/drawingml/2006/main">
              <a:ext uri="{FF2B5EF4-FFF2-40B4-BE49-F238E27FC236}">
                <a16:creationId xmlns:a16="http://schemas.microsoft.com/office/drawing/2014/main" id="{623661A0-AC76-4528-8BB2-BB9720344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200525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Tips</a:t>
            </a:r>
          </a:p>
        </p:txBody>
      </p:sp>
      <p:sp>
        <p:nvSpPr>
          <p:cNvPr id="35" name="text-Extras">
            <a:extLst xmlns:a="http://schemas.openxmlformats.org/drawingml/2006/main">
              <a:ext uri="{FF2B5EF4-FFF2-40B4-BE49-F238E27FC236}">
                <a16:creationId xmlns:a16="http://schemas.microsoft.com/office/drawing/2014/main" id="{A5D2546E-B5BF-4286-89FA-FDD103C7B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514850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Extras</a:t>
            </a:r>
          </a:p>
        </p:txBody>
      </p:sp>
      <p:sp>
        <p:nvSpPr>
          <p:cNvPr id="36" name="text-Backup">
            <a:extLst xmlns:a="http://schemas.openxmlformats.org/drawingml/2006/main">
              <a:ext uri="{FF2B5EF4-FFF2-40B4-BE49-F238E27FC236}">
                <a16:creationId xmlns:a16="http://schemas.microsoft.com/office/drawing/2014/main" id="{28F5B50F-46A4-429B-A6AE-3B19D537F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829175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Backup</a:t>
            </a:r>
          </a:p>
        </p:txBody>
      </p:sp>
      <p:sp>
        <p:nvSpPr>
          <p:cNvPr id="37" name="text-Adjustment">
            <a:extLst xmlns:a="http://schemas.openxmlformats.org/drawingml/2006/main">
              <a:ext uri="{FF2B5EF4-FFF2-40B4-BE49-F238E27FC236}">
                <a16:creationId xmlns:a16="http://schemas.microsoft.com/office/drawing/2014/main" id="{9B5D63FC-FBF4-4B65-B80B-5447EDABC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143500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Adjustment</a:t>
            </a:r>
          </a:p>
        </p:txBody>
      </p:sp>
      <p:sp>
        <p:nvSpPr>
          <p:cNvPr id="38" name="text-Other">
            <a:extLst xmlns:a="http://schemas.openxmlformats.org/drawingml/2006/main">
              <a:ext uri="{FF2B5EF4-FFF2-40B4-BE49-F238E27FC236}">
                <a16:creationId xmlns:a16="http://schemas.microsoft.com/office/drawing/2014/main" id="{5518FBEE-5B52-426E-9B0B-3650E7F74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457825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Other</a:t>
            </a:r>
          </a:p>
        </p:txBody>
      </p:sp>
      <p:sp>
        <p:nvSpPr>
          <p:cNvPr id="39" name="text-Total">
            <a:extLst xmlns:a="http://schemas.openxmlformats.org/drawingml/2006/main">
              <a:ext uri="{FF2B5EF4-FFF2-40B4-BE49-F238E27FC236}">
                <a16:creationId xmlns:a16="http://schemas.microsoft.com/office/drawing/2014/main" id="{62A25E60-318D-4C64-A4F0-05ECADFF5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772150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Total</a:t>
            </a:r>
          </a:p>
        </p:txBody>
      </p:sp>
      <p:sp>
        <p:nvSpPr>
          <p:cNvPr id="40" name="text-NOTES">
            <a:extLst xmlns:a="http://schemas.openxmlformats.org/drawingml/2006/main">
              <a:ext uri="{FF2B5EF4-FFF2-40B4-BE49-F238E27FC236}">
                <a16:creationId xmlns:a16="http://schemas.microsoft.com/office/drawing/2014/main" id="{87BA4A25-54FC-4A6C-9BBF-ABA6F5CE4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6477000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667B61"/>
                </a:solidFill>
              </a:defRPr>
            </a:pPr>
            <a:r>
              <a:rPr sz="1125" b="0" i="0">
                <a:solidFill>
                  <a:srgbClr val="667B61"/>
                </a:solidFill>
              </a:rPr>
              <a:t>NOTES</a:t>
            </a:r>
          </a:p>
        </p:txBody>
      </p:sp>
      <p:sp>
        <p:nvSpPr>
          <p:cNvPr id="41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E6F6E867-6B23-4ABF-A06C-DB101978D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858000"/>
            <a:ext cx="55626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4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C7DEAC3A-81E4-4BCC-83FB-FC88542B7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286625"/>
            <a:ext cx="5086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9AF8DD7C-99E3-4E59-8C23-B76FD7D82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562850"/>
            <a:ext cx="5086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B83CBCCF-3400-4DAE-A625-1B21FFB0E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839075"/>
            <a:ext cx="5086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18D87AEA-2DCA-4B8F-B7A1-A8780F745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115300"/>
            <a:ext cx="5086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E0649362-7FE2-415A-9D33-16E24B272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391525"/>
            <a:ext cx="5086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E5CABADD-DB65-4A40-ABD1-223645BDC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667750"/>
            <a:ext cx="5086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BC5F155E-A08F-45E6-9ABA-468262605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943975"/>
            <a:ext cx="5086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237121120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C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c25833b0ea4cb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7562850" cy="10696575"/>
          </a:xfrm>
          <a:prstGeom xmlns:a="http://schemas.openxmlformats.org/drawingml/2006/main" prst="rect">
            <a:avLst/>
          </a:prstGeom>
        </p:spPr>
      </p:pic>
      <p:sp>
        <p:nvSpPr>
          <p:cNvPr id="2" name="soft-romantic-panel">
            <a:extLst xmlns:a="http://schemas.openxmlformats.org/drawingml/2006/main">
              <a:ext uri="{FF2B5EF4-FFF2-40B4-BE49-F238E27FC236}">
                <a16:creationId xmlns:a16="http://schemas.microsoft.com/office/drawing/2014/main" id="{4799703C-4188-4065-BC9B-AAEA691CC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"/>
            <a:ext cx="6000750" cy="9429750"/>
          </a:xfrm>
          <a:prstGeom xmlns:a="http://schemas.openxmlformats.org/drawingml/2006/main" prst="roundRect">
            <a:avLst>
              <a:gd name="adj" fmla="val 1270"/>
            </a:avLst>
          </a:prstGeom>
          <a:solidFill xmlns:a="http://schemas.openxmlformats.org/drawingml/2006/main">
            <a:srgbClr val="FCF7F3"/>
          </a:solidFill>
          <a:ln xmlns:a="http://schemas.openxmlformats.org/drawingml/2006/main" w="9525">
            <a:solidFill>
              <a:srgbClr val="C79B46"/>
            </a:solidFill>
            <a:prstDash val="solid"/>
          </a:ln>
        </p:spPr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F296331F-FE38-4E04-BB65-64F19E8D9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42950"/>
            <a:ext cx="5562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75" b="0" i="1">
                <a:solidFill>
                  <a:srgbClr val="52654E"/>
                </a:solidFill>
              </a:defRPr>
            </a:pPr>
            <a:r>
              <a:rPr sz="2475" b="0" i="1">
                <a:solidFill>
                  <a:srgbClr val="52654E"/>
                </a:solidFill>
              </a:rPr>
              <a:t>Transport Budget</a:t>
            </a:r>
          </a:p>
        </p:txBody>
      </p:sp>
      <p:sp>
        <p:nvSpPr>
          <p:cNvPr id="4" name="page-subtitle">
            <a:extLst xmlns:a="http://schemas.openxmlformats.org/drawingml/2006/main">
              <a:ext uri="{FF2B5EF4-FFF2-40B4-BE49-F238E27FC236}">
                <a16:creationId xmlns:a16="http://schemas.microsoft.com/office/drawing/2014/main" id="{60D9C44E-B0D2-4035-A961-9B842741B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219200"/>
            <a:ext cx="461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C79B46"/>
                </a:solidFill>
              </a:defRPr>
            </a:pPr>
            <a:r>
              <a:rPr sz="975" b="0" i="0">
                <a:solidFill>
                  <a:srgbClr val="C79B46"/>
                </a:solidFill>
              </a:rPr>
              <a:t>PLAN, TRACK AND RECONCILE</a:t>
            </a:r>
          </a:p>
        </p:txBody>
      </p:sp>
      <p:sp>
        <p:nvSpPr>
          <p:cNvPr id="5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2D18D906-72EF-4A05-8078-B989AB65F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581150"/>
            <a:ext cx="85725" cy="857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C79B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699F7B9-37E3-46C8-BA09-76C3977EE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966787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C79B46"/>
                </a:solidFill>
              </a:defRPr>
            </a:pPr>
            <a:r>
              <a:rPr sz="750" b="0" i="0">
                <a:solidFill>
                  <a:srgbClr val="C79B46"/>
                </a:solidFill>
              </a:rPr>
              <a:t>022</a:t>
            </a:r>
          </a:p>
        </p:txBody>
      </p:sp>
      <p:sp>
        <p:nvSpPr>
          <p:cNvPr id="7" name="table-header">
            <a:extLst xmlns:a="http://schemas.openxmlformats.org/drawingml/2006/main">
              <a:ext uri="{FF2B5EF4-FFF2-40B4-BE49-F238E27FC236}">
                <a16:creationId xmlns:a16="http://schemas.microsoft.com/office/drawing/2014/main" id="{9A8AF05C-5738-488A-95E6-543EA3AE6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57340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8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13CD0A65-DBDD-4A6B-8F8B-FD4A11E70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573405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7B61"/>
            </a:solidFill>
            <a:prstDash val="solid"/>
          </a:ln>
        </p:spPr>
      </p:sp>
      <p:sp>
        <p:nvSpPr>
          <p:cNvPr id="9" name="table-v">
            <a:extLst xmlns:a="http://schemas.openxmlformats.org/drawingml/2006/main">
              <a:ext uri="{FF2B5EF4-FFF2-40B4-BE49-F238E27FC236}">
                <a16:creationId xmlns:a16="http://schemas.microsoft.com/office/drawing/2014/main" id="{4CADA2A1-F9FD-47EA-809F-8EC69C08C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7913" y="2000250"/>
            <a:ext cx="6668" cy="408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able-v">
            <a:extLst xmlns:a="http://schemas.openxmlformats.org/drawingml/2006/main">
              <a:ext uri="{FF2B5EF4-FFF2-40B4-BE49-F238E27FC236}">
                <a16:creationId xmlns:a16="http://schemas.microsoft.com/office/drawing/2014/main" id="{F3B30D95-D4ED-48BD-8DD9-F3E64C7AA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2000250"/>
            <a:ext cx="6668" cy="408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able-v">
            <a:extLst xmlns:a="http://schemas.openxmlformats.org/drawingml/2006/main">
              <a:ext uri="{FF2B5EF4-FFF2-40B4-BE49-F238E27FC236}">
                <a16:creationId xmlns:a16="http://schemas.microsoft.com/office/drawing/2014/main" id="{0763182A-C20B-4341-8001-784AB1FC4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4938" y="2000250"/>
            <a:ext cx="6668" cy="408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able-h">
            <a:extLst xmlns:a="http://schemas.openxmlformats.org/drawingml/2006/main">
              <a:ext uri="{FF2B5EF4-FFF2-40B4-BE49-F238E27FC236}">
                <a16:creationId xmlns:a16="http://schemas.microsoft.com/office/drawing/2014/main" id="{11945A62-BAF5-4D1F-8875-E70DD8C96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1457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able-h">
            <a:extLst xmlns:a="http://schemas.openxmlformats.org/drawingml/2006/main">
              <a:ext uri="{FF2B5EF4-FFF2-40B4-BE49-F238E27FC236}">
                <a16:creationId xmlns:a16="http://schemas.microsoft.com/office/drawing/2014/main" id="{E5C99E2B-2F08-4404-A92F-3C5F388C6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2890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able-h">
            <a:extLst xmlns:a="http://schemas.openxmlformats.org/drawingml/2006/main">
              <a:ext uri="{FF2B5EF4-FFF2-40B4-BE49-F238E27FC236}">
                <a16:creationId xmlns:a16="http://schemas.microsoft.com/office/drawing/2014/main" id="{66A096B3-88D7-4A3A-97A4-617D6F478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4322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able-h">
            <a:extLst xmlns:a="http://schemas.openxmlformats.org/drawingml/2006/main">
              <a:ext uri="{FF2B5EF4-FFF2-40B4-BE49-F238E27FC236}">
                <a16:creationId xmlns:a16="http://schemas.microsoft.com/office/drawing/2014/main" id="{6F8B0509-8F0B-456A-B7AC-A95802E6E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5755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able-h">
            <a:extLst xmlns:a="http://schemas.openxmlformats.org/drawingml/2006/main">
              <a:ext uri="{FF2B5EF4-FFF2-40B4-BE49-F238E27FC236}">
                <a16:creationId xmlns:a16="http://schemas.microsoft.com/office/drawing/2014/main" id="{892174E5-1A79-4A0D-ACDF-CDFA19D6F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7187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able-h">
            <a:extLst xmlns:a="http://schemas.openxmlformats.org/drawingml/2006/main">
              <a:ext uri="{FF2B5EF4-FFF2-40B4-BE49-F238E27FC236}">
                <a16:creationId xmlns:a16="http://schemas.microsoft.com/office/drawing/2014/main" id="{AE5018AD-54C2-4630-8251-BCED1970E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8620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able-h">
            <a:extLst xmlns:a="http://schemas.openxmlformats.org/drawingml/2006/main">
              <a:ext uri="{FF2B5EF4-FFF2-40B4-BE49-F238E27FC236}">
                <a16:creationId xmlns:a16="http://schemas.microsoft.com/office/drawing/2014/main" id="{55F7DD00-97A4-4A3A-A001-3EA2652CF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0052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able-h">
            <a:extLst xmlns:a="http://schemas.openxmlformats.org/drawingml/2006/main">
              <a:ext uri="{FF2B5EF4-FFF2-40B4-BE49-F238E27FC236}">
                <a16:creationId xmlns:a16="http://schemas.microsoft.com/office/drawing/2014/main" id="{7B24439F-4666-4B4E-9F83-8D3FDC0A2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1485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able-h">
            <a:extLst xmlns:a="http://schemas.openxmlformats.org/drawingml/2006/main">
              <a:ext uri="{FF2B5EF4-FFF2-40B4-BE49-F238E27FC236}">
                <a16:creationId xmlns:a16="http://schemas.microsoft.com/office/drawing/2014/main" id="{A9FA8A17-E68F-4E82-8766-67FCBA1BD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2917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able-h">
            <a:extLst xmlns:a="http://schemas.openxmlformats.org/drawingml/2006/main">
              <a:ext uri="{FF2B5EF4-FFF2-40B4-BE49-F238E27FC236}">
                <a16:creationId xmlns:a16="http://schemas.microsoft.com/office/drawing/2014/main" id="{7D9B1ACB-4D72-4E1C-802A-3DC640E29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4350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able-h">
            <a:extLst xmlns:a="http://schemas.openxmlformats.org/drawingml/2006/main">
              <a:ext uri="{FF2B5EF4-FFF2-40B4-BE49-F238E27FC236}">
                <a16:creationId xmlns:a16="http://schemas.microsoft.com/office/drawing/2014/main" id="{7089B49B-B90C-41A3-9C14-8C929711B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5782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able-h">
            <a:extLst xmlns:a="http://schemas.openxmlformats.org/drawingml/2006/main">
              <a:ext uri="{FF2B5EF4-FFF2-40B4-BE49-F238E27FC236}">
                <a16:creationId xmlns:a16="http://schemas.microsoft.com/office/drawing/2014/main" id="{5A7C699F-1024-4D67-9075-03CA97C1C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7215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-ITEM">
            <a:extLst xmlns:a="http://schemas.openxmlformats.org/drawingml/2006/main">
              <a:ext uri="{FF2B5EF4-FFF2-40B4-BE49-F238E27FC236}">
                <a16:creationId xmlns:a16="http://schemas.microsoft.com/office/drawing/2014/main" id="{96577F1B-39EF-4905-B634-53CEA07E5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143351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FFFFFF"/>
                </a:solidFill>
              </a:defRPr>
            </a:pPr>
            <a:r>
              <a:rPr sz="825" b="0" i="0">
                <a:solidFill>
                  <a:srgbClr val="FFFFFF"/>
                </a:solidFill>
              </a:rPr>
              <a:t>ITEM</a:t>
            </a:r>
          </a:p>
        </p:txBody>
      </p:sp>
      <p:sp>
        <p:nvSpPr>
          <p:cNvPr id="25" name="text-ESTIMATED">
            <a:extLst xmlns:a="http://schemas.openxmlformats.org/drawingml/2006/main">
              <a:ext uri="{FF2B5EF4-FFF2-40B4-BE49-F238E27FC236}">
                <a16:creationId xmlns:a16="http://schemas.microsoft.com/office/drawing/2014/main" id="{97522906-BB91-45F0-BDB4-9959B2A40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7913" y="2000250"/>
            <a:ext cx="143351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FFFFFF"/>
                </a:solidFill>
              </a:defRPr>
            </a:pPr>
            <a:r>
              <a:rPr sz="825" b="0" i="0">
                <a:solidFill>
                  <a:srgbClr val="FFFFFF"/>
                </a:solidFill>
              </a:rPr>
              <a:t>ESTIMATED</a:t>
            </a:r>
          </a:p>
        </p:txBody>
      </p:sp>
      <p:sp>
        <p:nvSpPr>
          <p:cNvPr id="26" name="text-ACTUAL">
            <a:extLst xmlns:a="http://schemas.openxmlformats.org/drawingml/2006/main">
              <a:ext uri="{FF2B5EF4-FFF2-40B4-BE49-F238E27FC236}">
                <a16:creationId xmlns:a16="http://schemas.microsoft.com/office/drawing/2014/main" id="{E4D08980-9D38-4F3B-A1B5-0BA7724D1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2000250"/>
            <a:ext cx="143351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FFFFFF"/>
                </a:solidFill>
              </a:defRPr>
            </a:pPr>
            <a:r>
              <a:rPr sz="825" b="0" i="0">
                <a:solidFill>
                  <a:srgbClr val="FFFFFF"/>
                </a:solidFill>
              </a:rPr>
              <a:t>ACTUAL</a:t>
            </a:r>
          </a:p>
        </p:txBody>
      </p:sp>
      <p:sp>
        <p:nvSpPr>
          <p:cNvPr id="27" name="text-PAID">
            <a:extLst xmlns:a="http://schemas.openxmlformats.org/drawingml/2006/main">
              <a:ext uri="{FF2B5EF4-FFF2-40B4-BE49-F238E27FC236}">
                <a16:creationId xmlns:a16="http://schemas.microsoft.com/office/drawing/2014/main" id="{38BCEC32-9624-4F02-8FB0-049C3D058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4938" y="2000250"/>
            <a:ext cx="143351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FFFFFF"/>
                </a:solidFill>
              </a:defRPr>
            </a:pPr>
            <a:r>
              <a:rPr sz="825" b="0" i="0">
                <a:solidFill>
                  <a:srgbClr val="FFFFFF"/>
                </a:solidFill>
              </a:rPr>
              <a:t>PAID</a:t>
            </a:r>
          </a:p>
        </p:txBody>
      </p:sp>
      <p:sp>
        <p:nvSpPr>
          <p:cNvPr id="28" name="text-Primary cost">
            <a:extLst xmlns:a="http://schemas.openxmlformats.org/drawingml/2006/main">
              <a:ext uri="{FF2B5EF4-FFF2-40B4-BE49-F238E27FC236}">
                <a16:creationId xmlns:a16="http://schemas.microsoft.com/office/drawing/2014/main" id="{0737BA77-D08E-4A8C-8BE1-86DA032AB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314575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Primary cost</a:t>
            </a:r>
          </a:p>
        </p:txBody>
      </p:sp>
      <p:sp>
        <p:nvSpPr>
          <p:cNvPr id="29" name="text-Deposit">
            <a:extLst xmlns:a="http://schemas.openxmlformats.org/drawingml/2006/main">
              <a:ext uri="{FF2B5EF4-FFF2-40B4-BE49-F238E27FC236}">
                <a16:creationId xmlns:a16="http://schemas.microsoft.com/office/drawing/2014/main" id="{3A3E07BA-952E-4D11-B2AA-E3EEBD516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628900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Deposit</a:t>
            </a:r>
          </a:p>
        </p:txBody>
      </p:sp>
      <p:sp>
        <p:nvSpPr>
          <p:cNvPr id="30" name="text-Balance">
            <a:extLst xmlns:a="http://schemas.openxmlformats.org/drawingml/2006/main">
              <a:ext uri="{FF2B5EF4-FFF2-40B4-BE49-F238E27FC236}">
                <a16:creationId xmlns:a16="http://schemas.microsoft.com/office/drawing/2014/main" id="{3814A0E3-31F9-4B08-B774-28A3362C2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943225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Balance</a:t>
            </a:r>
          </a:p>
        </p:txBody>
      </p:sp>
      <p:sp>
        <p:nvSpPr>
          <p:cNvPr id="31" name="text-Delivery">
            <a:extLst xmlns:a="http://schemas.openxmlformats.org/drawingml/2006/main">
              <a:ext uri="{FF2B5EF4-FFF2-40B4-BE49-F238E27FC236}">
                <a16:creationId xmlns:a16="http://schemas.microsoft.com/office/drawing/2014/main" id="{8FF53DB5-BAA4-4A29-B138-65AE712CA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57550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Delivery</a:t>
            </a:r>
          </a:p>
        </p:txBody>
      </p:sp>
      <p:sp>
        <p:nvSpPr>
          <p:cNvPr id="32" name="text-Setup">
            <a:extLst xmlns:a="http://schemas.openxmlformats.org/drawingml/2006/main">
              <a:ext uri="{FF2B5EF4-FFF2-40B4-BE49-F238E27FC236}">
                <a16:creationId xmlns:a16="http://schemas.microsoft.com/office/drawing/2014/main" id="{61793D4C-A6CB-46F5-A6BE-7463C87B9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571875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Setup</a:t>
            </a:r>
          </a:p>
        </p:txBody>
      </p:sp>
      <p:sp>
        <p:nvSpPr>
          <p:cNvPr id="33" name="text-Tax / fees">
            <a:extLst xmlns:a="http://schemas.openxmlformats.org/drawingml/2006/main">
              <a:ext uri="{FF2B5EF4-FFF2-40B4-BE49-F238E27FC236}">
                <a16:creationId xmlns:a16="http://schemas.microsoft.com/office/drawing/2014/main" id="{90BE52D4-8B4E-4756-ACB0-DF702874B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886200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Tax / fees</a:t>
            </a:r>
          </a:p>
        </p:txBody>
      </p:sp>
      <p:sp>
        <p:nvSpPr>
          <p:cNvPr id="34" name="text-Tips">
            <a:extLst xmlns:a="http://schemas.openxmlformats.org/drawingml/2006/main">
              <a:ext uri="{FF2B5EF4-FFF2-40B4-BE49-F238E27FC236}">
                <a16:creationId xmlns:a16="http://schemas.microsoft.com/office/drawing/2014/main" id="{44B358DB-6B48-4B56-9A91-93E7B610D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200525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Tips</a:t>
            </a:r>
          </a:p>
        </p:txBody>
      </p:sp>
      <p:sp>
        <p:nvSpPr>
          <p:cNvPr id="35" name="text-Extras">
            <a:extLst xmlns:a="http://schemas.openxmlformats.org/drawingml/2006/main">
              <a:ext uri="{FF2B5EF4-FFF2-40B4-BE49-F238E27FC236}">
                <a16:creationId xmlns:a16="http://schemas.microsoft.com/office/drawing/2014/main" id="{327A77E7-F6B3-44C3-B8F4-E5193AA0E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514850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Extras</a:t>
            </a:r>
          </a:p>
        </p:txBody>
      </p:sp>
      <p:sp>
        <p:nvSpPr>
          <p:cNvPr id="36" name="text-Backup">
            <a:extLst xmlns:a="http://schemas.openxmlformats.org/drawingml/2006/main">
              <a:ext uri="{FF2B5EF4-FFF2-40B4-BE49-F238E27FC236}">
                <a16:creationId xmlns:a16="http://schemas.microsoft.com/office/drawing/2014/main" id="{4DCE0716-8AB9-4F76-BCEE-6BEDDEB04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829175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Backup</a:t>
            </a:r>
          </a:p>
        </p:txBody>
      </p:sp>
      <p:sp>
        <p:nvSpPr>
          <p:cNvPr id="37" name="text-Adjustment">
            <a:extLst xmlns:a="http://schemas.openxmlformats.org/drawingml/2006/main">
              <a:ext uri="{FF2B5EF4-FFF2-40B4-BE49-F238E27FC236}">
                <a16:creationId xmlns:a16="http://schemas.microsoft.com/office/drawing/2014/main" id="{BF88B176-0A6D-4DD4-AD6E-DA4B372E6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143500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Adjustment</a:t>
            </a:r>
          </a:p>
        </p:txBody>
      </p:sp>
      <p:sp>
        <p:nvSpPr>
          <p:cNvPr id="38" name="text-Other">
            <a:extLst xmlns:a="http://schemas.openxmlformats.org/drawingml/2006/main">
              <a:ext uri="{FF2B5EF4-FFF2-40B4-BE49-F238E27FC236}">
                <a16:creationId xmlns:a16="http://schemas.microsoft.com/office/drawing/2014/main" id="{06240172-60CB-43AB-8832-BA62626C9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457825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Other</a:t>
            </a:r>
          </a:p>
        </p:txBody>
      </p:sp>
      <p:sp>
        <p:nvSpPr>
          <p:cNvPr id="39" name="text-Total">
            <a:extLst xmlns:a="http://schemas.openxmlformats.org/drawingml/2006/main">
              <a:ext uri="{FF2B5EF4-FFF2-40B4-BE49-F238E27FC236}">
                <a16:creationId xmlns:a16="http://schemas.microsoft.com/office/drawing/2014/main" id="{1F3178CC-B21D-4C53-9AB7-DA4A42E36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772150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Total</a:t>
            </a:r>
          </a:p>
        </p:txBody>
      </p:sp>
      <p:sp>
        <p:nvSpPr>
          <p:cNvPr id="40" name="text-NOTES">
            <a:extLst xmlns:a="http://schemas.openxmlformats.org/drawingml/2006/main">
              <a:ext uri="{FF2B5EF4-FFF2-40B4-BE49-F238E27FC236}">
                <a16:creationId xmlns:a16="http://schemas.microsoft.com/office/drawing/2014/main" id="{FD48A8D6-3498-44FE-AF94-03B4D62AF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6477000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667B61"/>
                </a:solidFill>
              </a:defRPr>
            </a:pPr>
            <a:r>
              <a:rPr sz="1125" b="0" i="0">
                <a:solidFill>
                  <a:srgbClr val="667B61"/>
                </a:solidFill>
              </a:rPr>
              <a:t>NOTES</a:t>
            </a:r>
          </a:p>
        </p:txBody>
      </p:sp>
      <p:sp>
        <p:nvSpPr>
          <p:cNvPr id="41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F1750BA0-9411-43EE-B602-7AF5A3060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858000"/>
            <a:ext cx="55626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4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D764E8E2-65C7-44CA-B244-6B77F25A2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286625"/>
            <a:ext cx="5086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33C7BEF2-515B-4D1A-BB0F-AF3982717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562850"/>
            <a:ext cx="5086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0794DFF9-65E8-45C6-9938-F27748078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839075"/>
            <a:ext cx="5086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C0CC3880-680D-4CD3-9C18-9A4A8D174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115300"/>
            <a:ext cx="5086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B43EC41A-2579-4CF4-8515-A3B7F473B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391525"/>
            <a:ext cx="5086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DFD721EA-72E3-44B7-88EE-9D64303B3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667750"/>
            <a:ext cx="5086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85F850A3-577A-48B2-AC57-A37FDA6F4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943975"/>
            <a:ext cx="5086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684113969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C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1053c339f84d8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7562850" cy="10696575"/>
          </a:xfrm>
          <a:prstGeom xmlns:a="http://schemas.openxmlformats.org/drawingml/2006/main" prst="rect">
            <a:avLst/>
          </a:prstGeom>
        </p:spPr>
      </p:pic>
      <p:sp>
        <p:nvSpPr>
          <p:cNvPr id="2" name="soft-romantic-panel">
            <a:extLst xmlns:a="http://schemas.openxmlformats.org/drawingml/2006/main">
              <a:ext uri="{FF2B5EF4-FFF2-40B4-BE49-F238E27FC236}">
                <a16:creationId xmlns:a16="http://schemas.microsoft.com/office/drawing/2014/main" id="{677A0811-FB8D-424E-B6E5-DB18787DC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"/>
            <a:ext cx="6000750" cy="9429750"/>
          </a:xfrm>
          <a:prstGeom xmlns:a="http://schemas.openxmlformats.org/drawingml/2006/main" prst="roundRect">
            <a:avLst>
              <a:gd name="adj" fmla="val 1270"/>
            </a:avLst>
          </a:prstGeom>
          <a:solidFill xmlns:a="http://schemas.openxmlformats.org/drawingml/2006/main">
            <a:srgbClr val="FCF7F3"/>
          </a:solidFill>
          <a:ln xmlns:a="http://schemas.openxmlformats.org/drawingml/2006/main" w="9525">
            <a:solidFill>
              <a:srgbClr val="C79B46"/>
            </a:solidFill>
            <a:prstDash val="solid"/>
          </a:ln>
        </p:spPr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503CF481-3DD7-46F4-9C9B-A3B400DF5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42950"/>
            <a:ext cx="5562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75" b="0" i="1">
                <a:solidFill>
                  <a:srgbClr val="52654E"/>
                </a:solidFill>
              </a:defRPr>
            </a:pPr>
            <a:r>
              <a:rPr sz="2475" b="0" i="1">
                <a:solidFill>
                  <a:srgbClr val="52654E"/>
                </a:solidFill>
              </a:rPr>
              <a:t>Beauty Budget</a:t>
            </a:r>
          </a:p>
        </p:txBody>
      </p:sp>
      <p:sp>
        <p:nvSpPr>
          <p:cNvPr id="4" name="page-subtitle">
            <a:extLst xmlns:a="http://schemas.openxmlformats.org/drawingml/2006/main">
              <a:ext uri="{FF2B5EF4-FFF2-40B4-BE49-F238E27FC236}">
                <a16:creationId xmlns:a16="http://schemas.microsoft.com/office/drawing/2014/main" id="{F0C96A99-7132-4590-80CE-63F3C1209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219200"/>
            <a:ext cx="461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C79B46"/>
                </a:solidFill>
              </a:defRPr>
            </a:pPr>
            <a:r>
              <a:rPr sz="975" b="0" i="0">
                <a:solidFill>
                  <a:srgbClr val="C79B46"/>
                </a:solidFill>
              </a:rPr>
              <a:t>PLAN, TRACK AND RECONCILE</a:t>
            </a:r>
          </a:p>
        </p:txBody>
      </p:sp>
      <p:sp>
        <p:nvSpPr>
          <p:cNvPr id="5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C237E586-0E9C-431D-8CAD-79A194138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581150"/>
            <a:ext cx="85725" cy="857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C79B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088AFFF-8B47-4A37-94AB-63B62C979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966787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C79B46"/>
                </a:solidFill>
              </a:defRPr>
            </a:pPr>
            <a:r>
              <a:rPr sz="750" b="0" i="0">
                <a:solidFill>
                  <a:srgbClr val="C79B46"/>
                </a:solidFill>
              </a:rPr>
              <a:t>023</a:t>
            </a:r>
          </a:p>
        </p:txBody>
      </p:sp>
      <p:sp>
        <p:nvSpPr>
          <p:cNvPr id="7" name="table-header">
            <a:extLst xmlns:a="http://schemas.openxmlformats.org/drawingml/2006/main">
              <a:ext uri="{FF2B5EF4-FFF2-40B4-BE49-F238E27FC236}">
                <a16:creationId xmlns:a16="http://schemas.microsoft.com/office/drawing/2014/main" id="{AA954830-E9A0-4EB1-95DD-113A41CAE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57340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8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6C1174A4-441A-4DA9-89F5-4696D86E1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573405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7B61"/>
            </a:solidFill>
            <a:prstDash val="solid"/>
          </a:ln>
        </p:spPr>
      </p:sp>
      <p:sp>
        <p:nvSpPr>
          <p:cNvPr id="9" name="table-v">
            <a:extLst xmlns:a="http://schemas.openxmlformats.org/drawingml/2006/main">
              <a:ext uri="{FF2B5EF4-FFF2-40B4-BE49-F238E27FC236}">
                <a16:creationId xmlns:a16="http://schemas.microsoft.com/office/drawing/2014/main" id="{C2AF0504-44C5-4DA5-B75F-FD5C066C1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7913" y="2000250"/>
            <a:ext cx="6668" cy="408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able-v">
            <a:extLst xmlns:a="http://schemas.openxmlformats.org/drawingml/2006/main">
              <a:ext uri="{FF2B5EF4-FFF2-40B4-BE49-F238E27FC236}">
                <a16:creationId xmlns:a16="http://schemas.microsoft.com/office/drawing/2014/main" id="{308BDFED-BB0A-42C2-9458-69AFF7468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2000250"/>
            <a:ext cx="6668" cy="408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able-v">
            <a:extLst xmlns:a="http://schemas.openxmlformats.org/drawingml/2006/main">
              <a:ext uri="{FF2B5EF4-FFF2-40B4-BE49-F238E27FC236}">
                <a16:creationId xmlns:a16="http://schemas.microsoft.com/office/drawing/2014/main" id="{A9CD009A-B836-4917-A456-BDEA68699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4938" y="2000250"/>
            <a:ext cx="6668" cy="408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able-h">
            <a:extLst xmlns:a="http://schemas.openxmlformats.org/drawingml/2006/main">
              <a:ext uri="{FF2B5EF4-FFF2-40B4-BE49-F238E27FC236}">
                <a16:creationId xmlns:a16="http://schemas.microsoft.com/office/drawing/2014/main" id="{241BDEE2-5368-40D3-81D3-7477ED4A9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1457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able-h">
            <a:extLst xmlns:a="http://schemas.openxmlformats.org/drawingml/2006/main">
              <a:ext uri="{FF2B5EF4-FFF2-40B4-BE49-F238E27FC236}">
                <a16:creationId xmlns:a16="http://schemas.microsoft.com/office/drawing/2014/main" id="{6FE7A293-C4C0-4E24-B90A-E1BEDA873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2890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able-h">
            <a:extLst xmlns:a="http://schemas.openxmlformats.org/drawingml/2006/main">
              <a:ext uri="{FF2B5EF4-FFF2-40B4-BE49-F238E27FC236}">
                <a16:creationId xmlns:a16="http://schemas.microsoft.com/office/drawing/2014/main" id="{4EA99041-995C-4546-89F3-BF16C0147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4322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able-h">
            <a:extLst xmlns:a="http://schemas.openxmlformats.org/drawingml/2006/main">
              <a:ext uri="{FF2B5EF4-FFF2-40B4-BE49-F238E27FC236}">
                <a16:creationId xmlns:a16="http://schemas.microsoft.com/office/drawing/2014/main" id="{E2DA0AB7-BA1D-4A96-AD82-87FAEE088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5755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able-h">
            <a:extLst xmlns:a="http://schemas.openxmlformats.org/drawingml/2006/main">
              <a:ext uri="{FF2B5EF4-FFF2-40B4-BE49-F238E27FC236}">
                <a16:creationId xmlns:a16="http://schemas.microsoft.com/office/drawing/2014/main" id="{149BFF61-992D-47F0-9CA5-A5867247D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7187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able-h">
            <a:extLst xmlns:a="http://schemas.openxmlformats.org/drawingml/2006/main">
              <a:ext uri="{FF2B5EF4-FFF2-40B4-BE49-F238E27FC236}">
                <a16:creationId xmlns:a16="http://schemas.microsoft.com/office/drawing/2014/main" id="{3F4F36F1-CB5F-48E1-B1EE-21517B9C4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8620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able-h">
            <a:extLst xmlns:a="http://schemas.openxmlformats.org/drawingml/2006/main">
              <a:ext uri="{FF2B5EF4-FFF2-40B4-BE49-F238E27FC236}">
                <a16:creationId xmlns:a16="http://schemas.microsoft.com/office/drawing/2014/main" id="{05793126-3FFD-40D4-AC34-4EC0D46DF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0052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able-h">
            <a:extLst xmlns:a="http://schemas.openxmlformats.org/drawingml/2006/main">
              <a:ext uri="{FF2B5EF4-FFF2-40B4-BE49-F238E27FC236}">
                <a16:creationId xmlns:a16="http://schemas.microsoft.com/office/drawing/2014/main" id="{B9FA060C-D272-49A9-A6AB-D03EF7A3A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1485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able-h">
            <a:extLst xmlns:a="http://schemas.openxmlformats.org/drawingml/2006/main">
              <a:ext uri="{FF2B5EF4-FFF2-40B4-BE49-F238E27FC236}">
                <a16:creationId xmlns:a16="http://schemas.microsoft.com/office/drawing/2014/main" id="{CF6CAEDA-0FAC-4148-97B2-3B405609B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2917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able-h">
            <a:extLst xmlns:a="http://schemas.openxmlformats.org/drawingml/2006/main">
              <a:ext uri="{FF2B5EF4-FFF2-40B4-BE49-F238E27FC236}">
                <a16:creationId xmlns:a16="http://schemas.microsoft.com/office/drawing/2014/main" id="{C421087E-A919-424D-ABF0-6334D90FB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4350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able-h">
            <a:extLst xmlns:a="http://schemas.openxmlformats.org/drawingml/2006/main">
              <a:ext uri="{FF2B5EF4-FFF2-40B4-BE49-F238E27FC236}">
                <a16:creationId xmlns:a16="http://schemas.microsoft.com/office/drawing/2014/main" id="{8C4605ED-C37D-4263-A6AF-280945714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5782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able-h">
            <a:extLst xmlns:a="http://schemas.openxmlformats.org/drawingml/2006/main">
              <a:ext uri="{FF2B5EF4-FFF2-40B4-BE49-F238E27FC236}">
                <a16:creationId xmlns:a16="http://schemas.microsoft.com/office/drawing/2014/main" id="{C70FDC63-C694-4DA7-A887-D1E193D05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7215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-ITEM">
            <a:extLst xmlns:a="http://schemas.openxmlformats.org/drawingml/2006/main">
              <a:ext uri="{FF2B5EF4-FFF2-40B4-BE49-F238E27FC236}">
                <a16:creationId xmlns:a16="http://schemas.microsoft.com/office/drawing/2014/main" id="{EE2149A7-885F-4657-865A-274D45B25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143351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FFFFFF"/>
                </a:solidFill>
              </a:defRPr>
            </a:pPr>
            <a:r>
              <a:rPr sz="825" b="0" i="0">
                <a:solidFill>
                  <a:srgbClr val="FFFFFF"/>
                </a:solidFill>
              </a:rPr>
              <a:t>ITEM</a:t>
            </a:r>
          </a:p>
        </p:txBody>
      </p:sp>
      <p:sp>
        <p:nvSpPr>
          <p:cNvPr id="25" name="text-ESTIMATED">
            <a:extLst xmlns:a="http://schemas.openxmlformats.org/drawingml/2006/main">
              <a:ext uri="{FF2B5EF4-FFF2-40B4-BE49-F238E27FC236}">
                <a16:creationId xmlns:a16="http://schemas.microsoft.com/office/drawing/2014/main" id="{C56C3BB9-CBD0-44FC-A5D8-B619E2744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7913" y="2000250"/>
            <a:ext cx="143351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FFFFFF"/>
                </a:solidFill>
              </a:defRPr>
            </a:pPr>
            <a:r>
              <a:rPr sz="825" b="0" i="0">
                <a:solidFill>
                  <a:srgbClr val="FFFFFF"/>
                </a:solidFill>
              </a:rPr>
              <a:t>ESTIMATED</a:t>
            </a:r>
          </a:p>
        </p:txBody>
      </p:sp>
      <p:sp>
        <p:nvSpPr>
          <p:cNvPr id="26" name="text-ACTUAL">
            <a:extLst xmlns:a="http://schemas.openxmlformats.org/drawingml/2006/main">
              <a:ext uri="{FF2B5EF4-FFF2-40B4-BE49-F238E27FC236}">
                <a16:creationId xmlns:a16="http://schemas.microsoft.com/office/drawing/2014/main" id="{AB7E09AB-09A8-4BAF-AB84-35ACED460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2000250"/>
            <a:ext cx="143351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FFFFFF"/>
                </a:solidFill>
              </a:defRPr>
            </a:pPr>
            <a:r>
              <a:rPr sz="825" b="0" i="0">
                <a:solidFill>
                  <a:srgbClr val="FFFFFF"/>
                </a:solidFill>
              </a:rPr>
              <a:t>ACTUAL</a:t>
            </a:r>
          </a:p>
        </p:txBody>
      </p:sp>
      <p:sp>
        <p:nvSpPr>
          <p:cNvPr id="27" name="text-PAID">
            <a:extLst xmlns:a="http://schemas.openxmlformats.org/drawingml/2006/main">
              <a:ext uri="{FF2B5EF4-FFF2-40B4-BE49-F238E27FC236}">
                <a16:creationId xmlns:a16="http://schemas.microsoft.com/office/drawing/2014/main" id="{7DB6D278-9DE2-4953-81F7-2DB77F573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4938" y="2000250"/>
            <a:ext cx="143351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FFFFFF"/>
                </a:solidFill>
              </a:defRPr>
            </a:pPr>
            <a:r>
              <a:rPr sz="825" b="0" i="0">
                <a:solidFill>
                  <a:srgbClr val="FFFFFF"/>
                </a:solidFill>
              </a:rPr>
              <a:t>PAID</a:t>
            </a:r>
          </a:p>
        </p:txBody>
      </p:sp>
      <p:sp>
        <p:nvSpPr>
          <p:cNvPr id="28" name="text-Primary cost">
            <a:extLst xmlns:a="http://schemas.openxmlformats.org/drawingml/2006/main">
              <a:ext uri="{FF2B5EF4-FFF2-40B4-BE49-F238E27FC236}">
                <a16:creationId xmlns:a16="http://schemas.microsoft.com/office/drawing/2014/main" id="{45C5CA5F-342B-4BAC-AD9F-92509EEAC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314575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Primary cost</a:t>
            </a:r>
          </a:p>
        </p:txBody>
      </p:sp>
      <p:sp>
        <p:nvSpPr>
          <p:cNvPr id="29" name="text-Deposit">
            <a:extLst xmlns:a="http://schemas.openxmlformats.org/drawingml/2006/main">
              <a:ext uri="{FF2B5EF4-FFF2-40B4-BE49-F238E27FC236}">
                <a16:creationId xmlns:a16="http://schemas.microsoft.com/office/drawing/2014/main" id="{201EB1B4-D543-4369-98BA-4153F1015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628900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Deposit</a:t>
            </a:r>
          </a:p>
        </p:txBody>
      </p:sp>
      <p:sp>
        <p:nvSpPr>
          <p:cNvPr id="30" name="text-Balance">
            <a:extLst xmlns:a="http://schemas.openxmlformats.org/drawingml/2006/main">
              <a:ext uri="{FF2B5EF4-FFF2-40B4-BE49-F238E27FC236}">
                <a16:creationId xmlns:a16="http://schemas.microsoft.com/office/drawing/2014/main" id="{80BB5778-0E5B-48A6-8F11-22239EE3C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943225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Balance</a:t>
            </a:r>
          </a:p>
        </p:txBody>
      </p:sp>
      <p:sp>
        <p:nvSpPr>
          <p:cNvPr id="31" name="text-Delivery">
            <a:extLst xmlns:a="http://schemas.openxmlformats.org/drawingml/2006/main">
              <a:ext uri="{FF2B5EF4-FFF2-40B4-BE49-F238E27FC236}">
                <a16:creationId xmlns:a16="http://schemas.microsoft.com/office/drawing/2014/main" id="{9741A1B6-AD56-4E82-98E6-18F86DFB9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57550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Delivery</a:t>
            </a:r>
          </a:p>
        </p:txBody>
      </p:sp>
      <p:sp>
        <p:nvSpPr>
          <p:cNvPr id="32" name="text-Setup">
            <a:extLst xmlns:a="http://schemas.openxmlformats.org/drawingml/2006/main">
              <a:ext uri="{FF2B5EF4-FFF2-40B4-BE49-F238E27FC236}">
                <a16:creationId xmlns:a16="http://schemas.microsoft.com/office/drawing/2014/main" id="{159FEF0B-CA7B-486A-B3D0-679DA2216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571875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Setup</a:t>
            </a:r>
          </a:p>
        </p:txBody>
      </p:sp>
      <p:sp>
        <p:nvSpPr>
          <p:cNvPr id="33" name="text-Tax / fees">
            <a:extLst xmlns:a="http://schemas.openxmlformats.org/drawingml/2006/main">
              <a:ext uri="{FF2B5EF4-FFF2-40B4-BE49-F238E27FC236}">
                <a16:creationId xmlns:a16="http://schemas.microsoft.com/office/drawing/2014/main" id="{295BF6D0-0487-40BC-9D06-4D00FA5B9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886200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Tax / fees</a:t>
            </a:r>
          </a:p>
        </p:txBody>
      </p:sp>
      <p:sp>
        <p:nvSpPr>
          <p:cNvPr id="34" name="text-Tips">
            <a:extLst xmlns:a="http://schemas.openxmlformats.org/drawingml/2006/main">
              <a:ext uri="{FF2B5EF4-FFF2-40B4-BE49-F238E27FC236}">
                <a16:creationId xmlns:a16="http://schemas.microsoft.com/office/drawing/2014/main" id="{19C43CD7-B158-4407-A5C9-CDB845AFE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200525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Tips</a:t>
            </a:r>
          </a:p>
        </p:txBody>
      </p:sp>
      <p:sp>
        <p:nvSpPr>
          <p:cNvPr id="35" name="text-Extras">
            <a:extLst xmlns:a="http://schemas.openxmlformats.org/drawingml/2006/main">
              <a:ext uri="{FF2B5EF4-FFF2-40B4-BE49-F238E27FC236}">
                <a16:creationId xmlns:a16="http://schemas.microsoft.com/office/drawing/2014/main" id="{35D38160-73AD-41BC-B098-82D14A2F5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514850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Extras</a:t>
            </a:r>
          </a:p>
        </p:txBody>
      </p:sp>
      <p:sp>
        <p:nvSpPr>
          <p:cNvPr id="36" name="text-Backup">
            <a:extLst xmlns:a="http://schemas.openxmlformats.org/drawingml/2006/main">
              <a:ext uri="{FF2B5EF4-FFF2-40B4-BE49-F238E27FC236}">
                <a16:creationId xmlns:a16="http://schemas.microsoft.com/office/drawing/2014/main" id="{9E677265-8CA9-4D6E-AB70-BCDC731F7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829175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Backup</a:t>
            </a:r>
          </a:p>
        </p:txBody>
      </p:sp>
      <p:sp>
        <p:nvSpPr>
          <p:cNvPr id="37" name="text-Adjustment">
            <a:extLst xmlns:a="http://schemas.openxmlformats.org/drawingml/2006/main">
              <a:ext uri="{FF2B5EF4-FFF2-40B4-BE49-F238E27FC236}">
                <a16:creationId xmlns:a16="http://schemas.microsoft.com/office/drawing/2014/main" id="{8E0FB2B7-EB93-4AFD-B9E4-7F343F1B7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143500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Adjustment</a:t>
            </a:r>
          </a:p>
        </p:txBody>
      </p:sp>
      <p:sp>
        <p:nvSpPr>
          <p:cNvPr id="38" name="text-Other">
            <a:extLst xmlns:a="http://schemas.openxmlformats.org/drawingml/2006/main">
              <a:ext uri="{FF2B5EF4-FFF2-40B4-BE49-F238E27FC236}">
                <a16:creationId xmlns:a16="http://schemas.microsoft.com/office/drawing/2014/main" id="{75F26FBD-AD75-4FF4-A510-76B85827F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457825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Other</a:t>
            </a:r>
          </a:p>
        </p:txBody>
      </p:sp>
      <p:sp>
        <p:nvSpPr>
          <p:cNvPr id="39" name="text-Total">
            <a:extLst xmlns:a="http://schemas.openxmlformats.org/drawingml/2006/main">
              <a:ext uri="{FF2B5EF4-FFF2-40B4-BE49-F238E27FC236}">
                <a16:creationId xmlns:a16="http://schemas.microsoft.com/office/drawing/2014/main" id="{F0122276-142E-4E94-B2FC-B17A11E04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772150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Total</a:t>
            </a:r>
          </a:p>
        </p:txBody>
      </p:sp>
      <p:sp>
        <p:nvSpPr>
          <p:cNvPr id="40" name="text-NOTES">
            <a:extLst xmlns:a="http://schemas.openxmlformats.org/drawingml/2006/main">
              <a:ext uri="{FF2B5EF4-FFF2-40B4-BE49-F238E27FC236}">
                <a16:creationId xmlns:a16="http://schemas.microsoft.com/office/drawing/2014/main" id="{1A2B63D6-8F68-4532-A85E-995D10272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6477000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667B61"/>
                </a:solidFill>
              </a:defRPr>
            </a:pPr>
            <a:r>
              <a:rPr sz="1125" b="0" i="0">
                <a:solidFill>
                  <a:srgbClr val="667B61"/>
                </a:solidFill>
              </a:rPr>
              <a:t>NOTES</a:t>
            </a:r>
          </a:p>
        </p:txBody>
      </p:sp>
      <p:sp>
        <p:nvSpPr>
          <p:cNvPr id="41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901FE851-023C-4B51-965B-763F7605E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858000"/>
            <a:ext cx="55626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4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C4EFA33C-1BA4-4E75-BBB8-FEE6902B3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286625"/>
            <a:ext cx="5086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470A2EB3-C5A7-42DB-84EE-AE606DC6A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562850"/>
            <a:ext cx="5086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1763C490-6BB8-4675-BA10-1FB4230C0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839075"/>
            <a:ext cx="5086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42BECDED-A104-43D8-B437-8D655ACEB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115300"/>
            <a:ext cx="5086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09AB36FF-EBBE-4D32-A26E-394F0AC15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391525"/>
            <a:ext cx="5086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EC7AC8F2-9A98-44E3-B4D9-10F2BB6EB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667750"/>
            <a:ext cx="5086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764D59F1-BF28-4326-BD89-FACF52E4B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943975"/>
            <a:ext cx="5086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772657544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C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591c824869440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7562850" cy="10696575"/>
          </a:xfrm>
          <a:prstGeom xmlns:a="http://schemas.openxmlformats.org/drawingml/2006/main" prst="rect">
            <a:avLst/>
          </a:prstGeom>
        </p:spPr>
      </p:pic>
      <p:sp>
        <p:nvSpPr>
          <p:cNvPr id="2" name="soft-romantic-panel">
            <a:extLst xmlns:a="http://schemas.openxmlformats.org/drawingml/2006/main">
              <a:ext uri="{FF2B5EF4-FFF2-40B4-BE49-F238E27FC236}">
                <a16:creationId xmlns:a16="http://schemas.microsoft.com/office/drawing/2014/main" id="{E22BA858-CD5A-4900-BF9F-09AE9013D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"/>
            <a:ext cx="6000750" cy="9429750"/>
          </a:xfrm>
          <a:prstGeom xmlns:a="http://schemas.openxmlformats.org/drawingml/2006/main" prst="roundRect">
            <a:avLst>
              <a:gd name="adj" fmla="val 1270"/>
            </a:avLst>
          </a:prstGeom>
          <a:solidFill xmlns:a="http://schemas.openxmlformats.org/drawingml/2006/main">
            <a:srgbClr val="FCF7F3"/>
          </a:solidFill>
          <a:ln xmlns:a="http://schemas.openxmlformats.org/drawingml/2006/main" w="9525">
            <a:solidFill>
              <a:srgbClr val="C79B46"/>
            </a:solidFill>
            <a:prstDash val="solid"/>
          </a:ln>
        </p:spPr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BD74F92B-1D5B-45A8-A3FE-1800F8012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42950"/>
            <a:ext cx="5562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75" b="0" i="1">
                <a:solidFill>
                  <a:srgbClr val="52654E"/>
                </a:solidFill>
              </a:defRPr>
            </a:pPr>
            <a:r>
              <a:rPr sz="2475" b="0" i="1">
                <a:solidFill>
                  <a:srgbClr val="52654E"/>
                </a:solidFill>
              </a:rPr>
              <a:t>Miscellaneous Budget</a:t>
            </a:r>
          </a:p>
        </p:txBody>
      </p:sp>
      <p:sp>
        <p:nvSpPr>
          <p:cNvPr id="4" name="page-subtitle">
            <a:extLst xmlns:a="http://schemas.openxmlformats.org/drawingml/2006/main">
              <a:ext uri="{FF2B5EF4-FFF2-40B4-BE49-F238E27FC236}">
                <a16:creationId xmlns:a16="http://schemas.microsoft.com/office/drawing/2014/main" id="{C5AD47C8-6C6E-48D8-A701-20238AAEC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219200"/>
            <a:ext cx="461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C79B46"/>
                </a:solidFill>
              </a:defRPr>
            </a:pPr>
            <a:r>
              <a:rPr sz="975" b="0" i="0">
                <a:solidFill>
                  <a:srgbClr val="C79B46"/>
                </a:solidFill>
              </a:rPr>
              <a:t>PLAN, TRACK AND RECONCILE</a:t>
            </a:r>
          </a:p>
        </p:txBody>
      </p:sp>
      <p:sp>
        <p:nvSpPr>
          <p:cNvPr id="5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CB07863D-D2D3-46D3-AA9C-C52FDD1EE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581150"/>
            <a:ext cx="85725" cy="857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C79B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2942B9A-A1E1-4340-AA4D-8663DD61F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966787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C79B46"/>
                </a:solidFill>
              </a:defRPr>
            </a:pPr>
            <a:r>
              <a:rPr sz="750" b="0" i="0">
                <a:solidFill>
                  <a:srgbClr val="C79B46"/>
                </a:solidFill>
              </a:rPr>
              <a:t>024</a:t>
            </a:r>
          </a:p>
        </p:txBody>
      </p:sp>
      <p:sp>
        <p:nvSpPr>
          <p:cNvPr id="7" name="table-header">
            <a:extLst xmlns:a="http://schemas.openxmlformats.org/drawingml/2006/main">
              <a:ext uri="{FF2B5EF4-FFF2-40B4-BE49-F238E27FC236}">
                <a16:creationId xmlns:a16="http://schemas.microsoft.com/office/drawing/2014/main" id="{4EC99D6D-1F60-45DB-BD87-7FDF07668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57340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8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B799BF07-93AB-41E2-86C0-932CEFF1D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573405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7B61"/>
            </a:solidFill>
            <a:prstDash val="solid"/>
          </a:ln>
        </p:spPr>
      </p:sp>
      <p:sp>
        <p:nvSpPr>
          <p:cNvPr id="9" name="table-v">
            <a:extLst xmlns:a="http://schemas.openxmlformats.org/drawingml/2006/main">
              <a:ext uri="{FF2B5EF4-FFF2-40B4-BE49-F238E27FC236}">
                <a16:creationId xmlns:a16="http://schemas.microsoft.com/office/drawing/2014/main" id="{8EE318C3-7CD3-49A0-AC67-2D59D4A47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7913" y="2000250"/>
            <a:ext cx="6668" cy="408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able-v">
            <a:extLst xmlns:a="http://schemas.openxmlformats.org/drawingml/2006/main">
              <a:ext uri="{FF2B5EF4-FFF2-40B4-BE49-F238E27FC236}">
                <a16:creationId xmlns:a16="http://schemas.microsoft.com/office/drawing/2014/main" id="{CDDBE396-0580-4AA0-9A1C-1102ACAED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2000250"/>
            <a:ext cx="6668" cy="408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able-v">
            <a:extLst xmlns:a="http://schemas.openxmlformats.org/drawingml/2006/main">
              <a:ext uri="{FF2B5EF4-FFF2-40B4-BE49-F238E27FC236}">
                <a16:creationId xmlns:a16="http://schemas.microsoft.com/office/drawing/2014/main" id="{32A9806C-3A72-4C1B-9EC6-6E44E13C2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4938" y="2000250"/>
            <a:ext cx="6668" cy="408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able-h">
            <a:extLst xmlns:a="http://schemas.openxmlformats.org/drawingml/2006/main">
              <a:ext uri="{FF2B5EF4-FFF2-40B4-BE49-F238E27FC236}">
                <a16:creationId xmlns:a16="http://schemas.microsoft.com/office/drawing/2014/main" id="{F3E0BEC2-8AF5-4DE3-847E-40D361A69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1457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able-h">
            <a:extLst xmlns:a="http://schemas.openxmlformats.org/drawingml/2006/main">
              <a:ext uri="{FF2B5EF4-FFF2-40B4-BE49-F238E27FC236}">
                <a16:creationId xmlns:a16="http://schemas.microsoft.com/office/drawing/2014/main" id="{16D20249-F623-49F4-ADD5-9E67FE991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2890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able-h">
            <a:extLst xmlns:a="http://schemas.openxmlformats.org/drawingml/2006/main">
              <a:ext uri="{FF2B5EF4-FFF2-40B4-BE49-F238E27FC236}">
                <a16:creationId xmlns:a16="http://schemas.microsoft.com/office/drawing/2014/main" id="{4818E0ED-1BAF-42F5-8871-BCABB035E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4322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able-h">
            <a:extLst xmlns:a="http://schemas.openxmlformats.org/drawingml/2006/main">
              <a:ext uri="{FF2B5EF4-FFF2-40B4-BE49-F238E27FC236}">
                <a16:creationId xmlns:a16="http://schemas.microsoft.com/office/drawing/2014/main" id="{38E78376-3F75-4341-9884-8CBA92834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5755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able-h">
            <a:extLst xmlns:a="http://schemas.openxmlformats.org/drawingml/2006/main">
              <a:ext uri="{FF2B5EF4-FFF2-40B4-BE49-F238E27FC236}">
                <a16:creationId xmlns:a16="http://schemas.microsoft.com/office/drawing/2014/main" id="{17864EC4-88D6-4FC3-912D-8DB9A8D55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7187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able-h">
            <a:extLst xmlns:a="http://schemas.openxmlformats.org/drawingml/2006/main">
              <a:ext uri="{FF2B5EF4-FFF2-40B4-BE49-F238E27FC236}">
                <a16:creationId xmlns:a16="http://schemas.microsoft.com/office/drawing/2014/main" id="{DA012DC1-7E48-405E-9370-A69E66977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8620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able-h">
            <a:extLst xmlns:a="http://schemas.openxmlformats.org/drawingml/2006/main">
              <a:ext uri="{FF2B5EF4-FFF2-40B4-BE49-F238E27FC236}">
                <a16:creationId xmlns:a16="http://schemas.microsoft.com/office/drawing/2014/main" id="{9CDB9375-BAB0-46DF-BDA7-C62A647CB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0052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able-h">
            <a:extLst xmlns:a="http://schemas.openxmlformats.org/drawingml/2006/main">
              <a:ext uri="{FF2B5EF4-FFF2-40B4-BE49-F238E27FC236}">
                <a16:creationId xmlns:a16="http://schemas.microsoft.com/office/drawing/2014/main" id="{A83C77DC-15E0-43CB-81CB-E7EAC7F20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1485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able-h">
            <a:extLst xmlns:a="http://schemas.openxmlformats.org/drawingml/2006/main">
              <a:ext uri="{FF2B5EF4-FFF2-40B4-BE49-F238E27FC236}">
                <a16:creationId xmlns:a16="http://schemas.microsoft.com/office/drawing/2014/main" id="{4EA1B90F-BB44-4031-A6AF-04FE60276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2917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able-h">
            <a:extLst xmlns:a="http://schemas.openxmlformats.org/drawingml/2006/main">
              <a:ext uri="{FF2B5EF4-FFF2-40B4-BE49-F238E27FC236}">
                <a16:creationId xmlns:a16="http://schemas.microsoft.com/office/drawing/2014/main" id="{588DE277-375C-4216-9C9C-492CAD4F0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4350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able-h">
            <a:extLst xmlns:a="http://schemas.openxmlformats.org/drawingml/2006/main">
              <a:ext uri="{FF2B5EF4-FFF2-40B4-BE49-F238E27FC236}">
                <a16:creationId xmlns:a16="http://schemas.microsoft.com/office/drawing/2014/main" id="{0D55AE42-7B9B-41A2-88C5-A76BDD93B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5782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able-h">
            <a:extLst xmlns:a="http://schemas.openxmlformats.org/drawingml/2006/main">
              <a:ext uri="{FF2B5EF4-FFF2-40B4-BE49-F238E27FC236}">
                <a16:creationId xmlns:a16="http://schemas.microsoft.com/office/drawing/2014/main" id="{84E19DF8-27CF-4E45-99D3-62E75F424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7215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-ITEM">
            <a:extLst xmlns:a="http://schemas.openxmlformats.org/drawingml/2006/main">
              <a:ext uri="{FF2B5EF4-FFF2-40B4-BE49-F238E27FC236}">
                <a16:creationId xmlns:a16="http://schemas.microsoft.com/office/drawing/2014/main" id="{0D50097C-B308-40B1-AE53-76C925CF6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143351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FFFFFF"/>
                </a:solidFill>
              </a:defRPr>
            </a:pPr>
            <a:r>
              <a:rPr sz="825" b="0" i="0">
                <a:solidFill>
                  <a:srgbClr val="FFFFFF"/>
                </a:solidFill>
              </a:rPr>
              <a:t>ITEM</a:t>
            </a:r>
          </a:p>
        </p:txBody>
      </p:sp>
      <p:sp>
        <p:nvSpPr>
          <p:cNvPr id="25" name="text-ESTIMATED">
            <a:extLst xmlns:a="http://schemas.openxmlformats.org/drawingml/2006/main">
              <a:ext uri="{FF2B5EF4-FFF2-40B4-BE49-F238E27FC236}">
                <a16:creationId xmlns:a16="http://schemas.microsoft.com/office/drawing/2014/main" id="{DF2F31CD-E781-4F93-AAAD-AD321BEE9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7913" y="2000250"/>
            <a:ext cx="143351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FFFFFF"/>
                </a:solidFill>
              </a:defRPr>
            </a:pPr>
            <a:r>
              <a:rPr sz="825" b="0" i="0">
                <a:solidFill>
                  <a:srgbClr val="FFFFFF"/>
                </a:solidFill>
              </a:rPr>
              <a:t>ESTIMATED</a:t>
            </a:r>
          </a:p>
        </p:txBody>
      </p:sp>
      <p:sp>
        <p:nvSpPr>
          <p:cNvPr id="26" name="text-ACTUAL">
            <a:extLst xmlns:a="http://schemas.openxmlformats.org/drawingml/2006/main">
              <a:ext uri="{FF2B5EF4-FFF2-40B4-BE49-F238E27FC236}">
                <a16:creationId xmlns:a16="http://schemas.microsoft.com/office/drawing/2014/main" id="{47FCBEEA-B10A-48B0-A1F5-97D5CC9B4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2000250"/>
            <a:ext cx="143351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FFFFFF"/>
                </a:solidFill>
              </a:defRPr>
            </a:pPr>
            <a:r>
              <a:rPr sz="825" b="0" i="0">
                <a:solidFill>
                  <a:srgbClr val="FFFFFF"/>
                </a:solidFill>
              </a:rPr>
              <a:t>ACTUAL</a:t>
            </a:r>
          </a:p>
        </p:txBody>
      </p:sp>
      <p:sp>
        <p:nvSpPr>
          <p:cNvPr id="27" name="text-PAID">
            <a:extLst xmlns:a="http://schemas.openxmlformats.org/drawingml/2006/main">
              <a:ext uri="{FF2B5EF4-FFF2-40B4-BE49-F238E27FC236}">
                <a16:creationId xmlns:a16="http://schemas.microsoft.com/office/drawing/2014/main" id="{50865FC2-EB2A-428A-A7B7-3B2DFFD1B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4938" y="2000250"/>
            <a:ext cx="143351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FFFFFF"/>
                </a:solidFill>
              </a:defRPr>
            </a:pPr>
            <a:r>
              <a:rPr sz="825" b="0" i="0">
                <a:solidFill>
                  <a:srgbClr val="FFFFFF"/>
                </a:solidFill>
              </a:rPr>
              <a:t>PAID</a:t>
            </a:r>
          </a:p>
        </p:txBody>
      </p:sp>
      <p:sp>
        <p:nvSpPr>
          <p:cNvPr id="28" name="text-Primary cost">
            <a:extLst xmlns:a="http://schemas.openxmlformats.org/drawingml/2006/main">
              <a:ext uri="{FF2B5EF4-FFF2-40B4-BE49-F238E27FC236}">
                <a16:creationId xmlns:a16="http://schemas.microsoft.com/office/drawing/2014/main" id="{3887416F-8A01-4076-A6BE-37F29E194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314575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Primary cost</a:t>
            </a:r>
          </a:p>
        </p:txBody>
      </p:sp>
      <p:sp>
        <p:nvSpPr>
          <p:cNvPr id="29" name="text-Deposit">
            <a:extLst xmlns:a="http://schemas.openxmlformats.org/drawingml/2006/main">
              <a:ext uri="{FF2B5EF4-FFF2-40B4-BE49-F238E27FC236}">
                <a16:creationId xmlns:a16="http://schemas.microsoft.com/office/drawing/2014/main" id="{03752431-2D2C-4561-9A32-1AB1FAD5F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628900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Deposit</a:t>
            </a:r>
          </a:p>
        </p:txBody>
      </p:sp>
      <p:sp>
        <p:nvSpPr>
          <p:cNvPr id="30" name="text-Balance">
            <a:extLst xmlns:a="http://schemas.openxmlformats.org/drawingml/2006/main">
              <a:ext uri="{FF2B5EF4-FFF2-40B4-BE49-F238E27FC236}">
                <a16:creationId xmlns:a16="http://schemas.microsoft.com/office/drawing/2014/main" id="{65C7C8A7-F949-4125-9DE7-7D2C2DA02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943225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Balance</a:t>
            </a:r>
          </a:p>
        </p:txBody>
      </p:sp>
      <p:sp>
        <p:nvSpPr>
          <p:cNvPr id="31" name="text-Delivery">
            <a:extLst xmlns:a="http://schemas.openxmlformats.org/drawingml/2006/main">
              <a:ext uri="{FF2B5EF4-FFF2-40B4-BE49-F238E27FC236}">
                <a16:creationId xmlns:a16="http://schemas.microsoft.com/office/drawing/2014/main" id="{E4EC762A-8A68-4524-8E72-174E85FAE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57550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Delivery</a:t>
            </a:r>
          </a:p>
        </p:txBody>
      </p:sp>
      <p:sp>
        <p:nvSpPr>
          <p:cNvPr id="32" name="text-Setup">
            <a:extLst xmlns:a="http://schemas.openxmlformats.org/drawingml/2006/main">
              <a:ext uri="{FF2B5EF4-FFF2-40B4-BE49-F238E27FC236}">
                <a16:creationId xmlns:a16="http://schemas.microsoft.com/office/drawing/2014/main" id="{709656B7-8F56-4905-A90C-D02C8C7F3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571875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Setup</a:t>
            </a:r>
          </a:p>
        </p:txBody>
      </p:sp>
      <p:sp>
        <p:nvSpPr>
          <p:cNvPr id="33" name="text-Tax / fees">
            <a:extLst xmlns:a="http://schemas.openxmlformats.org/drawingml/2006/main">
              <a:ext uri="{FF2B5EF4-FFF2-40B4-BE49-F238E27FC236}">
                <a16:creationId xmlns:a16="http://schemas.microsoft.com/office/drawing/2014/main" id="{65CA4D89-6E6E-4471-9BEB-D4C0564AB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886200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Tax / fees</a:t>
            </a:r>
          </a:p>
        </p:txBody>
      </p:sp>
      <p:sp>
        <p:nvSpPr>
          <p:cNvPr id="34" name="text-Tips">
            <a:extLst xmlns:a="http://schemas.openxmlformats.org/drawingml/2006/main">
              <a:ext uri="{FF2B5EF4-FFF2-40B4-BE49-F238E27FC236}">
                <a16:creationId xmlns:a16="http://schemas.microsoft.com/office/drawing/2014/main" id="{FF0DD1A4-B968-4A7C-B774-F50A051D5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200525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Tips</a:t>
            </a:r>
          </a:p>
        </p:txBody>
      </p:sp>
      <p:sp>
        <p:nvSpPr>
          <p:cNvPr id="35" name="text-Extras">
            <a:extLst xmlns:a="http://schemas.openxmlformats.org/drawingml/2006/main">
              <a:ext uri="{FF2B5EF4-FFF2-40B4-BE49-F238E27FC236}">
                <a16:creationId xmlns:a16="http://schemas.microsoft.com/office/drawing/2014/main" id="{DB02234A-016B-4877-BF58-BBF4B7852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514850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Extras</a:t>
            </a:r>
          </a:p>
        </p:txBody>
      </p:sp>
      <p:sp>
        <p:nvSpPr>
          <p:cNvPr id="36" name="text-Backup">
            <a:extLst xmlns:a="http://schemas.openxmlformats.org/drawingml/2006/main">
              <a:ext uri="{FF2B5EF4-FFF2-40B4-BE49-F238E27FC236}">
                <a16:creationId xmlns:a16="http://schemas.microsoft.com/office/drawing/2014/main" id="{11314B83-BF1B-43AE-B72A-48D102BF5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829175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Backup</a:t>
            </a:r>
          </a:p>
        </p:txBody>
      </p:sp>
      <p:sp>
        <p:nvSpPr>
          <p:cNvPr id="37" name="text-Adjustment">
            <a:extLst xmlns:a="http://schemas.openxmlformats.org/drawingml/2006/main">
              <a:ext uri="{FF2B5EF4-FFF2-40B4-BE49-F238E27FC236}">
                <a16:creationId xmlns:a16="http://schemas.microsoft.com/office/drawing/2014/main" id="{F1E677B4-A6B0-4FB1-A4A1-059EE6007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143500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Adjustment</a:t>
            </a:r>
          </a:p>
        </p:txBody>
      </p:sp>
      <p:sp>
        <p:nvSpPr>
          <p:cNvPr id="38" name="text-Other">
            <a:extLst xmlns:a="http://schemas.openxmlformats.org/drawingml/2006/main">
              <a:ext uri="{FF2B5EF4-FFF2-40B4-BE49-F238E27FC236}">
                <a16:creationId xmlns:a16="http://schemas.microsoft.com/office/drawing/2014/main" id="{AC173299-2447-4194-9D2F-D56A6F595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457825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Other</a:t>
            </a:r>
          </a:p>
        </p:txBody>
      </p:sp>
      <p:sp>
        <p:nvSpPr>
          <p:cNvPr id="39" name="text-Total">
            <a:extLst xmlns:a="http://schemas.openxmlformats.org/drawingml/2006/main">
              <a:ext uri="{FF2B5EF4-FFF2-40B4-BE49-F238E27FC236}">
                <a16:creationId xmlns:a16="http://schemas.microsoft.com/office/drawing/2014/main" id="{61EE971F-1102-4B37-9B9F-94BDD9ED7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772150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Total</a:t>
            </a:r>
          </a:p>
        </p:txBody>
      </p:sp>
      <p:sp>
        <p:nvSpPr>
          <p:cNvPr id="40" name="text-NOTES">
            <a:extLst xmlns:a="http://schemas.openxmlformats.org/drawingml/2006/main">
              <a:ext uri="{FF2B5EF4-FFF2-40B4-BE49-F238E27FC236}">
                <a16:creationId xmlns:a16="http://schemas.microsoft.com/office/drawing/2014/main" id="{369C6674-0EBC-43C1-BB60-AFDEB2B9A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6477000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667B61"/>
                </a:solidFill>
              </a:defRPr>
            </a:pPr>
            <a:r>
              <a:rPr sz="1125" b="0" i="0">
                <a:solidFill>
                  <a:srgbClr val="667B61"/>
                </a:solidFill>
              </a:rPr>
              <a:t>NOTES</a:t>
            </a:r>
          </a:p>
        </p:txBody>
      </p:sp>
      <p:sp>
        <p:nvSpPr>
          <p:cNvPr id="41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D6487BE5-B038-4B10-8A1B-ACEE40524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858000"/>
            <a:ext cx="55626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4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AD40F2B1-AA26-4CEE-8D5D-7F2A5761B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286625"/>
            <a:ext cx="5086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DBCE747E-C74A-4B1B-939C-277262B59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562850"/>
            <a:ext cx="5086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BA1B8274-8957-472B-99AA-69A6ED0B6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839075"/>
            <a:ext cx="5086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76A079A5-2D1B-4CAC-ABA9-D3AF37012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115300"/>
            <a:ext cx="5086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626C7D6D-6E14-4644-8248-558EA9CA6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391525"/>
            <a:ext cx="5086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0DA70E32-D84A-45EA-B4A7-07FF3DCD8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667750"/>
            <a:ext cx="5086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8A0D9CFB-ECD0-4AFA-96F4-030D2364C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943975"/>
            <a:ext cx="5086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759398601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C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968b9f0347418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7562850" cy="10696575"/>
          </a:xfrm>
          <a:prstGeom xmlns:a="http://schemas.openxmlformats.org/drawingml/2006/main" prst="rect">
            <a:avLst/>
          </a:prstGeom>
        </p:spPr>
      </p:pic>
      <p:sp>
        <p:nvSpPr>
          <p:cNvPr id="2" name="soft-romantic-panel">
            <a:extLst xmlns:a="http://schemas.openxmlformats.org/drawingml/2006/main">
              <a:ext uri="{FF2B5EF4-FFF2-40B4-BE49-F238E27FC236}">
                <a16:creationId xmlns:a16="http://schemas.microsoft.com/office/drawing/2014/main" id="{D317AA7F-0FA3-4DDA-8760-B27E00AF9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"/>
            <a:ext cx="6000750" cy="9429750"/>
          </a:xfrm>
          <a:prstGeom xmlns:a="http://schemas.openxmlformats.org/drawingml/2006/main" prst="roundRect">
            <a:avLst>
              <a:gd name="adj" fmla="val 1270"/>
            </a:avLst>
          </a:prstGeom>
          <a:solidFill xmlns:a="http://schemas.openxmlformats.org/drawingml/2006/main">
            <a:srgbClr val="FCF7F3"/>
          </a:solidFill>
          <a:ln xmlns:a="http://schemas.openxmlformats.org/drawingml/2006/main" w="9525">
            <a:solidFill>
              <a:srgbClr val="C79B46"/>
            </a:solidFill>
            <a:prstDash val="solid"/>
          </a:ln>
        </p:spPr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8B0D4603-3F55-4835-B3C3-427AE1176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42950"/>
            <a:ext cx="5562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75" b="0" i="1">
                <a:solidFill>
                  <a:srgbClr val="52654E"/>
                </a:solidFill>
              </a:defRPr>
            </a:pPr>
            <a:r>
              <a:rPr sz="2475" b="0" i="1">
                <a:solidFill>
                  <a:srgbClr val="52654E"/>
                </a:solidFill>
              </a:rPr>
              <a:t>Budget Notes</a:t>
            </a:r>
          </a:p>
        </p:txBody>
      </p:sp>
      <p:sp>
        <p:nvSpPr>
          <p:cNvPr id="4" name="page-subtitle">
            <a:extLst xmlns:a="http://schemas.openxmlformats.org/drawingml/2006/main">
              <a:ext uri="{FF2B5EF4-FFF2-40B4-BE49-F238E27FC236}">
                <a16:creationId xmlns:a16="http://schemas.microsoft.com/office/drawing/2014/main" id="{EF3BFEC5-E469-4B34-97B5-CB27253CD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219200"/>
            <a:ext cx="461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C79B46"/>
                </a:solidFill>
              </a:defRPr>
            </a:pPr>
            <a:r>
              <a:rPr sz="975" b="0" i="0">
                <a:solidFill>
                  <a:srgbClr val="C79B46"/>
                </a:solidFill>
              </a:rPr>
              <a:t>QUESTIONS, TRADE-OFFS AND DECISIONS</a:t>
            </a:r>
          </a:p>
        </p:txBody>
      </p:sp>
      <p:sp>
        <p:nvSpPr>
          <p:cNvPr id="5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27F477C0-1722-4F30-B497-4FF6D80AD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581150"/>
            <a:ext cx="85725" cy="857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C79B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0035E9B-89B6-4384-9443-C7E79F602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966787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C79B46"/>
                </a:solidFill>
              </a:defRPr>
            </a:pPr>
            <a:r>
              <a:rPr sz="750" b="0" i="0">
                <a:solidFill>
                  <a:srgbClr val="C79B46"/>
                </a:solidFill>
              </a:rPr>
              <a:t>025</a:t>
            </a:r>
          </a:p>
        </p:txBody>
      </p:sp>
      <p:sp>
        <p:nvSpPr>
          <p:cNvPr id="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C466DAA9-B370-4A87-ADDC-8D3D35053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00250"/>
            <a:ext cx="565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7EA9A12E-83B9-4278-82DD-1987F647A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05050"/>
            <a:ext cx="565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32C58496-5242-437A-9EB3-5AA5095D3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09850"/>
            <a:ext cx="565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84B8C490-8215-4329-B384-6D503DF1C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14650"/>
            <a:ext cx="565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2F9F167A-0704-4B17-B9E5-7F40056EC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19450"/>
            <a:ext cx="565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64B24813-E18E-419D-AE26-1000BD3EB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24250"/>
            <a:ext cx="565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E51142CD-4DFE-43C4-9D23-BBB959CDF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29050"/>
            <a:ext cx="565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4BA47B81-2E36-48DA-8AAE-BC7B5111F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33850"/>
            <a:ext cx="565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9C5E341A-61AA-4337-B0D8-B12E9F466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38650"/>
            <a:ext cx="565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78AFC13D-3000-499D-AD9B-852820501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43450"/>
            <a:ext cx="565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118EC660-734D-4D21-918A-235337949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48250"/>
            <a:ext cx="565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E3F3E500-970F-4E4E-8D66-4C989ED7D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53050"/>
            <a:ext cx="565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81F79F69-73FC-4285-9AF3-D0E6D2602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657850"/>
            <a:ext cx="565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3EB6B766-1128-4203-B2D6-9DE2553C7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962650"/>
            <a:ext cx="565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10A2E475-0543-4929-BBA7-7747C6AB4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267450"/>
            <a:ext cx="565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1C794CB6-EA0C-477B-9068-96D261DD5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572250"/>
            <a:ext cx="565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70B225D0-38FD-41A1-A234-C0F84332D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877050"/>
            <a:ext cx="565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5DB6459D-AFFF-4F10-AF52-0D6F3C184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181850"/>
            <a:ext cx="565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276CA779-342C-4003-81B8-7F03B5133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486650"/>
            <a:ext cx="565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A06EBD7B-A358-4EA7-A0BA-8BF3368F4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791450"/>
            <a:ext cx="565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37DB7C42-3124-4266-8662-574E58872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8096250"/>
            <a:ext cx="565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24F32D60-40BE-418C-952E-F5C46729E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8401050"/>
            <a:ext cx="565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705956CB-39CB-4B92-83FD-350A99CE0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8705850"/>
            <a:ext cx="565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2120622845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C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7dd74a51034cb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7562850" cy="10696575"/>
          </a:xfrm>
          <a:prstGeom xmlns:a="http://schemas.openxmlformats.org/drawingml/2006/main" prst="rect">
            <a:avLst/>
          </a:prstGeom>
        </p:spPr>
      </p:pic>
      <p:sp>
        <p:nvSpPr>
          <p:cNvPr id="2" name="soft-romantic-panel">
            <a:extLst xmlns:a="http://schemas.openxmlformats.org/drawingml/2006/main">
              <a:ext uri="{FF2B5EF4-FFF2-40B4-BE49-F238E27FC236}">
                <a16:creationId xmlns:a16="http://schemas.microsoft.com/office/drawing/2014/main" id="{06A92C94-B242-45E0-9D3E-2CA9B5A59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"/>
            <a:ext cx="6000750" cy="9429750"/>
          </a:xfrm>
          <a:prstGeom xmlns:a="http://schemas.openxmlformats.org/drawingml/2006/main" prst="roundRect">
            <a:avLst>
              <a:gd name="adj" fmla="val 1270"/>
            </a:avLst>
          </a:prstGeom>
          <a:solidFill xmlns:a="http://schemas.openxmlformats.org/drawingml/2006/main">
            <a:srgbClr val="FCF7F3"/>
          </a:solidFill>
          <a:ln xmlns:a="http://schemas.openxmlformats.org/drawingml/2006/main" w="9525">
            <a:solidFill>
              <a:srgbClr val="C79B46"/>
            </a:solidFill>
            <a:prstDash val="solid"/>
          </a:ln>
        </p:spPr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EBF934B3-0625-4735-9B35-FD6904D25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42950"/>
            <a:ext cx="5562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75" b="0" i="1">
                <a:solidFill>
                  <a:srgbClr val="52654E"/>
                </a:solidFill>
              </a:defRPr>
            </a:pPr>
            <a:r>
              <a:rPr sz="2475" b="0" i="1">
                <a:solidFill>
                  <a:srgbClr val="52654E"/>
                </a:solidFill>
              </a:rPr>
              <a:t>Wedding Countdown</a:t>
            </a:r>
          </a:p>
        </p:txBody>
      </p:sp>
      <p:sp>
        <p:nvSpPr>
          <p:cNvPr id="4" name="page-subtitle">
            <a:extLst xmlns:a="http://schemas.openxmlformats.org/drawingml/2006/main">
              <a:ext uri="{FF2B5EF4-FFF2-40B4-BE49-F238E27FC236}">
                <a16:creationId xmlns:a16="http://schemas.microsoft.com/office/drawing/2014/main" id="{A170F21F-4D83-45E0-A97E-58C793805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219200"/>
            <a:ext cx="461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C79B46"/>
                </a:solidFill>
              </a:defRPr>
            </a:pPr>
            <a:r>
              <a:rPr sz="975" b="0" i="0">
                <a:solidFill>
                  <a:srgbClr val="C79B46"/>
                </a:solidFill>
              </a:rPr>
              <a:t>12 MONTHS TO GO</a:t>
            </a:r>
          </a:p>
        </p:txBody>
      </p:sp>
      <p:sp>
        <p:nvSpPr>
          <p:cNvPr id="5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7A59D661-5921-4D11-8F40-FED5FD5D3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581150"/>
            <a:ext cx="85725" cy="857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C79B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B79F010-EE15-4FD0-A54A-8B25B29C6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966787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C79B46"/>
                </a:solidFill>
              </a:defRPr>
            </a:pPr>
            <a:r>
              <a:rPr sz="750" b="0" i="0">
                <a:solidFill>
                  <a:srgbClr val="C79B46"/>
                </a:solidFill>
              </a:rPr>
              <a:t>026</a:t>
            </a:r>
          </a:p>
        </p:txBody>
      </p:sp>
      <p:sp>
        <p:nvSpPr>
          <p:cNvPr id="7" name="text-THIS MONTH'S FOCUS">
            <a:extLst xmlns:a="http://schemas.openxmlformats.org/drawingml/2006/main">
              <a:ext uri="{FF2B5EF4-FFF2-40B4-BE49-F238E27FC236}">
                <a16:creationId xmlns:a16="http://schemas.microsoft.com/office/drawing/2014/main" id="{8E911C6C-D607-4BCE-BBBB-198403EAF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8288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B61"/>
                </a:solidFill>
              </a:defRPr>
            </a:pPr>
            <a:r>
              <a:rPr sz="1125" b="0" i="0">
                <a:solidFill>
                  <a:srgbClr val="667B61"/>
                </a:solidFill>
              </a:rPr>
              <a:t>THIS MONTH'S FOCUS</a:t>
            </a:r>
          </a:p>
        </p:txBody>
      </p:sp>
      <p:sp>
        <p:nvSpPr>
          <p:cNvPr id="8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E78E7386-F2C7-49F1-B9FB-34367DB49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190750"/>
            <a:ext cx="55626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9" name="text-TOP PRIORITIES">
            <a:extLst xmlns:a="http://schemas.openxmlformats.org/drawingml/2006/main">
              <a:ext uri="{FF2B5EF4-FFF2-40B4-BE49-F238E27FC236}">
                <a16:creationId xmlns:a16="http://schemas.microsoft.com/office/drawing/2014/main" id="{2A09A9F0-2514-45D9-AA27-4FC2BD8A8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6195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B61"/>
                </a:solidFill>
              </a:defRPr>
            </a:pPr>
            <a:r>
              <a:rPr sz="1125" b="0" i="0">
                <a:solidFill>
                  <a:srgbClr val="667B61"/>
                </a:solidFill>
              </a:rPr>
              <a:t>TOP PRIORITIES</a:t>
            </a:r>
          </a:p>
        </p:txBody>
      </p:sp>
      <p:sp>
        <p:nvSpPr>
          <p:cNvPr id="10" name="checkbox">
            <a:extLst xmlns:a="http://schemas.openxmlformats.org/drawingml/2006/main">
              <a:ext uri="{FF2B5EF4-FFF2-40B4-BE49-F238E27FC236}">
                <a16:creationId xmlns:a16="http://schemas.microsoft.com/office/drawing/2014/main" id="{08FA88E9-FAB9-4056-8AA6-676F8496C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095750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B28BD435-381C-4798-9139-73FAD4B51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4295775"/>
            <a:ext cx="5257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checkbox">
            <a:extLst xmlns:a="http://schemas.openxmlformats.org/drawingml/2006/main">
              <a:ext uri="{FF2B5EF4-FFF2-40B4-BE49-F238E27FC236}">
                <a16:creationId xmlns:a16="http://schemas.microsoft.com/office/drawing/2014/main" id="{F42965B5-7628-465C-9213-E837D9B3B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514850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B317D061-3B6A-44E3-B444-52C290297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4714875"/>
            <a:ext cx="5257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checkbox">
            <a:extLst xmlns:a="http://schemas.openxmlformats.org/drawingml/2006/main">
              <a:ext uri="{FF2B5EF4-FFF2-40B4-BE49-F238E27FC236}">
                <a16:creationId xmlns:a16="http://schemas.microsoft.com/office/drawing/2014/main" id="{BDD370DB-2682-4C19-B286-23AE599CB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933950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940F0CF4-F61F-46E5-B911-45C6AD855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5133975"/>
            <a:ext cx="5257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checkbox">
            <a:extLst xmlns:a="http://schemas.openxmlformats.org/drawingml/2006/main">
              <a:ext uri="{FF2B5EF4-FFF2-40B4-BE49-F238E27FC236}">
                <a16:creationId xmlns:a16="http://schemas.microsoft.com/office/drawing/2014/main" id="{73329FE2-A017-4D38-8F14-9BC12D5A3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353050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6851EC92-AE5E-4BE2-9F43-5BE214558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5553075"/>
            <a:ext cx="5257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checkbox">
            <a:extLst xmlns:a="http://schemas.openxmlformats.org/drawingml/2006/main">
              <a:ext uri="{FF2B5EF4-FFF2-40B4-BE49-F238E27FC236}">
                <a16:creationId xmlns:a16="http://schemas.microsoft.com/office/drawing/2014/main" id="{92B0461F-1380-4D01-8D7F-E940C7204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772150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53420D8E-7937-4B4B-9559-33CC8A83E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5972175"/>
            <a:ext cx="5257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checkbox">
            <a:extLst xmlns:a="http://schemas.openxmlformats.org/drawingml/2006/main">
              <a:ext uri="{FF2B5EF4-FFF2-40B4-BE49-F238E27FC236}">
                <a16:creationId xmlns:a16="http://schemas.microsoft.com/office/drawing/2014/main" id="{116DB7E9-E569-4599-A2A3-6914A7929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191250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2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35EFF991-1D51-4950-93A5-705646ABF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391275"/>
            <a:ext cx="5257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-APPOINTMENTS &amp; DEADLINES">
            <a:extLst xmlns:a="http://schemas.openxmlformats.org/drawingml/2006/main">
              <a:ext uri="{FF2B5EF4-FFF2-40B4-BE49-F238E27FC236}">
                <a16:creationId xmlns:a16="http://schemas.microsoft.com/office/drawing/2014/main" id="{A34F5BF3-352C-4637-A654-7E7C560B0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905625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B61"/>
                </a:solidFill>
              </a:defRPr>
            </a:pPr>
            <a:r>
              <a:rPr sz="1125" b="0" i="0">
                <a:solidFill>
                  <a:srgbClr val="667B61"/>
                </a:solidFill>
              </a:rPr>
              <a:t>APPOINTMENTS &amp; DEADLINES</a:t>
            </a:r>
          </a:p>
        </p:txBody>
      </p:sp>
      <p:sp>
        <p:nvSpPr>
          <p:cNvPr id="2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062AC706-820B-4C1A-87F9-5366185DB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37235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A8EF5D20-970F-4C99-8FF1-487063097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667625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89D07116-5AB8-4357-835A-1629AB3B6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96290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71C24482-2175-4700-AB87-2D349B093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258175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421F318E-433E-4168-AD51-ACE681B8A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55345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2B399673-0060-4984-B5C6-8A13FAB25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848725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18D1E1D9-4C81-4884-9A50-7DCBDF7D5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914400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072616530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C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ad672d29ed4b3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7562850" cy="10696575"/>
          </a:xfrm>
          <a:prstGeom xmlns:a="http://schemas.openxmlformats.org/drawingml/2006/main" prst="rect">
            <a:avLst/>
          </a:prstGeom>
        </p:spPr>
      </p:pic>
      <p:sp>
        <p:nvSpPr>
          <p:cNvPr id="2" name="soft-romantic-panel">
            <a:extLst xmlns:a="http://schemas.openxmlformats.org/drawingml/2006/main">
              <a:ext uri="{FF2B5EF4-FFF2-40B4-BE49-F238E27FC236}">
                <a16:creationId xmlns:a16="http://schemas.microsoft.com/office/drawing/2014/main" id="{8A37E6FF-8010-4295-8F4A-F0EFB279B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"/>
            <a:ext cx="6000750" cy="9429750"/>
          </a:xfrm>
          <a:prstGeom xmlns:a="http://schemas.openxmlformats.org/drawingml/2006/main" prst="roundRect">
            <a:avLst>
              <a:gd name="adj" fmla="val 1270"/>
            </a:avLst>
          </a:prstGeom>
          <a:solidFill xmlns:a="http://schemas.openxmlformats.org/drawingml/2006/main">
            <a:srgbClr val="FCF7F3"/>
          </a:solidFill>
          <a:ln xmlns:a="http://schemas.openxmlformats.org/drawingml/2006/main" w="9525">
            <a:solidFill>
              <a:srgbClr val="C79B46"/>
            </a:solidFill>
            <a:prstDash val="solid"/>
          </a:ln>
        </p:spPr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6BB7EE36-D7AB-429E-89F3-C2D318D0C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42950"/>
            <a:ext cx="5562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75" b="0" i="1">
                <a:solidFill>
                  <a:srgbClr val="52654E"/>
                </a:solidFill>
              </a:defRPr>
            </a:pPr>
            <a:r>
              <a:rPr sz="2475" b="0" i="1">
                <a:solidFill>
                  <a:srgbClr val="52654E"/>
                </a:solidFill>
              </a:rPr>
              <a:t>Wedding Countdown</a:t>
            </a:r>
          </a:p>
        </p:txBody>
      </p:sp>
      <p:sp>
        <p:nvSpPr>
          <p:cNvPr id="4" name="page-subtitle">
            <a:extLst xmlns:a="http://schemas.openxmlformats.org/drawingml/2006/main">
              <a:ext uri="{FF2B5EF4-FFF2-40B4-BE49-F238E27FC236}">
                <a16:creationId xmlns:a16="http://schemas.microsoft.com/office/drawing/2014/main" id="{D5699B54-970D-4A92-A50A-AD565AD06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219200"/>
            <a:ext cx="461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C79B46"/>
                </a:solidFill>
              </a:defRPr>
            </a:pPr>
            <a:r>
              <a:rPr sz="975" b="0" i="0">
                <a:solidFill>
                  <a:srgbClr val="C79B46"/>
                </a:solidFill>
              </a:rPr>
              <a:t>11 MONTHS TO GO</a:t>
            </a:r>
          </a:p>
        </p:txBody>
      </p:sp>
      <p:sp>
        <p:nvSpPr>
          <p:cNvPr id="5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2E368259-7750-4449-92C0-33784C755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581150"/>
            <a:ext cx="85725" cy="857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C79B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ED19739-147E-44E2-8A0A-04C6E8263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966787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C79B46"/>
                </a:solidFill>
              </a:defRPr>
            </a:pPr>
            <a:r>
              <a:rPr sz="750" b="0" i="0">
                <a:solidFill>
                  <a:srgbClr val="C79B46"/>
                </a:solidFill>
              </a:rPr>
              <a:t>027</a:t>
            </a:r>
          </a:p>
        </p:txBody>
      </p:sp>
      <p:sp>
        <p:nvSpPr>
          <p:cNvPr id="7" name="text-THIS MONTH'S FOCUS">
            <a:extLst xmlns:a="http://schemas.openxmlformats.org/drawingml/2006/main">
              <a:ext uri="{FF2B5EF4-FFF2-40B4-BE49-F238E27FC236}">
                <a16:creationId xmlns:a16="http://schemas.microsoft.com/office/drawing/2014/main" id="{6785CF4E-3557-4CC7-9F1B-95B116C66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8288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B61"/>
                </a:solidFill>
              </a:defRPr>
            </a:pPr>
            <a:r>
              <a:rPr sz="1125" b="0" i="0">
                <a:solidFill>
                  <a:srgbClr val="667B61"/>
                </a:solidFill>
              </a:rPr>
              <a:t>THIS MONTH'S FOCUS</a:t>
            </a:r>
          </a:p>
        </p:txBody>
      </p:sp>
      <p:sp>
        <p:nvSpPr>
          <p:cNvPr id="8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5E3AC56A-7169-467D-801C-DAE003621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190750"/>
            <a:ext cx="55626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9" name="text-TOP PRIORITIES">
            <a:extLst xmlns:a="http://schemas.openxmlformats.org/drawingml/2006/main">
              <a:ext uri="{FF2B5EF4-FFF2-40B4-BE49-F238E27FC236}">
                <a16:creationId xmlns:a16="http://schemas.microsoft.com/office/drawing/2014/main" id="{2D49D3F8-B254-4704-9BB4-0BA0046FF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6195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B61"/>
                </a:solidFill>
              </a:defRPr>
            </a:pPr>
            <a:r>
              <a:rPr sz="1125" b="0" i="0">
                <a:solidFill>
                  <a:srgbClr val="667B61"/>
                </a:solidFill>
              </a:rPr>
              <a:t>TOP PRIORITIES</a:t>
            </a:r>
          </a:p>
        </p:txBody>
      </p:sp>
      <p:sp>
        <p:nvSpPr>
          <p:cNvPr id="10" name="checkbox">
            <a:extLst xmlns:a="http://schemas.openxmlformats.org/drawingml/2006/main">
              <a:ext uri="{FF2B5EF4-FFF2-40B4-BE49-F238E27FC236}">
                <a16:creationId xmlns:a16="http://schemas.microsoft.com/office/drawing/2014/main" id="{5C90DD75-8D39-4A50-A23F-23E05D504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095750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793759CE-61CC-4C2A-855B-31BB1273E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4295775"/>
            <a:ext cx="5257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checkbox">
            <a:extLst xmlns:a="http://schemas.openxmlformats.org/drawingml/2006/main">
              <a:ext uri="{FF2B5EF4-FFF2-40B4-BE49-F238E27FC236}">
                <a16:creationId xmlns:a16="http://schemas.microsoft.com/office/drawing/2014/main" id="{D739AD21-750C-4D8E-A06B-81375254D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514850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AA9A4FE5-EC1F-4FD9-A249-712C6BA5C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4714875"/>
            <a:ext cx="5257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checkbox">
            <a:extLst xmlns:a="http://schemas.openxmlformats.org/drawingml/2006/main">
              <a:ext uri="{FF2B5EF4-FFF2-40B4-BE49-F238E27FC236}">
                <a16:creationId xmlns:a16="http://schemas.microsoft.com/office/drawing/2014/main" id="{13A519F2-1C63-4F9B-8572-66D67A6F0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933950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92C291B2-BEDC-462D-91AD-A3EAA6E84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5133975"/>
            <a:ext cx="5257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checkbox">
            <a:extLst xmlns:a="http://schemas.openxmlformats.org/drawingml/2006/main">
              <a:ext uri="{FF2B5EF4-FFF2-40B4-BE49-F238E27FC236}">
                <a16:creationId xmlns:a16="http://schemas.microsoft.com/office/drawing/2014/main" id="{C17EF2D4-85EC-4F35-B0AD-CE9479CD8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353050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2A90719B-00D5-436F-839A-58B248D77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5553075"/>
            <a:ext cx="5257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checkbox">
            <a:extLst xmlns:a="http://schemas.openxmlformats.org/drawingml/2006/main">
              <a:ext uri="{FF2B5EF4-FFF2-40B4-BE49-F238E27FC236}">
                <a16:creationId xmlns:a16="http://schemas.microsoft.com/office/drawing/2014/main" id="{EC0972EC-8910-4DB5-A8C0-50ABC32D6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772150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8738D353-E294-4494-9C95-1D34215FD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5972175"/>
            <a:ext cx="5257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checkbox">
            <a:extLst xmlns:a="http://schemas.openxmlformats.org/drawingml/2006/main">
              <a:ext uri="{FF2B5EF4-FFF2-40B4-BE49-F238E27FC236}">
                <a16:creationId xmlns:a16="http://schemas.microsoft.com/office/drawing/2014/main" id="{7E12EFFF-2945-484F-ABA9-DF154240F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191250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2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026A7204-A818-4E5B-987E-47400F15F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391275"/>
            <a:ext cx="5257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-APPOINTMENTS &amp; DEADLINES">
            <a:extLst xmlns:a="http://schemas.openxmlformats.org/drawingml/2006/main">
              <a:ext uri="{FF2B5EF4-FFF2-40B4-BE49-F238E27FC236}">
                <a16:creationId xmlns:a16="http://schemas.microsoft.com/office/drawing/2014/main" id="{075617A7-DF97-422B-A5BA-7C775B894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905625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B61"/>
                </a:solidFill>
              </a:defRPr>
            </a:pPr>
            <a:r>
              <a:rPr sz="1125" b="0" i="0">
                <a:solidFill>
                  <a:srgbClr val="667B61"/>
                </a:solidFill>
              </a:rPr>
              <a:t>APPOINTMENTS &amp; DEADLINES</a:t>
            </a:r>
          </a:p>
        </p:txBody>
      </p:sp>
      <p:sp>
        <p:nvSpPr>
          <p:cNvPr id="2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143D3C3F-5763-475D-9F7C-8D99CAD9D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37235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1A665E24-6472-45D3-9F4B-784C835E2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667625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A342FCE5-D544-4A25-BBF4-587457589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96290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086C6E4F-A5AD-4796-96AF-BF3383C61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258175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66848C78-93F2-4389-8729-57AE2938E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55345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85A86254-42DD-4E33-8A0F-6DE0D4197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848725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6229111E-BF4C-417D-89BC-9F0B5B998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914400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224028434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C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567a20d250442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7562850" cy="10696575"/>
          </a:xfrm>
          <a:prstGeom xmlns:a="http://schemas.openxmlformats.org/drawingml/2006/main" prst="rect">
            <a:avLst/>
          </a:prstGeom>
        </p:spPr>
      </p:pic>
      <p:sp>
        <p:nvSpPr>
          <p:cNvPr id="2" name="soft-romantic-panel">
            <a:extLst xmlns:a="http://schemas.openxmlformats.org/drawingml/2006/main">
              <a:ext uri="{FF2B5EF4-FFF2-40B4-BE49-F238E27FC236}">
                <a16:creationId xmlns:a16="http://schemas.microsoft.com/office/drawing/2014/main" id="{07BF28AE-FBB2-4670-A10E-D8019D27E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"/>
            <a:ext cx="6000750" cy="9429750"/>
          </a:xfrm>
          <a:prstGeom xmlns:a="http://schemas.openxmlformats.org/drawingml/2006/main" prst="roundRect">
            <a:avLst>
              <a:gd name="adj" fmla="val 1270"/>
            </a:avLst>
          </a:prstGeom>
          <a:solidFill xmlns:a="http://schemas.openxmlformats.org/drawingml/2006/main">
            <a:srgbClr val="FCF7F3"/>
          </a:solidFill>
          <a:ln xmlns:a="http://schemas.openxmlformats.org/drawingml/2006/main" w="9525">
            <a:solidFill>
              <a:srgbClr val="C79B46"/>
            </a:solidFill>
            <a:prstDash val="solid"/>
          </a:ln>
        </p:spPr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168411EA-28BF-4EDE-9793-6220FAFEA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42950"/>
            <a:ext cx="5562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75" b="0" i="1">
                <a:solidFill>
                  <a:srgbClr val="52654E"/>
                </a:solidFill>
              </a:defRPr>
            </a:pPr>
            <a:r>
              <a:rPr sz="2475" b="0" i="1">
                <a:solidFill>
                  <a:srgbClr val="52654E"/>
                </a:solidFill>
              </a:rPr>
              <a:t>Wedding Countdown</a:t>
            </a:r>
          </a:p>
        </p:txBody>
      </p:sp>
      <p:sp>
        <p:nvSpPr>
          <p:cNvPr id="4" name="page-subtitle">
            <a:extLst xmlns:a="http://schemas.openxmlformats.org/drawingml/2006/main">
              <a:ext uri="{FF2B5EF4-FFF2-40B4-BE49-F238E27FC236}">
                <a16:creationId xmlns:a16="http://schemas.microsoft.com/office/drawing/2014/main" id="{C0582629-F8DD-4FB9-B4C6-8D3F5D8E8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219200"/>
            <a:ext cx="461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C79B46"/>
                </a:solidFill>
              </a:defRPr>
            </a:pPr>
            <a:r>
              <a:rPr sz="975" b="0" i="0">
                <a:solidFill>
                  <a:srgbClr val="C79B46"/>
                </a:solidFill>
              </a:rPr>
              <a:t>10 MONTHS TO GO</a:t>
            </a:r>
          </a:p>
        </p:txBody>
      </p:sp>
      <p:sp>
        <p:nvSpPr>
          <p:cNvPr id="5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6EB29734-5652-48D9-A57D-761D3A64A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581150"/>
            <a:ext cx="85725" cy="857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C79B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8BF5348-FEA5-47FB-B0BB-12904A6FE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966787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C79B46"/>
                </a:solidFill>
              </a:defRPr>
            </a:pPr>
            <a:r>
              <a:rPr sz="750" b="0" i="0">
                <a:solidFill>
                  <a:srgbClr val="C79B46"/>
                </a:solidFill>
              </a:rPr>
              <a:t>028</a:t>
            </a:r>
          </a:p>
        </p:txBody>
      </p:sp>
      <p:sp>
        <p:nvSpPr>
          <p:cNvPr id="7" name="text-THIS MONTH'S FOCUS">
            <a:extLst xmlns:a="http://schemas.openxmlformats.org/drawingml/2006/main">
              <a:ext uri="{FF2B5EF4-FFF2-40B4-BE49-F238E27FC236}">
                <a16:creationId xmlns:a16="http://schemas.microsoft.com/office/drawing/2014/main" id="{9416FDB5-5EFF-4529-A73A-861B7D129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8288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B61"/>
                </a:solidFill>
              </a:defRPr>
            </a:pPr>
            <a:r>
              <a:rPr sz="1125" b="0" i="0">
                <a:solidFill>
                  <a:srgbClr val="667B61"/>
                </a:solidFill>
              </a:rPr>
              <a:t>THIS MONTH'S FOCUS</a:t>
            </a:r>
          </a:p>
        </p:txBody>
      </p:sp>
      <p:sp>
        <p:nvSpPr>
          <p:cNvPr id="8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D2F36EFE-961A-47BB-A289-EA8BD67B2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190750"/>
            <a:ext cx="55626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9" name="text-TOP PRIORITIES">
            <a:extLst xmlns:a="http://schemas.openxmlformats.org/drawingml/2006/main">
              <a:ext uri="{FF2B5EF4-FFF2-40B4-BE49-F238E27FC236}">
                <a16:creationId xmlns:a16="http://schemas.microsoft.com/office/drawing/2014/main" id="{09C1D459-11B8-4B40-8EEE-ED7732E47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6195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B61"/>
                </a:solidFill>
              </a:defRPr>
            </a:pPr>
            <a:r>
              <a:rPr sz="1125" b="0" i="0">
                <a:solidFill>
                  <a:srgbClr val="667B61"/>
                </a:solidFill>
              </a:rPr>
              <a:t>TOP PRIORITIES</a:t>
            </a:r>
          </a:p>
        </p:txBody>
      </p:sp>
      <p:sp>
        <p:nvSpPr>
          <p:cNvPr id="10" name="checkbox">
            <a:extLst xmlns:a="http://schemas.openxmlformats.org/drawingml/2006/main">
              <a:ext uri="{FF2B5EF4-FFF2-40B4-BE49-F238E27FC236}">
                <a16:creationId xmlns:a16="http://schemas.microsoft.com/office/drawing/2014/main" id="{06E4E491-3363-4C15-879D-D909A7191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095750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2BDABE9C-91FA-456B-8278-565090AA0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4295775"/>
            <a:ext cx="5257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checkbox">
            <a:extLst xmlns:a="http://schemas.openxmlformats.org/drawingml/2006/main">
              <a:ext uri="{FF2B5EF4-FFF2-40B4-BE49-F238E27FC236}">
                <a16:creationId xmlns:a16="http://schemas.microsoft.com/office/drawing/2014/main" id="{AB7C5B67-58E7-4616-AFB7-B134D8F34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514850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AA0F1CCF-B365-4CD3-AE3F-D5D7131DE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4714875"/>
            <a:ext cx="5257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checkbox">
            <a:extLst xmlns:a="http://schemas.openxmlformats.org/drawingml/2006/main">
              <a:ext uri="{FF2B5EF4-FFF2-40B4-BE49-F238E27FC236}">
                <a16:creationId xmlns:a16="http://schemas.microsoft.com/office/drawing/2014/main" id="{6D41F4EB-CBEA-48FE-81F8-8CD5E289C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933950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AA23A4E0-8B3E-4F7F-875B-2ACDDE450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5133975"/>
            <a:ext cx="5257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checkbox">
            <a:extLst xmlns:a="http://schemas.openxmlformats.org/drawingml/2006/main">
              <a:ext uri="{FF2B5EF4-FFF2-40B4-BE49-F238E27FC236}">
                <a16:creationId xmlns:a16="http://schemas.microsoft.com/office/drawing/2014/main" id="{DF6BEC79-6035-4725-803F-4E0F7F7B3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353050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328F2311-066A-4F87-89B4-0A3C74B3A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5553075"/>
            <a:ext cx="5257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checkbox">
            <a:extLst xmlns:a="http://schemas.openxmlformats.org/drawingml/2006/main">
              <a:ext uri="{FF2B5EF4-FFF2-40B4-BE49-F238E27FC236}">
                <a16:creationId xmlns:a16="http://schemas.microsoft.com/office/drawing/2014/main" id="{FFA8E72F-8A3E-4B09-BCBE-475800EFE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772150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920DBE5C-A0C3-4E27-899C-FC02802FF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5972175"/>
            <a:ext cx="5257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checkbox">
            <a:extLst xmlns:a="http://schemas.openxmlformats.org/drawingml/2006/main">
              <a:ext uri="{FF2B5EF4-FFF2-40B4-BE49-F238E27FC236}">
                <a16:creationId xmlns:a16="http://schemas.microsoft.com/office/drawing/2014/main" id="{9188260E-39C4-493A-A876-E3E0F7E2F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191250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2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F8092E77-3D4A-4413-B143-20B4BCA25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391275"/>
            <a:ext cx="5257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-APPOINTMENTS &amp; DEADLINES">
            <a:extLst xmlns:a="http://schemas.openxmlformats.org/drawingml/2006/main">
              <a:ext uri="{FF2B5EF4-FFF2-40B4-BE49-F238E27FC236}">
                <a16:creationId xmlns:a16="http://schemas.microsoft.com/office/drawing/2014/main" id="{A34499C3-3866-4C5B-AFB9-FE57021FC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905625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B61"/>
                </a:solidFill>
              </a:defRPr>
            </a:pPr>
            <a:r>
              <a:rPr sz="1125" b="0" i="0">
                <a:solidFill>
                  <a:srgbClr val="667B61"/>
                </a:solidFill>
              </a:rPr>
              <a:t>APPOINTMENTS &amp; DEADLINES</a:t>
            </a:r>
          </a:p>
        </p:txBody>
      </p:sp>
      <p:sp>
        <p:nvSpPr>
          <p:cNvPr id="2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28E33CD9-13C4-4802-96E2-AFB5B0A90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37235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4038A5B9-08C4-4A5A-98A3-66E46C5D2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667625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DEC28700-E163-4E35-80F8-0692B8835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96290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C3746B01-7FD4-41C7-9A6A-A488B3884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258175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F96593CF-C2A1-4466-90C7-117A19622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55345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90BEDF13-C65E-4A25-B28C-BC36D5E7E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848725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D594B6C2-F244-427C-9112-97FD84873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914400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360052043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C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d1213709c3401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7562850" cy="10696575"/>
          </a:xfrm>
          <a:prstGeom xmlns:a="http://schemas.openxmlformats.org/drawingml/2006/main" prst="rect">
            <a:avLst/>
          </a:prstGeom>
        </p:spPr>
      </p:pic>
      <p:sp>
        <p:nvSpPr>
          <p:cNvPr id="2" name="soft-romantic-panel">
            <a:extLst xmlns:a="http://schemas.openxmlformats.org/drawingml/2006/main">
              <a:ext uri="{FF2B5EF4-FFF2-40B4-BE49-F238E27FC236}">
                <a16:creationId xmlns:a16="http://schemas.microsoft.com/office/drawing/2014/main" id="{79C3047E-0027-4D75-B84F-BBA1B7FDD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"/>
            <a:ext cx="6000750" cy="9429750"/>
          </a:xfrm>
          <a:prstGeom xmlns:a="http://schemas.openxmlformats.org/drawingml/2006/main" prst="roundRect">
            <a:avLst>
              <a:gd name="adj" fmla="val 1270"/>
            </a:avLst>
          </a:prstGeom>
          <a:solidFill xmlns:a="http://schemas.openxmlformats.org/drawingml/2006/main">
            <a:srgbClr val="FCF7F3"/>
          </a:solidFill>
          <a:ln xmlns:a="http://schemas.openxmlformats.org/drawingml/2006/main" w="9525">
            <a:solidFill>
              <a:srgbClr val="C79B46"/>
            </a:solidFill>
            <a:prstDash val="solid"/>
          </a:ln>
        </p:spPr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92EB138C-CB6B-44E6-8BC7-082B0910A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42950"/>
            <a:ext cx="5562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75" b="0" i="1">
                <a:solidFill>
                  <a:srgbClr val="52654E"/>
                </a:solidFill>
              </a:defRPr>
            </a:pPr>
            <a:r>
              <a:rPr sz="2475" b="0" i="1">
                <a:solidFill>
                  <a:srgbClr val="52654E"/>
                </a:solidFill>
              </a:rPr>
              <a:t>Wedding Countdown</a:t>
            </a:r>
          </a:p>
        </p:txBody>
      </p:sp>
      <p:sp>
        <p:nvSpPr>
          <p:cNvPr id="4" name="page-subtitle">
            <a:extLst xmlns:a="http://schemas.openxmlformats.org/drawingml/2006/main">
              <a:ext uri="{FF2B5EF4-FFF2-40B4-BE49-F238E27FC236}">
                <a16:creationId xmlns:a16="http://schemas.microsoft.com/office/drawing/2014/main" id="{F37C07C0-E988-4004-B3E1-BDAEE2728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219200"/>
            <a:ext cx="461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C79B46"/>
                </a:solidFill>
              </a:defRPr>
            </a:pPr>
            <a:r>
              <a:rPr sz="975" b="0" i="0">
                <a:solidFill>
                  <a:srgbClr val="C79B46"/>
                </a:solidFill>
              </a:rPr>
              <a:t>9 MONTHS TO GO</a:t>
            </a:r>
          </a:p>
        </p:txBody>
      </p:sp>
      <p:sp>
        <p:nvSpPr>
          <p:cNvPr id="5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5C0D4AA1-D7D5-469B-A79A-4CEBCC23A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581150"/>
            <a:ext cx="85725" cy="857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C79B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92BCA0E-003A-42A7-8D3F-0C9D3D25B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966787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C79B46"/>
                </a:solidFill>
              </a:defRPr>
            </a:pPr>
            <a:r>
              <a:rPr sz="750" b="0" i="0">
                <a:solidFill>
                  <a:srgbClr val="C79B46"/>
                </a:solidFill>
              </a:rPr>
              <a:t>029</a:t>
            </a:r>
          </a:p>
        </p:txBody>
      </p:sp>
      <p:sp>
        <p:nvSpPr>
          <p:cNvPr id="7" name="text-THIS MONTH'S FOCUS">
            <a:extLst xmlns:a="http://schemas.openxmlformats.org/drawingml/2006/main">
              <a:ext uri="{FF2B5EF4-FFF2-40B4-BE49-F238E27FC236}">
                <a16:creationId xmlns:a16="http://schemas.microsoft.com/office/drawing/2014/main" id="{92D838B8-F820-4A8B-834E-AAF5C7591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8288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B61"/>
                </a:solidFill>
              </a:defRPr>
            </a:pPr>
            <a:r>
              <a:rPr sz="1125" b="0" i="0">
                <a:solidFill>
                  <a:srgbClr val="667B61"/>
                </a:solidFill>
              </a:rPr>
              <a:t>THIS MONTH'S FOCUS</a:t>
            </a:r>
          </a:p>
        </p:txBody>
      </p:sp>
      <p:sp>
        <p:nvSpPr>
          <p:cNvPr id="8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379D561A-F650-4D16-8C0C-6FD0CC5B7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190750"/>
            <a:ext cx="55626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9" name="text-TOP PRIORITIES">
            <a:extLst xmlns:a="http://schemas.openxmlformats.org/drawingml/2006/main">
              <a:ext uri="{FF2B5EF4-FFF2-40B4-BE49-F238E27FC236}">
                <a16:creationId xmlns:a16="http://schemas.microsoft.com/office/drawing/2014/main" id="{0BAAFD1B-F579-4BDC-9150-8230555E4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6195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B61"/>
                </a:solidFill>
              </a:defRPr>
            </a:pPr>
            <a:r>
              <a:rPr sz="1125" b="0" i="0">
                <a:solidFill>
                  <a:srgbClr val="667B61"/>
                </a:solidFill>
              </a:rPr>
              <a:t>TOP PRIORITIES</a:t>
            </a:r>
          </a:p>
        </p:txBody>
      </p:sp>
      <p:sp>
        <p:nvSpPr>
          <p:cNvPr id="10" name="checkbox">
            <a:extLst xmlns:a="http://schemas.openxmlformats.org/drawingml/2006/main">
              <a:ext uri="{FF2B5EF4-FFF2-40B4-BE49-F238E27FC236}">
                <a16:creationId xmlns:a16="http://schemas.microsoft.com/office/drawing/2014/main" id="{53D7421A-51EF-4799-9AC0-E14317ABC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095750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A6B0C540-CCBD-4E13-BC95-D7C9A9099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4295775"/>
            <a:ext cx="5257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checkbox">
            <a:extLst xmlns:a="http://schemas.openxmlformats.org/drawingml/2006/main">
              <a:ext uri="{FF2B5EF4-FFF2-40B4-BE49-F238E27FC236}">
                <a16:creationId xmlns:a16="http://schemas.microsoft.com/office/drawing/2014/main" id="{566D6ADE-9378-48AA-ABC4-4B4FF185D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514850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D363A606-40AC-4959-922C-507F2E763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4714875"/>
            <a:ext cx="5257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checkbox">
            <a:extLst xmlns:a="http://schemas.openxmlformats.org/drawingml/2006/main">
              <a:ext uri="{FF2B5EF4-FFF2-40B4-BE49-F238E27FC236}">
                <a16:creationId xmlns:a16="http://schemas.microsoft.com/office/drawing/2014/main" id="{68F13ECC-8C6A-426A-9D6E-B6A08F6B6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933950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0600B210-6CD5-419A-9F1D-3EEE0E10B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5133975"/>
            <a:ext cx="5257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checkbox">
            <a:extLst xmlns:a="http://schemas.openxmlformats.org/drawingml/2006/main">
              <a:ext uri="{FF2B5EF4-FFF2-40B4-BE49-F238E27FC236}">
                <a16:creationId xmlns:a16="http://schemas.microsoft.com/office/drawing/2014/main" id="{BD889F75-9F75-414F-A28E-F5A093458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353050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D4FCF741-03EB-46D1-AD66-C87690381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5553075"/>
            <a:ext cx="5257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checkbox">
            <a:extLst xmlns:a="http://schemas.openxmlformats.org/drawingml/2006/main">
              <a:ext uri="{FF2B5EF4-FFF2-40B4-BE49-F238E27FC236}">
                <a16:creationId xmlns:a16="http://schemas.microsoft.com/office/drawing/2014/main" id="{5BA0C99C-11CC-4B0C-AFA0-6BF74B6F4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772150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61FC1716-5A62-4CBE-B931-E3047A871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5972175"/>
            <a:ext cx="5257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checkbox">
            <a:extLst xmlns:a="http://schemas.openxmlformats.org/drawingml/2006/main">
              <a:ext uri="{FF2B5EF4-FFF2-40B4-BE49-F238E27FC236}">
                <a16:creationId xmlns:a16="http://schemas.microsoft.com/office/drawing/2014/main" id="{30D095BD-345C-4CC8-BA09-984CA845A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191250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2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9D0EEF91-2363-48F8-AE93-D44CE91EB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391275"/>
            <a:ext cx="5257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-APPOINTMENTS &amp; DEADLINES">
            <a:extLst xmlns:a="http://schemas.openxmlformats.org/drawingml/2006/main">
              <a:ext uri="{FF2B5EF4-FFF2-40B4-BE49-F238E27FC236}">
                <a16:creationId xmlns:a16="http://schemas.microsoft.com/office/drawing/2014/main" id="{0E20EB10-6331-459B-9BF6-A16D42DD3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905625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B61"/>
                </a:solidFill>
              </a:defRPr>
            </a:pPr>
            <a:r>
              <a:rPr sz="1125" b="0" i="0">
                <a:solidFill>
                  <a:srgbClr val="667B61"/>
                </a:solidFill>
              </a:rPr>
              <a:t>APPOINTMENTS &amp; DEADLINES</a:t>
            </a:r>
          </a:p>
        </p:txBody>
      </p:sp>
      <p:sp>
        <p:nvSpPr>
          <p:cNvPr id="2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67474613-9D07-4654-8F21-AB33EDE3D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37235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AD77A305-7085-4348-9F4C-E507548E2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667625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47212D4E-1C9C-4B0F-858E-DFCA84500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96290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ED3B1489-8BB7-440B-BED9-71A2453DA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258175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7D4D2E45-C7D2-4A25-9CD5-444D5015E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55345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7402B291-4D7F-4583-B6E2-90A7FFF37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848725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5B3C9174-B733-404D-B039-F2F8A1B8D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914400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327881644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C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24248c668a41d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7562850" cy="10696575"/>
          </a:xfrm>
          <a:prstGeom xmlns:a="http://schemas.openxmlformats.org/drawingml/2006/main" prst="rect">
            <a:avLst/>
          </a:prstGeom>
        </p:spPr>
      </p:pic>
      <p:sp>
        <p:nvSpPr>
          <p:cNvPr id="2" name="soft-romantic-panel">
            <a:extLst xmlns:a="http://schemas.openxmlformats.org/drawingml/2006/main">
              <a:ext uri="{FF2B5EF4-FFF2-40B4-BE49-F238E27FC236}">
                <a16:creationId xmlns:a16="http://schemas.microsoft.com/office/drawing/2014/main" id="{8E843394-1572-49D7-B5C7-9D2B10E3B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"/>
            <a:ext cx="6000750" cy="9429750"/>
          </a:xfrm>
          <a:prstGeom xmlns:a="http://schemas.openxmlformats.org/drawingml/2006/main" prst="roundRect">
            <a:avLst>
              <a:gd name="adj" fmla="val 1270"/>
            </a:avLst>
          </a:prstGeom>
          <a:solidFill xmlns:a="http://schemas.openxmlformats.org/drawingml/2006/main">
            <a:srgbClr val="FCF7F3"/>
          </a:solidFill>
          <a:ln xmlns:a="http://schemas.openxmlformats.org/drawingml/2006/main" w="9525">
            <a:solidFill>
              <a:srgbClr val="C79B46"/>
            </a:solidFill>
            <a:prstDash val="solid"/>
          </a:ln>
        </p:spPr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3E8C3E96-820A-41ED-836E-70BFD4DEB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42950"/>
            <a:ext cx="5562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75" b="0" i="1">
                <a:solidFill>
                  <a:srgbClr val="52654E"/>
                </a:solidFill>
              </a:defRPr>
            </a:pPr>
            <a:r>
              <a:rPr sz="2475" b="0" i="1">
                <a:solidFill>
                  <a:srgbClr val="52654E"/>
                </a:solidFill>
              </a:rPr>
              <a:t>Wedding Countdown</a:t>
            </a:r>
          </a:p>
        </p:txBody>
      </p:sp>
      <p:sp>
        <p:nvSpPr>
          <p:cNvPr id="4" name="page-subtitle">
            <a:extLst xmlns:a="http://schemas.openxmlformats.org/drawingml/2006/main">
              <a:ext uri="{FF2B5EF4-FFF2-40B4-BE49-F238E27FC236}">
                <a16:creationId xmlns:a16="http://schemas.microsoft.com/office/drawing/2014/main" id="{B12467D6-EF3B-4B48-8905-93D06A239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219200"/>
            <a:ext cx="461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C79B46"/>
                </a:solidFill>
              </a:defRPr>
            </a:pPr>
            <a:r>
              <a:rPr sz="975" b="0" i="0">
                <a:solidFill>
                  <a:srgbClr val="C79B46"/>
                </a:solidFill>
              </a:rPr>
              <a:t>8 MONTHS TO GO</a:t>
            </a:r>
          </a:p>
        </p:txBody>
      </p:sp>
      <p:sp>
        <p:nvSpPr>
          <p:cNvPr id="5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D4A548C6-90B4-4288-98E5-A7A3D8B73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581150"/>
            <a:ext cx="85725" cy="857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C79B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2FBC87D-61BC-4A25-AB03-76F82C782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966787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C79B46"/>
                </a:solidFill>
              </a:defRPr>
            </a:pPr>
            <a:r>
              <a:rPr sz="750" b="0" i="0">
                <a:solidFill>
                  <a:srgbClr val="C79B46"/>
                </a:solidFill>
              </a:rPr>
              <a:t>030</a:t>
            </a:r>
          </a:p>
        </p:txBody>
      </p:sp>
      <p:sp>
        <p:nvSpPr>
          <p:cNvPr id="7" name="text-THIS MONTH'S FOCUS">
            <a:extLst xmlns:a="http://schemas.openxmlformats.org/drawingml/2006/main">
              <a:ext uri="{FF2B5EF4-FFF2-40B4-BE49-F238E27FC236}">
                <a16:creationId xmlns:a16="http://schemas.microsoft.com/office/drawing/2014/main" id="{84D69D30-6A6C-45DA-8A18-EDC52DBF0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8288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B61"/>
                </a:solidFill>
              </a:defRPr>
            </a:pPr>
            <a:r>
              <a:rPr sz="1125" b="0" i="0">
                <a:solidFill>
                  <a:srgbClr val="667B61"/>
                </a:solidFill>
              </a:rPr>
              <a:t>THIS MONTH'S FOCUS</a:t>
            </a:r>
          </a:p>
        </p:txBody>
      </p:sp>
      <p:sp>
        <p:nvSpPr>
          <p:cNvPr id="8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B965BF0C-C450-4B2B-ABBC-03920BD57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190750"/>
            <a:ext cx="55626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9" name="text-TOP PRIORITIES">
            <a:extLst xmlns:a="http://schemas.openxmlformats.org/drawingml/2006/main">
              <a:ext uri="{FF2B5EF4-FFF2-40B4-BE49-F238E27FC236}">
                <a16:creationId xmlns:a16="http://schemas.microsoft.com/office/drawing/2014/main" id="{087690AF-FB5A-405E-9581-CBECA8638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6195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B61"/>
                </a:solidFill>
              </a:defRPr>
            </a:pPr>
            <a:r>
              <a:rPr sz="1125" b="0" i="0">
                <a:solidFill>
                  <a:srgbClr val="667B61"/>
                </a:solidFill>
              </a:rPr>
              <a:t>TOP PRIORITIES</a:t>
            </a:r>
          </a:p>
        </p:txBody>
      </p:sp>
      <p:sp>
        <p:nvSpPr>
          <p:cNvPr id="10" name="checkbox">
            <a:extLst xmlns:a="http://schemas.openxmlformats.org/drawingml/2006/main">
              <a:ext uri="{FF2B5EF4-FFF2-40B4-BE49-F238E27FC236}">
                <a16:creationId xmlns:a16="http://schemas.microsoft.com/office/drawing/2014/main" id="{2AA5422C-DC61-48FF-9E1D-AAA4426C7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095750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7FCE7E7A-6CB3-4BD0-9B50-7DB1D2EA2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4295775"/>
            <a:ext cx="5257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checkbox">
            <a:extLst xmlns:a="http://schemas.openxmlformats.org/drawingml/2006/main">
              <a:ext uri="{FF2B5EF4-FFF2-40B4-BE49-F238E27FC236}">
                <a16:creationId xmlns:a16="http://schemas.microsoft.com/office/drawing/2014/main" id="{C554A66F-B1B2-4C07-A977-6E4498EEE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514850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D4AD5DE6-CD54-4838-BC84-921CB5B9A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4714875"/>
            <a:ext cx="5257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checkbox">
            <a:extLst xmlns:a="http://schemas.openxmlformats.org/drawingml/2006/main">
              <a:ext uri="{FF2B5EF4-FFF2-40B4-BE49-F238E27FC236}">
                <a16:creationId xmlns:a16="http://schemas.microsoft.com/office/drawing/2014/main" id="{A42CC7AA-F863-4330-96AD-2D2DEA836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933950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6BB00362-415C-439F-BD92-D3B59A958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5133975"/>
            <a:ext cx="5257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checkbox">
            <a:extLst xmlns:a="http://schemas.openxmlformats.org/drawingml/2006/main">
              <a:ext uri="{FF2B5EF4-FFF2-40B4-BE49-F238E27FC236}">
                <a16:creationId xmlns:a16="http://schemas.microsoft.com/office/drawing/2014/main" id="{B2606D6A-1D6E-43F3-B287-E6FFC9B33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353050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2BD80392-8AC3-416F-8CFE-BBD18F6CA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5553075"/>
            <a:ext cx="5257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checkbox">
            <a:extLst xmlns:a="http://schemas.openxmlformats.org/drawingml/2006/main">
              <a:ext uri="{FF2B5EF4-FFF2-40B4-BE49-F238E27FC236}">
                <a16:creationId xmlns:a16="http://schemas.microsoft.com/office/drawing/2014/main" id="{B846FEF2-2FF2-4D82-BE27-27810FC0A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772150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D566AB89-A151-4565-9EAF-A11C46105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5972175"/>
            <a:ext cx="5257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checkbox">
            <a:extLst xmlns:a="http://schemas.openxmlformats.org/drawingml/2006/main">
              <a:ext uri="{FF2B5EF4-FFF2-40B4-BE49-F238E27FC236}">
                <a16:creationId xmlns:a16="http://schemas.microsoft.com/office/drawing/2014/main" id="{4B41AFDB-9C3F-45EA-A490-CE2A08DE3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191250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2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88F37478-F8E6-4ED8-8372-E2B09B46D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391275"/>
            <a:ext cx="5257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-APPOINTMENTS &amp; DEADLINES">
            <a:extLst xmlns:a="http://schemas.openxmlformats.org/drawingml/2006/main">
              <a:ext uri="{FF2B5EF4-FFF2-40B4-BE49-F238E27FC236}">
                <a16:creationId xmlns:a16="http://schemas.microsoft.com/office/drawing/2014/main" id="{BFD09AF9-881D-4FEA-B6B3-211F166C3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905625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B61"/>
                </a:solidFill>
              </a:defRPr>
            </a:pPr>
            <a:r>
              <a:rPr sz="1125" b="0" i="0">
                <a:solidFill>
                  <a:srgbClr val="667B61"/>
                </a:solidFill>
              </a:rPr>
              <a:t>APPOINTMENTS &amp; DEADLINES</a:t>
            </a:r>
          </a:p>
        </p:txBody>
      </p:sp>
      <p:sp>
        <p:nvSpPr>
          <p:cNvPr id="2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618123A9-56C6-416F-9CB0-6A196C157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37235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39BB64C1-F5FE-432C-BBF6-29ECA3544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667625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4DB6B981-7147-4DA2-9DE2-549F44599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96290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F55A3B4E-0F30-4477-92CE-4F03C45D4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258175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5DCB7A02-C621-4D7F-8F91-6E3A1110A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55345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A607D0D5-E358-4B45-B768-1B003E9E5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848725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4FACE2C4-7064-4C08-8115-2DF8A7900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914400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855656672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C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54e3007a0b4d2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7562850" cy="10696575"/>
          </a:xfrm>
          <a:prstGeom xmlns:a="http://schemas.openxmlformats.org/drawingml/2006/main" prst="rect">
            <a:avLst/>
          </a:prstGeom>
        </p:spPr>
      </p:pic>
      <p:sp>
        <p:nvSpPr>
          <p:cNvPr id="2" name="soft-romantic-panel">
            <a:extLst xmlns:a="http://schemas.openxmlformats.org/drawingml/2006/main">
              <a:ext uri="{FF2B5EF4-FFF2-40B4-BE49-F238E27FC236}">
                <a16:creationId xmlns:a16="http://schemas.microsoft.com/office/drawing/2014/main" id="{87DC0084-E370-457B-B115-CAE4775D8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"/>
            <a:ext cx="6000750" cy="9429750"/>
          </a:xfrm>
          <a:prstGeom xmlns:a="http://schemas.openxmlformats.org/drawingml/2006/main" prst="roundRect">
            <a:avLst>
              <a:gd name="adj" fmla="val 1270"/>
            </a:avLst>
          </a:prstGeom>
          <a:solidFill xmlns:a="http://schemas.openxmlformats.org/drawingml/2006/main">
            <a:srgbClr val="FCF7F3"/>
          </a:solidFill>
          <a:ln xmlns:a="http://schemas.openxmlformats.org/drawingml/2006/main" w="9525">
            <a:solidFill>
              <a:srgbClr val="C79B46"/>
            </a:solidFill>
            <a:prstDash val="solid"/>
          </a:ln>
        </p:spPr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BC74F22B-A642-4445-9389-E91357A64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42950"/>
            <a:ext cx="5562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75" b="0" i="1">
                <a:solidFill>
                  <a:srgbClr val="52654E"/>
                </a:solidFill>
              </a:defRPr>
            </a:pPr>
            <a:r>
              <a:rPr sz="2475" b="0" i="1">
                <a:solidFill>
                  <a:srgbClr val="52654E"/>
                </a:solidFill>
              </a:rPr>
              <a:t>Wedding Countdown</a:t>
            </a:r>
          </a:p>
        </p:txBody>
      </p:sp>
      <p:sp>
        <p:nvSpPr>
          <p:cNvPr id="4" name="page-subtitle">
            <a:extLst xmlns:a="http://schemas.openxmlformats.org/drawingml/2006/main">
              <a:ext uri="{FF2B5EF4-FFF2-40B4-BE49-F238E27FC236}">
                <a16:creationId xmlns:a16="http://schemas.microsoft.com/office/drawing/2014/main" id="{B4228091-78CB-444C-A7EF-4E014EEC8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219200"/>
            <a:ext cx="461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C79B46"/>
                </a:solidFill>
              </a:defRPr>
            </a:pPr>
            <a:r>
              <a:rPr sz="975" b="0" i="0">
                <a:solidFill>
                  <a:srgbClr val="C79B46"/>
                </a:solidFill>
              </a:rPr>
              <a:t>7 MONTHS TO GO</a:t>
            </a:r>
          </a:p>
        </p:txBody>
      </p:sp>
      <p:sp>
        <p:nvSpPr>
          <p:cNvPr id="5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5D7E6372-03D6-497D-A276-8E4EE2FB5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581150"/>
            <a:ext cx="85725" cy="857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C79B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61D5E1A-F188-48BC-9F5A-DEC941A2A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966787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C79B46"/>
                </a:solidFill>
              </a:defRPr>
            </a:pPr>
            <a:r>
              <a:rPr sz="750" b="0" i="0">
                <a:solidFill>
                  <a:srgbClr val="C79B46"/>
                </a:solidFill>
              </a:rPr>
              <a:t>031</a:t>
            </a:r>
          </a:p>
        </p:txBody>
      </p:sp>
      <p:sp>
        <p:nvSpPr>
          <p:cNvPr id="7" name="text-THIS MONTH'S FOCUS">
            <a:extLst xmlns:a="http://schemas.openxmlformats.org/drawingml/2006/main">
              <a:ext uri="{FF2B5EF4-FFF2-40B4-BE49-F238E27FC236}">
                <a16:creationId xmlns:a16="http://schemas.microsoft.com/office/drawing/2014/main" id="{53886E81-DD33-4F87-ABEE-0A2186FCD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8288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B61"/>
                </a:solidFill>
              </a:defRPr>
            </a:pPr>
            <a:r>
              <a:rPr sz="1125" b="0" i="0">
                <a:solidFill>
                  <a:srgbClr val="667B61"/>
                </a:solidFill>
              </a:rPr>
              <a:t>THIS MONTH'S FOCUS</a:t>
            </a:r>
          </a:p>
        </p:txBody>
      </p:sp>
      <p:sp>
        <p:nvSpPr>
          <p:cNvPr id="8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86CFF2EB-21AA-4A55-BCFB-7C1B5B929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190750"/>
            <a:ext cx="55626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9" name="text-TOP PRIORITIES">
            <a:extLst xmlns:a="http://schemas.openxmlformats.org/drawingml/2006/main">
              <a:ext uri="{FF2B5EF4-FFF2-40B4-BE49-F238E27FC236}">
                <a16:creationId xmlns:a16="http://schemas.microsoft.com/office/drawing/2014/main" id="{8A9FB23F-7334-4793-A79D-187281A6D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6195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B61"/>
                </a:solidFill>
              </a:defRPr>
            </a:pPr>
            <a:r>
              <a:rPr sz="1125" b="0" i="0">
                <a:solidFill>
                  <a:srgbClr val="667B61"/>
                </a:solidFill>
              </a:rPr>
              <a:t>TOP PRIORITIES</a:t>
            </a:r>
          </a:p>
        </p:txBody>
      </p:sp>
      <p:sp>
        <p:nvSpPr>
          <p:cNvPr id="10" name="checkbox">
            <a:extLst xmlns:a="http://schemas.openxmlformats.org/drawingml/2006/main">
              <a:ext uri="{FF2B5EF4-FFF2-40B4-BE49-F238E27FC236}">
                <a16:creationId xmlns:a16="http://schemas.microsoft.com/office/drawing/2014/main" id="{65B6DA16-B63D-47DD-9635-534947DDB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095750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8282EBD2-E218-456C-933E-C6B398821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4295775"/>
            <a:ext cx="5257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checkbox">
            <a:extLst xmlns:a="http://schemas.openxmlformats.org/drawingml/2006/main">
              <a:ext uri="{FF2B5EF4-FFF2-40B4-BE49-F238E27FC236}">
                <a16:creationId xmlns:a16="http://schemas.microsoft.com/office/drawing/2014/main" id="{463DB5D2-9AE7-4E51-A73B-F3BC4A23C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514850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5E921405-01D4-4D1D-9488-564938239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4714875"/>
            <a:ext cx="5257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checkbox">
            <a:extLst xmlns:a="http://schemas.openxmlformats.org/drawingml/2006/main">
              <a:ext uri="{FF2B5EF4-FFF2-40B4-BE49-F238E27FC236}">
                <a16:creationId xmlns:a16="http://schemas.microsoft.com/office/drawing/2014/main" id="{8F726BDB-F925-4CC0-880C-BBFAB4841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933950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87B2A963-5247-4F33-9164-DD3680F7D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5133975"/>
            <a:ext cx="5257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checkbox">
            <a:extLst xmlns:a="http://schemas.openxmlformats.org/drawingml/2006/main">
              <a:ext uri="{FF2B5EF4-FFF2-40B4-BE49-F238E27FC236}">
                <a16:creationId xmlns:a16="http://schemas.microsoft.com/office/drawing/2014/main" id="{6495A029-6117-496B-B0CD-EE838D1E4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353050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354C2602-8573-45C6-8A6F-5D24A28BB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5553075"/>
            <a:ext cx="5257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checkbox">
            <a:extLst xmlns:a="http://schemas.openxmlformats.org/drawingml/2006/main">
              <a:ext uri="{FF2B5EF4-FFF2-40B4-BE49-F238E27FC236}">
                <a16:creationId xmlns:a16="http://schemas.microsoft.com/office/drawing/2014/main" id="{C8DD06BB-9A63-479D-92AB-9F1D53CCC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772150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AB6BEDAF-23DA-4AEC-A109-A002EA2C2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5972175"/>
            <a:ext cx="5257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checkbox">
            <a:extLst xmlns:a="http://schemas.openxmlformats.org/drawingml/2006/main">
              <a:ext uri="{FF2B5EF4-FFF2-40B4-BE49-F238E27FC236}">
                <a16:creationId xmlns:a16="http://schemas.microsoft.com/office/drawing/2014/main" id="{4FD4B395-72EC-4D9B-BDC8-41B232851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191250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2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C4943C5E-B08C-45A8-8728-96F569324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391275"/>
            <a:ext cx="5257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-APPOINTMENTS &amp; DEADLINES">
            <a:extLst xmlns:a="http://schemas.openxmlformats.org/drawingml/2006/main">
              <a:ext uri="{FF2B5EF4-FFF2-40B4-BE49-F238E27FC236}">
                <a16:creationId xmlns:a16="http://schemas.microsoft.com/office/drawing/2014/main" id="{E156ED7E-59A8-4A7A-A62F-973D64B3F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905625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B61"/>
                </a:solidFill>
              </a:defRPr>
            </a:pPr>
            <a:r>
              <a:rPr sz="1125" b="0" i="0">
                <a:solidFill>
                  <a:srgbClr val="667B61"/>
                </a:solidFill>
              </a:rPr>
              <a:t>APPOINTMENTS &amp; DEADLINES</a:t>
            </a:r>
          </a:p>
        </p:txBody>
      </p:sp>
      <p:sp>
        <p:nvSpPr>
          <p:cNvPr id="2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26880993-DDEB-4F73-9BDF-12BB91F87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37235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9791E9B7-D368-43A7-B735-2CED863E5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667625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3EE932A7-8E21-4D0F-B7F1-A2BA9BE33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96290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8F225F48-AA8C-4BE5-AA35-174E7137A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258175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771C5CC4-ABA6-412A-B3FE-85B60BF72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55345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1ED48763-DC97-4E37-BBA3-F3BFD0107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848725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F788BE9D-B27D-4031-9B94-EEE44DEF2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914400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93762764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C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583283c7f8492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7562850" cy="10696575"/>
          </a:xfrm>
          <a:prstGeom xmlns:a="http://schemas.openxmlformats.org/drawingml/2006/main" prst="rect">
            <a:avLst/>
          </a:prstGeom>
        </p:spPr>
      </p:pic>
      <p:sp>
        <p:nvSpPr>
          <p:cNvPr id="2" name="soft-romantic-panel">
            <a:extLst xmlns:a="http://schemas.openxmlformats.org/drawingml/2006/main">
              <a:ext uri="{FF2B5EF4-FFF2-40B4-BE49-F238E27FC236}">
                <a16:creationId xmlns:a16="http://schemas.microsoft.com/office/drawing/2014/main" id="{E9CC0378-A3E7-492A-A296-619334216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"/>
            <a:ext cx="6000750" cy="9429750"/>
          </a:xfrm>
          <a:prstGeom xmlns:a="http://schemas.openxmlformats.org/drawingml/2006/main" prst="roundRect">
            <a:avLst>
              <a:gd name="adj" fmla="val 1270"/>
            </a:avLst>
          </a:prstGeom>
          <a:solidFill xmlns:a="http://schemas.openxmlformats.org/drawingml/2006/main">
            <a:srgbClr val="FCF7F3"/>
          </a:solidFill>
          <a:ln xmlns:a="http://schemas.openxmlformats.org/drawingml/2006/main" w="9525">
            <a:solidFill>
              <a:srgbClr val="C79B46"/>
            </a:solidFill>
            <a:prstDash val="solid"/>
          </a:ln>
        </p:spPr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411D6F0F-D832-4CC6-86CD-9C3C1A31B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42950"/>
            <a:ext cx="5562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75" b="0" i="1">
                <a:solidFill>
                  <a:srgbClr val="52654E"/>
                </a:solidFill>
              </a:defRPr>
            </a:pPr>
            <a:r>
              <a:rPr sz="2475" b="0" i="1">
                <a:solidFill>
                  <a:srgbClr val="52654E"/>
                </a:solidFill>
              </a:rPr>
              <a:t>Wedding Countdown</a:t>
            </a:r>
          </a:p>
        </p:txBody>
      </p:sp>
      <p:sp>
        <p:nvSpPr>
          <p:cNvPr id="4" name="page-subtitle">
            <a:extLst xmlns:a="http://schemas.openxmlformats.org/drawingml/2006/main">
              <a:ext uri="{FF2B5EF4-FFF2-40B4-BE49-F238E27FC236}">
                <a16:creationId xmlns:a16="http://schemas.microsoft.com/office/drawing/2014/main" id="{38382933-94CE-4403-A779-4F2F2261F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219200"/>
            <a:ext cx="461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C79B46"/>
                </a:solidFill>
              </a:defRPr>
            </a:pPr>
            <a:r>
              <a:rPr sz="975" b="0" i="0">
                <a:solidFill>
                  <a:srgbClr val="C79B46"/>
                </a:solidFill>
              </a:rPr>
              <a:t>6 MONTHS TO GO</a:t>
            </a:r>
          </a:p>
        </p:txBody>
      </p:sp>
      <p:sp>
        <p:nvSpPr>
          <p:cNvPr id="5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226EBA09-0F57-41D0-99AB-7645D1BEE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581150"/>
            <a:ext cx="85725" cy="857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C79B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9E5B96A-27A7-47D8-9059-6A55EF2C6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966787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C79B46"/>
                </a:solidFill>
              </a:defRPr>
            </a:pPr>
            <a:r>
              <a:rPr sz="750" b="0" i="0">
                <a:solidFill>
                  <a:srgbClr val="C79B46"/>
                </a:solidFill>
              </a:rPr>
              <a:t>032</a:t>
            </a:r>
          </a:p>
        </p:txBody>
      </p:sp>
      <p:sp>
        <p:nvSpPr>
          <p:cNvPr id="7" name="text-THIS MONTH'S FOCUS">
            <a:extLst xmlns:a="http://schemas.openxmlformats.org/drawingml/2006/main">
              <a:ext uri="{FF2B5EF4-FFF2-40B4-BE49-F238E27FC236}">
                <a16:creationId xmlns:a16="http://schemas.microsoft.com/office/drawing/2014/main" id="{50032A42-03A2-4550-9F76-B8B66CE44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8288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B61"/>
                </a:solidFill>
              </a:defRPr>
            </a:pPr>
            <a:r>
              <a:rPr sz="1125" b="0" i="0">
                <a:solidFill>
                  <a:srgbClr val="667B61"/>
                </a:solidFill>
              </a:rPr>
              <a:t>THIS MONTH'S FOCUS</a:t>
            </a:r>
          </a:p>
        </p:txBody>
      </p:sp>
      <p:sp>
        <p:nvSpPr>
          <p:cNvPr id="8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0F1764D3-4D1D-4A18-B002-96470B39B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190750"/>
            <a:ext cx="55626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9" name="text-TOP PRIORITIES">
            <a:extLst xmlns:a="http://schemas.openxmlformats.org/drawingml/2006/main">
              <a:ext uri="{FF2B5EF4-FFF2-40B4-BE49-F238E27FC236}">
                <a16:creationId xmlns:a16="http://schemas.microsoft.com/office/drawing/2014/main" id="{E5202FD7-D06D-4479-AAF3-BDD17C5E2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6195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B61"/>
                </a:solidFill>
              </a:defRPr>
            </a:pPr>
            <a:r>
              <a:rPr sz="1125" b="0" i="0">
                <a:solidFill>
                  <a:srgbClr val="667B61"/>
                </a:solidFill>
              </a:rPr>
              <a:t>TOP PRIORITIES</a:t>
            </a:r>
          </a:p>
        </p:txBody>
      </p:sp>
      <p:sp>
        <p:nvSpPr>
          <p:cNvPr id="10" name="checkbox">
            <a:extLst xmlns:a="http://schemas.openxmlformats.org/drawingml/2006/main">
              <a:ext uri="{FF2B5EF4-FFF2-40B4-BE49-F238E27FC236}">
                <a16:creationId xmlns:a16="http://schemas.microsoft.com/office/drawing/2014/main" id="{279EDB3A-4183-42DB-9E2A-1198FB689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095750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D8D55345-EF16-4302-9A67-609191FED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4295775"/>
            <a:ext cx="5257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checkbox">
            <a:extLst xmlns:a="http://schemas.openxmlformats.org/drawingml/2006/main">
              <a:ext uri="{FF2B5EF4-FFF2-40B4-BE49-F238E27FC236}">
                <a16:creationId xmlns:a16="http://schemas.microsoft.com/office/drawing/2014/main" id="{E06ACE8D-AA29-461D-8C75-E7DCB6673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514850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6D77A49A-7D51-4FB0-8255-497FD6709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4714875"/>
            <a:ext cx="5257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checkbox">
            <a:extLst xmlns:a="http://schemas.openxmlformats.org/drawingml/2006/main">
              <a:ext uri="{FF2B5EF4-FFF2-40B4-BE49-F238E27FC236}">
                <a16:creationId xmlns:a16="http://schemas.microsoft.com/office/drawing/2014/main" id="{B986C8E5-77FB-4EC6-935E-F103AC1FF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933950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C1478846-55D7-436C-B051-04CE752B9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5133975"/>
            <a:ext cx="5257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checkbox">
            <a:extLst xmlns:a="http://schemas.openxmlformats.org/drawingml/2006/main">
              <a:ext uri="{FF2B5EF4-FFF2-40B4-BE49-F238E27FC236}">
                <a16:creationId xmlns:a16="http://schemas.microsoft.com/office/drawing/2014/main" id="{8EC983E9-29BE-4CFF-B41C-3DDD3B89B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353050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702B27EE-23E5-418B-9B9A-84C9FE92F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5553075"/>
            <a:ext cx="5257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checkbox">
            <a:extLst xmlns:a="http://schemas.openxmlformats.org/drawingml/2006/main">
              <a:ext uri="{FF2B5EF4-FFF2-40B4-BE49-F238E27FC236}">
                <a16:creationId xmlns:a16="http://schemas.microsoft.com/office/drawing/2014/main" id="{C327831B-C358-407B-83E7-F47D1ED03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772150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6E06BA67-B250-4D68-B0BE-39174C12D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5972175"/>
            <a:ext cx="5257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checkbox">
            <a:extLst xmlns:a="http://schemas.openxmlformats.org/drawingml/2006/main">
              <a:ext uri="{FF2B5EF4-FFF2-40B4-BE49-F238E27FC236}">
                <a16:creationId xmlns:a16="http://schemas.microsoft.com/office/drawing/2014/main" id="{58C43844-6955-428F-BD5B-D05846F95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191250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2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B0FEEF97-599E-424C-AC12-29AE9B66A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391275"/>
            <a:ext cx="5257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-APPOINTMENTS &amp; DEADLINES">
            <a:extLst xmlns:a="http://schemas.openxmlformats.org/drawingml/2006/main">
              <a:ext uri="{FF2B5EF4-FFF2-40B4-BE49-F238E27FC236}">
                <a16:creationId xmlns:a16="http://schemas.microsoft.com/office/drawing/2014/main" id="{8ABDE3FC-A29F-4DF4-B972-535A63FC7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905625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B61"/>
                </a:solidFill>
              </a:defRPr>
            </a:pPr>
            <a:r>
              <a:rPr sz="1125" b="0" i="0">
                <a:solidFill>
                  <a:srgbClr val="667B61"/>
                </a:solidFill>
              </a:rPr>
              <a:t>APPOINTMENTS &amp; DEADLINES</a:t>
            </a:r>
          </a:p>
        </p:txBody>
      </p:sp>
      <p:sp>
        <p:nvSpPr>
          <p:cNvPr id="2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EDCB62C9-02D6-4BC4-B0E2-76BEBDD18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37235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D097B91D-4217-4171-9A28-77F728F5E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667625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39A475FE-D8FB-4AFA-8CB8-2C4640081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96290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FFF1D8F9-3368-42E4-B863-EC13DB8C3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258175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CF9506CD-5F07-46AE-9067-63B8FD0E1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55345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85AB872C-91A6-4AF5-BAC6-337EF2B11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848725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CBC32504-3EF0-4452-AC3A-27EF002E4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914400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941484979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C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dc1883d34943e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7562850" cy="10696575"/>
          </a:xfrm>
          <a:prstGeom xmlns:a="http://schemas.openxmlformats.org/drawingml/2006/main" prst="rect">
            <a:avLst/>
          </a:prstGeom>
        </p:spPr>
      </p:pic>
      <p:sp>
        <p:nvSpPr>
          <p:cNvPr id="2" name="soft-romantic-panel">
            <a:extLst xmlns:a="http://schemas.openxmlformats.org/drawingml/2006/main">
              <a:ext uri="{FF2B5EF4-FFF2-40B4-BE49-F238E27FC236}">
                <a16:creationId xmlns:a16="http://schemas.microsoft.com/office/drawing/2014/main" id="{1A41EF7A-4E80-4DF2-A756-E7E55C8EC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"/>
            <a:ext cx="6000750" cy="9429750"/>
          </a:xfrm>
          <a:prstGeom xmlns:a="http://schemas.openxmlformats.org/drawingml/2006/main" prst="roundRect">
            <a:avLst>
              <a:gd name="adj" fmla="val 1270"/>
            </a:avLst>
          </a:prstGeom>
          <a:solidFill xmlns:a="http://schemas.openxmlformats.org/drawingml/2006/main">
            <a:srgbClr val="FCF7F3"/>
          </a:solidFill>
          <a:ln xmlns:a="http://schemas.openxmlformats.org/drawingml/2006/main" w="9525">
            <a:solidFill>
              <a:srgbClr val="C79B46"/>
            </a:solidFill>
            <a:prstDash val="solid"/>
          </a:ln>
        </p:spPr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0BFB44FD-F50E-413C-8ACD-B84F0C887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42950"/>
            <a:ext cx="5562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75" b="0" i="1">
                <a:solidFill>
                  <a:srgbClr val="52654E"/>
                </a:solidFill>
              </a:defRPr>
            </a:pPr>
            <a:r>
              <a:rPr sz="2475" b="0" i="1">
                <a:solidFill>
                  <a:srgbClr val="52654E"/>
                </a:solidFill>
              </a:rPr>
              <a:t>Wedding Countdown</a:t>
            </a:r>
          </a:p>
        </p:txBody>
      </p:sp>
      <p:sp>
        <p:nvSpPr>
          <p:cNvPr id="4" name="page-subtitle">
            <a:extLst xmlns:a="http://schemas.openxmlformats.org/drawingml/2006/main">
              <a:ext uri="{FF2B5EF4-FFF2-40B4-BE49-F238E27FC236}">
                <a16:creationId xmlns:a16="http://schemas.microsoft.com/office/drawing/2014/main" id="{08EEB04C-8EE2-4404-A7D1-4C869ABDB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219200"/>
            <a:ext cx="461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C79B46"/>
                </a:solidFill>
              </a:defRPr>
            </a:pPr>
            <a:r>
              <a:rPr sz="975" b="0" i="0">
                <a:solidFill>
                  <a:srgbClr val="C79B46"/>
                </a:solidFill>
              </a:rPr>
              <a:t>5 MONTHS TO GO</a:t>
            </a:r>
          </a:p>
        </p:txBody>
      </p:sp>
      <p:sp>
        <p:nvSpPr>
          <p:cNvPr id="5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BC57541E-6E70-4569-8A85-E95053E09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581150"/>
            <a:ext cx="85725" cy="857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C79B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D69917F-CB8A-4514-A9FC-1D4AA57D1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966787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C79B46"/>
                </a:solidFill>
              </a:defRPr>
            </a:pPr>
            <a:r>
              <a:rPr sz="750" b="0" i="0">
                <a:solidFill>
                  <a:srgbClr val="C79B46"/>
                </a:solidFill>
              </a:rPr>
              <a:t>033</a:t>
            </a:r>
          </a:p>
        </p:txBody>
      </p:sp>
      <p:sp>
        <p:nvSpPr>
          <p:cNvPr id="7" name="text-THIS MONTH'S FOCUS">
            <a:extLst xmlns:a="http://schemas.openxmlformats.org/drawingml/2006/main">
              <a:ext uri="{FF2B5EF4-FFF2-40B4-BE49-F238E27FC236}">
                <a16:creationId xmlns:a16="http://schemas.microsoft.com/office/drawing/2014/main" id="{FCF082B9-73A4-4ABC-BBB1-B8D0D48C0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8288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B61"/>
                </a:solidFill>
              </a:defRPr>
            </a:pPr>
            <a:r>
              <a:rPr sz="1125" b="0" i="0">
                <a:solidFill>
                  <a:srgbClr val="667B61"/>
                </a:solidFill>
              </a:rPr>
              <a:t>THIS MONTH'S FOCUS</a:t>
            </a:r>
          </a:p>
        </p:txBody>
      </p:sp>
      <p:sp>
        <p:nvSpPr>
          <p:cNvPr id="8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36255158-0416-4856-A7D3-4F1F42D6C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190750"/>
            <a:ext cx="55626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9" name="text-TOP PRIORITIES">
            <a:extLst xmlns:a="http://schemas.openxmlformats.org/drawingml/2006/main">
              <a:ext uri="{FF2B5EF4-FFF2-40B4-BE49-F238E27FC236}">
                <a16:creationId xmlns:a16="http://schemas.microsoft.com/office/drawing/2014/main" id="{118B5A1B-B8D2-4B1D-B14C-AE85458CF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6195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B61"/>
                </a:solidFill>
              </a:defRPr>
            </a:pPr>
            <a:r>
              <a:rPr sz="1125" b="0" i="0">
                <a:solidFill>
                  <a:srgbClr val="667B61"/>
                </a:solidFill>
              </a:rPr>
              <a:t>TOP PRIORITIES</a:t>
            </a:r>
          </a:p>
        </p:txBody>
      </p:sp>
      <p:sp>
        <p:nvSpPr>
          <p:cNvPr id="10" name="checkbox">
            <a:extLst xmlns:a="http://schemas.openxmlformats.org/drawingml/2006/main">
              <a:ext uri="{FF2B5EF4-FFF2-40B4-BE49-F238E27FC236}">
                <a16:creationId xmlns:a16="http://schemas.microsoft.com/office/drawing/2014/main" id="{BF575D3E-7891-478B-950F-6479ABFCB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095750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8608FFCC-4B4D-4B75-A2F8-DAF849F7D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4295775"/>
            <a:ext cx="5257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checkbox">
            <a:extLst xmlns:a="http://schemas.openxmlformats.org/drawingml/2006/main">
              <a:ext uri="{FF2B5EF4-FFF2-40B4-BE49-F238E27FC236}">
                <a16:creationId xmlns:a16="http://schemas.microsoft.com/office/drawing/2014/main" id="{A9424161-2D1C-4C91-AD8C-21AE3D446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514850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09B9CA42-FD7B-48B1-BFB9-CD7F46C3A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4714875"/>
            <a:ext cx="5257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checkbox">
            <a:extLst xmlns:a="http://schemas.openxmlformats.org/drawingml/2006/main">
              <a:ext uri="{FF2B5EF4-FFF2-40B4-BE49-F238E27FC236}">
                <a16:creationId xmlns:a16="http://schemas.microsoft.com/office/drawing/2014/main" id="{560C7322-95A4-4CD3-B3D1-F17DD4577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933950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D0DFD184-14CC-492F-A390-9D90667D9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5133975"/>
            <a:ext cx="5257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checkbox">
            <a:extLst xmlns:a="http://schemas.openxmlformats.org/drawingml/2006/main">
              <a:ext uri="{FF2B5EF4-FFF2-40B4-BE49-F238E27FC236}">
                <a16:creationId xmlns:a16="http://schemas.microsoft.com/office/drawing/2014/main" id="{CD574B62-40D7-4559-9AA9-A0AD64F4B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353050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575DDDAC-4473-4042-A5DA-475A3DBBF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5553075"/>
            <a:ext cx="5257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checkbox">
            <a:extLst xmlns:a="http://schemas.openxmlformats.org/drawingml/2006/main">
              <a:ext uri="{FF2B5EF4-FFF2-40B4-BE49-F238E27FC236}">
                <a16:creationId xmlns:a16="http://schemas.microsoft.com/office/drawing/2014/main" id="{2B2D29A1-6565-432B-978E-E4DF771DE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772150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853EBEB6-750C-4DDD-97B1-D4810C93B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5972175"/>
            <a:ext cx="5257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checkbox">
            <a:extLst xmlns:a="http://schemas.openxmlformats.org/drawingml/2006/main">
              <a:ext uri="{FF2B5EF4-FFF2-40B4-BE49-F238E27FC236}">
                <a16:creationId xmlns:a16="http://schemas.microsoft.com/office/drawing/2014/main" id="{5982EAB2-0AA8-4754-93DB-CEB74459E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191250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2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04984257-18C9-4BAA-B792-4440D4E50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391275"/>
            <a:ext cx="5257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-APPOINTMENTS &amp; DEADLINES">
            <a:extLst xmlns:a="http://schemas.openxmlformats.org/drawingml/2006/main">
              <a:ext uri="{FF2B5EF4-FFF2-40B4-BE49-F238E27FC236}">
                <a16:creationId xmlns:a16="http://schemas.microsoft.com/office/drawing/2014/main" id="{BA166C74-2E2B-477E-95BA-91DFD36F2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905625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B61"/>
                </a:solidFill>
              </a:defRPr>
            </a:pPr>
            <a:r>
              <a:rPr sz="1125" b="0" i="0">
                <a:solidFill>
                  <a:srgbClr val="667B61"/>
                </a:solidFill>
              </a:rPr>
              <a:t>APPOINTMENTS &amp; DEADLINES</a:t>
            </a:r>
          </a:p>
        </p:txBody>
      </p:sp>
      <p:sp>
        <p:nvSpPr>
          <p:cNvPr id="2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36A4AA38-D888-40BA-9095-E210FCECA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37235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D1210C36-E945-4DAF-8749-419A08BCA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667625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A51A6CC3-698F-459A-B48C-6FB3C90A3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96290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05C868A6-A3C4-4C84-8396-FAFA58259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258175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BE9DB9AB-BC0F-4A07-95DA-681DBD5AD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55345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C129DF69-A700-487D-A421-F99EEEC69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848725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29B3B130-6D4F-455E-9798-F25FC5B25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914400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906469380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C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6e559ce87146c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7562850" cy="10696575"/>
          </a:xfrm>
          <a:prstGeom xmlns:a="http://schemas.openxmlformats.org/drawingml/2006/main" prst="rect">
            <a:avLst/>
          </a:prstGeom>
        </p:spPr>
      </p:pic>
      <p:sp>
        <p:nvSpPr>
          <p:cNvPr id="2" name="soft-romantic-panel">
            <a:extLst xmlns:a="http://schemas.openxmlformats.org/drawingml/2006/main">
              <a:ext uri="{FF2B5EF4-FFF2-40B4-BE49-F238E27FC236}">
                <a16:creationId xmlns:a16="http://schemas.microsoft.com/office/drawing/2014/main" id="{AA582B90-A2FE-47F3-B2FD-952C159D9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"/>
            <a:ext cx="6000750" cy="9429750"/>
          </a:xfrm>
          <a:prstGeom xmlns:a="http://schemas.openxmlformats.org/drawingml/2006/main" prst="roundRect">
            <a:avLst>
              <a:gd name="adj" fmla="val 1270"/>
            </a:avLst>
          </a:prstGeom>
          <a:solidFill xmlns:a="http://schemas.openxmlformats.org/drawingml/2006/main">
            <a:srgbClr val="FCF7F3"/>
          </a:solidFill>
          <a:ln xmlns:a="http://schemas.openxmlformats.org/drawingml/2006/main" w="9525">
            <a:solidFill>
              <a:srgbClr val="C79B46"/>
            </a:solidFill>
            <a:prstDash val="solid"/>
          </a:ln>
        </p:spPr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A155FCC0-2840-4E62-AE20-13128AF9C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42950"/>
            <a:ext cx="5562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75" b="0" i="1">
                <a:solidFill>
                  <a:srgbClr val="52654E"/>
                </a:solidFill>
              </a:defRPr>
            </a:pPr>
            <a:r>
              <a:rPr sz="2475" b="0" i="1">
                <a:solidFill>
                  <a:srgbClr val="52654E"/>
                </a:solidFill>
              </a:rPr>
              <a:t>Wedding Countdown</a:t>
            </a:r>
          </a:p>
        </p:txBody>
      </p:sp>
      <p:sp>
        <p:nvSpPr>
          <p:cNvPr id="4" name="page-subtitle">
            <a:extLst xmlns:a="http://schemas.openxmlformats.org/drawingml/2006/main">
              <a:ext uri="{FF2B5EF4-FFF2-40B4-BE49-F238E27FC236}">
                <a16:creationId xmlns:a16="http://schemas.microsoft.com/office/drawing/2014/main" id="{A8E37526-780B-4ADB-BE5A-527547E36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219200"/>
            <a:ext cx="461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C79B46"/>
                </a:solidFill>
              </a:defRPr>
            </a:pPr>
            <a:r>
              <a:rPr sz="975" b="0" i="0">
                <a:solidFill>
                  <a:srgbClr val="C79B46"/>
                </a:solidFill>
              </a:rPr>
              <a:t>4 MONTHS TO GO</a:t>
            </a:r>
          </a:p>
        </p:txBody>
      </p:sp>
      <p:sp>
        <p:nvSpPr>
          <p:cNvPr id="5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CA66727B-08A7-4CDA-BBB8-6FA2DC2E6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581150"/>
            <a:ext cx="85725" cy="857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C79B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7273E42-2552-4B96-B6D0-8AC1F8783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966787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C79B46"/>
                </a:solidFill>
              </a:defRPr>
            </a:pPr>
            <a:r>
              <a:rPr sz="750" b="0" i="0">
                <a:solidFill>
                  <a:srgbClr val="C79B46"/>
                </a:solidFill>
              </a:rPr>
              <a:t>034</a:t>
            </a:r>
          </a:p>
        </p:txBody>
      </p:sp>
      <p:sp>
        <p:nvSpPr>
          <p:cNvPr id="7" name="text-THIS MONTH'S FOCUS">
            <a:extLst xmlns:a="http://schemas.openxmlformats.org/drawingml/2006/main">
              <a:ext uri="{FF2B5EF4-FFF2-40B4-BE49-F238E27FC236}">
                <a16:creationId xmlns:a16="http://schemas.microsoft.com/office/drawing/2014/main" id="{ED8AFFC9-8644-4B3A-9B38-0C951EC17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8288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B61"/>
                </a:solidFill>
              </a:defRPr>
            </a:pPr>
            <a:r>
              <a:rPr sz="1125" b="0" i="0">
                <a:solidFill>
                  <a:srgbClr val="667B61"/>
                </a:solidFill>
              </a:rPr>
              <a:t>THIS MONTH'S FOCUS</a:t>
            </a:r>
          </a:p>
        </p:txBody>
      </p:sp>
      <p:sp>
        <p:nvSpPr>
          <p:cNvPr id="8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8A00DAFC-A6B8-43C1-9F3D-989D13307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190750"/>
            <a:ext cx="55626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9" name="text-TOP PRIORITIES">
            <a:extLst xmlns:a="http://schemas.openxmlformats.org/drawingml/2006/main">
              <a:ext uri="{FF2B5EF4-FFF2-40B4-BE49-F238E27FC236}">
                <a16:creationId xmlns:a16="http://schemas.microsoft.com/office/drawing/2014/main" id="{28C5AB37-9B86-4E64-ADD4-9C78CA388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6195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B61"/>
                </a:solidFill>
              </a:defRPr>
            </a:pPr>
            <a:r>
              <a:rPr sz="1125" b="0" i="0">
                <a:solidFill>
                  <a:srgbClr val="667B61"/>
                </a:solidFill>
              </a:rPr>
              <a:t>TOP PRIORITIES</a:t>
            </a:r>
          </a:p>
        </p:txBody>
      </p:sp>
      <p:sp>
        <p:nvSpPr>
          <p:cNvPr id="10" name="checkbox">
            <a:extLst xmlns:a="http://schemas.openxmlformats.org/drawingml/2006/main">
              <a:ext uri="{FF2B5EF4-FFF2-40B4-BE49-F238E27FC236}">
                <a16:creationId xmlns:a16="http://schemas.microsoft.com/office/drawing/2014/main" id="{57C1A989-7B67-47BB-A6E2-1692F6AF0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095750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FF658B98-C4BC-4C3E-A5C8-40137375F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4295775"/>
            <a:ext cx="5257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checkbox">
            <a:extLst xmlns:a="http://schemas.openxmlformats.org/drawingml/2006/main">
              <a:ext uri="{FF2B5EF4-FFF2-40B4-BE49-F238E27FC236}">
                <a16:creationId xmlns:a16="http://schemas.microsoft.com/office/drawing/2014/main" id="{18F79F19-36D6-4081-9B85-DD3FE0635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514850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18B61C55-1711-4975-9611-A745A635B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4714875"/>
            <a:ext cx="5257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checkbox">
            <a:extLst xmlns:a="http://schemas.openxmlformats.org/drawingml/2006/main">
              <a:ext uri="{FF2B5EF4-FFF2-40B4-BE49-F238E27FC236}">
                <a16:creationId xmlns:a16="http://schemas.microsoft.com/office/drawing/2014/main" id="{05576F3B-AF04-48E9-95C3-43C32DFE6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933950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374D3FAC-8EE7-4DB0-ACB6-5D4384814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5133975"/>
            <a:ext cx="5257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checkbox">
            <a:extLst xmlns:a="http://schemas.openxmlformats.org/drawingml/2006/main">
              <a:ext uri="{FF2B5EF4-FFF2-40B4-BE49-F238E27FC236}">
                <a16:creationId xmlns:a16="http://schemas.microsoft.com/office/drawing/2014/main" id="{5047CF9F-E5AE-4527-B398-6E727D54B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353050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C6A392D4-E48B-4216-BA17-D138784D0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5553075"/>
            <a:ext cx="5257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checkbox">
            <a:extLst xmlns:a="http://schemas.openxmlformats.org/drawingml/2006/main">
              <a:ext uri="{FF2B5EF4-FFF2-40B4-BE49-F238E27FC236}">
                <a16:creationId xmlns:a16="http://schemas.microsoft.com/office/drawing/2014/main" id="{BAEF9265-D24A-4C49-B7DD-B8D827E16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772150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F4AEDCD0-466B-45AD-A68B-98C8F31E5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5972175"/>
            <a:ext cx="5257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checkbox">
            <a:extLst xmlns:a="http://schemas.openxmlformats.org/drawingml/2006/main">
              <a:ext uri="{FF2B5EF4-FFF2-40B4-BE49-F238E27FC236}">
                <a16:creationId xmlns:a16="http://schemas.microsoft.com/office/drawing/2014/main" id="{ACFFDA94-91FB-4FC0-AC67-088AC088E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191250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2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7733761D-9FE1-4130-A0CB-51C406CA5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391275"/>
            <a:ext cx="5257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-APPOINTMENTS &amp; DEADLINES">
            <a:extLst xmlns:a="http://schemas.openxmlformats.org/drawingml/2006/main">
              <a:ext uri="{FF2B5EF4-FFF2-40B4-BE49-F238E27FC236}">
                <a16:creationId xmlns:a16="http://schemas.microsoft.com/office/drawing/2014/main" id="{CADC950E-1503-4F9B-8983-1193002A9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905625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B61"/>
                </a:solidFill>
              </a:defRPr>
            </a:pPr>
            <a:r>
              <a:rPr sz="1125" b="0" i="0">
                <a:solidFill>
                  <a:srgbClr val="667B61"/>
                </a:solidFill>
              </a:rPr>
              <a:t>APPOINTMENTS &amp; DEADLINES</a:t>
            </a:r>
          </a:p>
        </p:txBody>
      </p:sp>
      <p:sp>
        <p:nvSpPr>
          <p:cNvPr id="2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2330EB30-CDA7-42A0-89AD-35E48B925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37235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EF65A010-A51C-4773-AE6F-6661F7FC0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667625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47B4E177-5D22-43F1-B990-115EC3E22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96290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6680E05E-6A61-4479-974D-D9B346855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258175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E07A43FF-8608-461D-82AA-7F110073B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55345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D5DD242F-98DB-44AE-8D0F-A19F7543A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848725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381FDB45-6111-44C3-9D27-EE336A55E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914400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743843795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C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9cd46ed1b8428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7562850" cy="10696575"/>
          </a:xfrm>
          <a:prstGeom xmlns:a="http://schemas.openxmlformats.org/drawingml/2006/main" prst="rect">
            <a:avLst/>
          </a:prstGeom>
        </p:spPr>
      </p:pic>
      <p:sp>
        <p:nvSpPr>
          <p:cNvPr id="2" name="soft-romantic-panel">
            <a:extLst xmlns:a="http://schemas.openxmlformats.org/drawingml/2006/main">
              <a:ext uri="{FF2B5EF4-FFF2-40B4-BE49-F238E27FC236}">
                <a16:creationId xmlns:a16="http://schemas.microsoft.com/office/drawing/2014/main" id="{8D994DDA-25E9-468F-8F0C-F617E06DA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"/>
            <a:ext cx="6000750" cy="9429750"/>
          </a:xfrm>
          <a:prstGeom xmlns:a="http://schemas.openxmlformats.org/drawingml/2006/main" prst="roundRect">
            <a:avLst>
              <a:gd name="adj" fmla="val 1270"/>
            </a:avLst>
          </a:prstGeom>
          <a:solidFill xmlns:a="http://schemas.openxmlformats.org/drawingml/2006/main">
            <a:srgbClr val="FCF7F3"/>
          </a:solidFill>
          <a:ln xmlns:a="http://schemas.openxmlformats.org/drawingml/2006/main" w="9525">
            <a:solidFill>
              <a:srgbClr val="C79B46"/>
            </a:solidFill>
            <a:prstDash val="solid"/>
          </a:ln>
        </p:spPr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727BC20E-154A-4DE2-98A8-C2B5EC41A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42950"/>
            <a:ext cx="5562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75" b="0" i="1">
                <a:solidFill>
                  <a:srgbClr val="52654E"/>
                </a:solidFill>
              </a:defRPr>
            </a:pPr>
            <a:r>
              <a:rPr sz="2475" b="0" i="1">
                <a:solidFill>
                  <a:srgbClr val="52654E"/>
                </a:solidFill>
              </a:rPr>
              <a:t>Wedding Countdown</a:t>
            </a:r>
          </a:p>
        </p:txBody>
      </p:sp>
      <p:sp>
        <p:nvSpPr>
          <p:cNvPr id="4" name="page-subtitle">
            <a:extLst xmlns:a="http://schemas.openxmlformats.org/drawingml/2006/main">
              <a:ext uri="{FF2B5EF4-FFF2-40B4-BE49-F238E27FC236}">
                <a16:creationId xmlns:a16="http://schemas.microsoft.com/office/drawing/2014/main" id="{260FF7B4-1B7B-45FE-BE7D-ACAE7F58F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219200"/>
            <a:ext cx="461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C79B46"/>
                </a:solidFill>
              </a:defRPr>
            </a:pPr>
            <a:r>
              <a:rPr sz="975" b="0" i="0">
                <a:solidFill>
                  <a:srgbClr val="C79B46"/>
                </a:solidFill>
              </a:rPr>
              <a:t>3 MONTHS TO GO</a:t>
            </a:r>
          </a:p>
        </p:txBody>
      </p:sp>
      <p:sp>
        <p:nvSpPr>
          <p:cNvPr id="5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FFB03A9A-F7C7-4765-B6D1-537F16991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581150"/>
            <a:ext cx="85725" cy="857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C79B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0C15577-78C8-47A7-A614-C3E30B475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966787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C79B46"/>
                </a:solidFill>
              </a:defRPr>
            </a:pPr>
            <a:r>
              <a:rPr sz="750" b="0" i="0">
                <a:solidFill>
                  <a:srgbClr val="C79B46"/>
                </a:solidFill>
              </a:rPr>
              <a:t>035</a:t>
            </a:r>
          </a:p>
        </p:txBody>
      </p:sp>
      <p:sp>
        <p:nvSpPr>
          <p:cNvPr id="7" name="text-THIS MONTH'S FOCUS">
            <a:extLst xmlns:a="http://schemas.openxmlformats.org/drawingml/2006/main">
              <a:ext uri="{FF2B5EF4-FFF2-40B4-BE49-F238E27FC236}">
                <a16:creationId xmlns:a16="http://schemas.microsoft.com/office/drawing/2014/main" id="{B89C2F85-CA1F-4C66-A50A-9F1201F69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8288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B61"/>
                </a:solidFill>
              </a:defRPr>
            </a:pPr>
            <a:r>
              <a:rPr sz="1125" b="0" i="0">
                <a:solidFill>
                  <a:srgbClr val="667B61"/>
                </a:solidFill>
              </a:rPr>
              <a:t>THIS MONTH'S FOCUS</a:t>
            </a:r>
          </a:p>
        </p:txBody>
      </p:sp>
      <p:sp>
        <p:nvSpPr>
          <p:cNvPr id="8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BCC1E8F3-FC38-4102-AC06-806E98E2D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190750"/>
            <a:ext cx="55626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9" name="text-TOP PRIORITIES">
            <a:extLst xmlns:a="http://schemas.openxmlformats.org/drawingml/2006/main">
              <a:ext uri="{FF2B5EF4-FFF2-40B4-BE49-F238E27FC236}">
                <a16:creationId xmlns:a16="http://schemas.microsoft.com/office/drawing/2014/main" id="{38D792C7-B0B7-4782-AAC3-DA62564DD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6195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B61"/>
                </a:solidFill>
              </a:defRPr>
            </a:pPr>
            <a:r>
              <a:rPr sz="1125" b="0" i="0">
                <a:solidFill>
                  <a:srgbClr val="667B61"/>
                </a:solidFill>
              </a:rPr>
              <a:t>TOP PRIORITIES</a:t>
            </a:r>
          </a:p>
        </p:txBody>
      </p:sp>
      <p:sp>
        <p:nvSpPr>
          <p:cNvPr id="10" name="checkbox">
            <a:extLst xmlns:a="http://schemas.openxmlformats.org/drawingml/2006/main">
              <a:ext uri="{FF2B5EF4-FFF2-40B4-BE49-F238E27FC236}">
                <a16:creationId xmlns:a16="http://schemas.microsoft.com/office/drawing/2014/main" id="{2FC41167-EEDD-430C-81B9-0828DE9D9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095750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68DC7863-976C-4D1D-9351-1243E920D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4295775"/>
            <a:ext cx="5257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checkbox">
            <a:extLst xmlns:a="http://schemas.openxmlformats.org/drawingml/2006/main">
              <a:ext uri="{FF2B5EF4-FFF2-40B4-BE49-F238E27FC236}">
                <a16:creationId xmlns:a16="http://schemas.microsoft.com/office/drawing/2014/main" id="{03E9D986-AB92-4BE5-AEFC-2CE81DBD3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514850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6F643C84-D8E8-401C-9DB1-B2829D712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4714875"/>
            <a:ext cx="5257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checkbox">
            <a:extLst xmlns:a="http://schemas.openxmlformats.org/drawingml/2006/main">
              <a:ext uri="{FF2B5EF4-FFF2-40B4-BE49-F238E27FC236}">
                <a16:creationId xmlns:a16="http://schemas.microsoft.com/office/drawing/2014/main" id="{E6472812-DEB0-4A4A-AE00-7A4E2E0AC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933950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B496E875-86DB-472F-AB4C-677CA8DDB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5133975"/>
            <a:ext cx="5257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checkbox">
            <a:extLst xmlns:a="http://schemas.openxmlformats.org/drawingml/2006/main">
              <a:ext uri="{FF2B5EF4-FFF2-40B4-BE49-F238E27FC236}">
                <a16:creationId xmlns:a16="http://schemas.microsoft.com/office/drawing/2014/main" id="{B5AA8606-E612-4807-9985-4558E31C8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353050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A1FA0821-B225-461E-8F70-1E1747378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5553075"/>
            <a:ext cx="5257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checkbox">
            <a:extLst xmlns:a="http://schemas.openxmlformats.org/drawingml/2006/main">
              <a:ext uri="{FF2B5EF4-FFF2-40B4-BE49-F238E27FC236}">
                <a16:creationId xmlns:a16="http://schemas.microsoft.com/office/drawing/2014/main" id="{3CFFA6EA-D8CE-45BE-BE8A-BD9F9FDB2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772150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C4B268CC-E34A-440D-8F4E-545E4DE2C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5972175"/>
            <a:ext cx="5257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checkbox">
            <a:extLst xmlns:a="http://schemas.openxmlformats.org/drawingml/2006/main">
              <a:ext uri="{FF2B5EF4-FFF2-40B4-BE49-F238E27FC236}">
                <a16:creationId xmlns:a16="http://schemas.microsoft.com/office/drawing/2014/main" id="{21221945-7645-45ED-A5F4-197D9F21C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191250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2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6DF00BE3-E343-463B-ADB0-0C41506FB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391275"/>
            <a:ext cx="5257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-APPOINTMENTS &amp; DEADLINES">
            <a:extLst xmlns:a="http://schemas.openxmlformats.org/drawingml/2006/main">
              <a:ext uri="{FF2B5EF4-FFF2-40B4-BE49-F238E27FC236}">
                <a16:creationId xmlns:a16="http://schemas.microsoft.com/office/drawing/2014/main" id="{E9588F6A-A884-4E66-BA54-B03E8356E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905625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B61"/>
                </a:solidFill>
              </a:defRPr>
            </a:pPr>
            <a:r>
              <a:rPr sz="1125" b="0" i="0">
                <a:solidFill>
                  <a:srgbClr val="667B61"/>
                </a:solidFill>
              </a:rPr>
              <a:t>APPOINTMENTS &amp; DEADLINES</a:t>
            </a:r>
          </a:p>
        </p:txBody>
      </p:sp>
      <p:sp>
        <p:nvSpPr>
          <p:cNvPr id="2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DC1928C3-E022-4A7D-90C1-FDD512034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37235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57C16A2B-592D-4C21-9B9C-3C69EB3DC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667625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2F9A7483-2D50-4529-AF24-9039AD6A7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96290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BBEC8AEC-8EBD-494A-8F59-AD91013C2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258175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7BD12FB5-D795-4E9B-8BDD-7CDC3BAF2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55345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F1C288FB-6E24-4865-B147-705913804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848725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B43A8626-3E36-44E3-BD63-59556950E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914400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951232987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C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87267e9c6b498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7562850" cy="10696575"/>
          </a:xfrm>
          <a:prstGeom xmlns:a="http://schemas.openxmlformats.org/drawingml/2006/main" prst="rect">
            <a:avLst/>
          </a:prstGeom>
        </p:spPr>
      </p:pic>
      <p:sp>
        <p:nvSpPr>
          <p:cNvPr id="2" name="soft-romantic-panel">
            <a:extLst xmlns:a="http://schemas.openxmlformats.org/drawingml/2006/main">
              <a:ext uri="{FF2B5EF4-FFF2-40B4-BE49-F238E27FC236}">
                <a16:creationId xmlns:a16="http://schemas.microsoft.com/office/drawing/2014/main" id="{8B7C43CB-0C92-4BE7-AD0A-19919C528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"/>
            <a:ext cx="6000750" cy="9429750"/>
          </a:xfrm>
          <a:prstGeom xmlns:a="http://schemas.openxmlformats.org/drawingml/2006/main" prst="roundRect">
            <a:avLst>
              <a:gd name="adj" fmla="val 1270"/>
            </a:avLst>
          </a:prstGeom>
          <a:solidFill xmlns:a="http://schemas.openxmlformats.org/drawingml/2006/main">
            <a:srgbClr val="FCF7F3"/>
          </a:solidFill>
          <a:ln xmlns:a="http://schemas.openxmlformats.org/drawingml/2006/main" w="9525">
            <a:solidFill>
              <a:srgbClr val="C79B46"/>
            </a:solidFill>
            <a:prstDash val="solid"/>
          </a:ln>
        </p:spPr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EBB54CD7-3472-4B53-AF9E-459DDC76C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42950"/>
            <a:ext cx="5562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75" b="0" i="1">
                <a:solidFill>
                  <a:srgbClr val="52654E"/>
                </a:solidFill>
              </a:defRPr>
            </a:pPr>
            <a:r>
              <a:rPr sz="2475" b="0" i="1">
                <a:solidFill>
                  <a:srgbClr val="52654E"/>
                </a:solidFill>
              </a:rPr>
              <a:t>Wedding Countdown</a:t>
            </a:r>
          </a:p>
        </p:txBody>
      </p:sp>
      <p:sp>
        <p:nvSpPr>
          <p:cNvPr id="4" name="page-subtitle">
            <a:extLst xmlns:a="http://schemas.openxmlformats.org/drawingml/2006/main">
              <a:ext uri="{FF2B5EF4-FFF2-40B4-BE49-F238E27FC236}">
                <a16:creationId xmlns:a16="http://schemas.microsoft.com/office/drawing/2014/main" id="{5F1115D6-C12F-4140-ACCA-3D652ECC4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219200"/>
            <a:ext cx="461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C79B46"/>
                </a:solidFill>
              </a:defRPr>
            </a:pPr>
            <a:r>
              <a:rPr sz="975" b="0" i="0">
                <a:solidFill>
                  <a:srgbClr val="C79B46"/>
                </a:solidFill>
              </a:rPr>
              <a:t>2 MONTHS TO GO</a:t>
            </a:r>
          </a:p>
        </p:txBody>
      </p:sp>
      <p:sp>
        <p:nvSpPr>
          <p:cNvPr id="5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68924752-C949-4C65-A485-389268BB5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581150"/>
            <a:ext cx="85725" cy="857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C79B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59BD4DE3-B7A1-4BD7-8438-7E04DFF66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966787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C79B46"/>
                </a:solidFill>
              </a:defRPr>
            </a:pPr>
            <a:r>
              <a:rPr sz="750" b="0" i="0">
                <a:solidFill>
                  <a:srgbClr val="C79B46"/>
                </a:solidFill>
              </a:rPr>
              <a:t>036</a:t>
            </a:r>
          </a:p>
        </p:txBody>
      </p:sp>
      <p:sp>
        <p:nvSpPr>
          <p:cNvPr id="7" name="text-THIS MONTH'S FOCUS">
            <a:extLst xmlns:a="http://schemas.openxmlformats.org/drawingml/2006/main">
              <a:ext uri="{FF2B5EF4-FFF2-40B4-BE49-F238E27FC236}">
                <a16:creationId xmlns:a16="http://schemas.microsoft.com/office/drawing/2014/main" id="{297BE221-8C7A-4275-A3E8-0BBF5E6B7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8288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B61"/>
                </a:solidFill>
              </a:defRPr>
            </a:pPr>
            <a:r>
              <a:rPr sz="1125" b="0" i="0">
                <a:solidFill>
                  <a:srgbClr val="667B61"/>
                </a:solidFill>
              </a:rPr>
              <a:t>THIS MONTH'S FOCUS</a:t>
            </a:r>
          </a:p>
        </p:txBody>
      </p:sp>
      <p:sp>
        <p:nvSpPr>
          <p:cNvPr id="8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CE10B172-B553-47EA-B484-D2111EF84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190750"/>
            <a:ext cx="55626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9" name="text-TOP PRIORITIES">
            <a:extLst xmlns:a="http://schemas.openxmlformats.org/drawingml/2006/main">
              <a:ext uri="{FF2B5EF4-FFF2-40B4-BE49-F238E27FC236}">
                <a16:creationId xmlns:a16="http://schemas.microsoft.com/office/drawing/2014/main" id="{1B4A845F-789B-443F-9715-D8B9CC962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6195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B61"/>
                </a:solidFill>
              </a:defRPr>
            </a:pPr>
            <a:r>
              <a:rPr sz="1125" b="0" i="0">
                <a:solidFill>
                  <a:srgbClr val="667B61"/>
                </a:solidFill>
              </a:rPr>
              <a:t>TOP PRIORITIES</a:t>
            </a:r>
          </a:p>
        </p:txBody>
      </p:sp>
      <p:sp>
        <p:nvSpPr>
          <p:cNvPr id="10" name="checkbox">
            <a:extLst xmlns:a="http://schemas.openxmlformats.org/drawingml/2006/main">
              <a:ext uri="{FF2B5EF4-FFF2-40B4-BE49-F238E27FC236}">
                <a16:creationId xmlns:a16="http://schemas.microsoft.com/office/drawing/2014/main" id="{BC778654-13CB-4032-8BDA-9328D7560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095750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20029571-207C-4837-BDF3-D1CE9520E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4295775"/>
            <a:ext cx="5257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checkbox">
            <a:extLst xmlns:a="http://schemas.openxmlformats.org/drawingml/2006/main">
              <a:ext uri="{FF2B5EF4-FFF2-40B4-BE49-F238E27FC236}">
                <a16:creationId xmlns:a16="http://schemas.microsoft.com/office/drawing/2014/main" id="{F6E0EA90-9326-417A-BF27-C83E21EF5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514850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1D5E4954-D602-48AB-9DF6-685BF2555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4714875"/>
            <a:ext cx="5257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checkbox">
            <a:extLst xmlns:a="http://schemas.openxmlformats.org/drawingml/2006/main">
              <a:ext uri="{FF2B5EF4-FFF2-40B4-BE49-F238E27FC236}">
                <a16:creationId xmlns:a16="http://schemas.microsoft.com/office/drawing/2014/main" id="{B5B3F9AF-E390-4D4B-A6B9-B8F14366D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933950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A8673127-5D90-45E3-8CD6-D47D8AA05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5133975"/>
            <a:ext cx="5257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checkbox">
            <a:extLst xmlns:a="http://schemas.openxmlformats.org/drawingml/2006/main">
              <a:ext uri="{FF2B5EF4-FFF2-40B4-BE49-F238E27FC236}">
                <a16:creationId xmlns:a16="http://schemas.microsoft.com/office/drawing/2014/main" id="{33E3D705-0969-4742-8FA5-F7EE3E3D6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353050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5DC4FE57-92FD-4A9B-8E54-CBB4A075B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5553075"/>
            <a:ext cx="5257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checkbox">
            <a:extLst xmlns:a="http://schemas.openxmlformats.org/drawingml/2006/main">
              <a:ext uri="{FF2B5EF4-FFF2-40B4-BE49-F238E27FC236}">
                <a16:creationId xmlns:a16="http://schemas.microsoft.com/office/drawing/2014/main" id="{A3FAC913-EBA7-464E-8FF0-B8B20A460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772150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1274D377-6672-4417-B581-383B9602A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5972175"/>
            <a:ext cx="5257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checkbox">
            <a:extLst xmlns:a="http://schemas.openxmlformats.org/drawingml/2006/main">
              <a:ext uri="{FF2B5EF4-FFF2-40B4-BE49-F238E27FC236}">
                <a16:creationId xmlns:a16="http://schemas.microsoft.com/office/drawing/2014/main" id="{920EB32E-DD7E-4723-834D-3FA400CD7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191250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2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B2980EFF-3BE3-41EF-984F-0305412DA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391275"/>
            <a:ext cx="5257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-APPOINTMENTS &amp; DEADLINES">
            <a:extLst xmlns:a="http://schemas.openxmlformats.org/drawingml/2006/main">
              <a:ext uri="{FF2B5EF4-FFF2-40B4-BE49-F238E27FC236}">
                <a16:creationId xmlns:a16="http://schemas.microsoft.com/office/drawing/2014/main" id="{660FBBA4-8779-4F88-BDFB-97FD120C9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905625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B61"/>
                </a:solidFill>
              </a:defRPr>
            </a:pPr>
            <a:r>
              <a:rPr sz="1125" b="0" i="0">
                <a:solidFill>
                  <a:srgbClr val="667B61"/>
                </a:solidFill>
              </a:rPr>
              <a:t>APPOINTMENTS &amp; DEADLINES</a:t>
            </a:r>
          </a:p>
        </p:txBody>
      </p:sp>
      <p:sp>
        <p:nvSpPr>
          <p:cNvPr id="2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6A37943E-A846-4101-9FFD-53728B737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37235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55079C3D-F446-43B7-8BC6-CC98F6D71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667625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ED6C5978-712B-4030-8E8C-E43EAD9CC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96290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4FC8B25F-EC7D-4CB6-B5D4-4022FE499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258175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65A72F2D-529D-4063-AB93-0FFC813B3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55345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A6A37B52-066E-44CD-9CF0-02E720E2D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848725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4055D78C-7E50-4F47-9329-6A1869FD5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914400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310193707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C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a7db2b2ab542a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7562850" cy="10696575"/>
          </a:xfrm>
          <a:prstGeom xmlns:a="http://schemas.openxmlformats.org/drawingml/2006/main" prst="rect">
            <a:avLst/>
          </a:prstGeom>
        </p:spPr>
      </p:pic>
      <p:sp>
        <p:nvSpPr>
          <p:cNvPr id="2" name="soft-romantic-panel">
            <a:extLst xmlns:a="http://schemas.openxmlformats.org/drawingml/2006/main">
              <a:ext uri="{FF2B5EF4-FFF2-40B4-BE49-F238E27FC236}">
                <a16:creationId xmlns:a16="http://schemas.microsoft.com/office/drawing/2014/main" id="{5BAC2CDB-5629-486B-8253-C0A1A3DDB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"/>
            <a:ext cx="6000750" cy="9429750"/>
          </a:xfrm>
          <a:prstGeom xmlns:a="http://schemas.openxmlformats.org/drawingml/2006/main" prst="roundRect">
            <a:avLst>
              <a:gd name="adj" fmla="val 1270"/>
            </a:avLst>
          </a:prstGeom>
          <a:solidFill xmlns:a="http://schemas.openxmlformats.org/drawingml/2006/main">
            <a:srgbClr val="FCF7F3"/>
          </a:solidFill>
          <a:ln xmlns:a="http://schemas.openxmlformats.org/drawingml/2006/main" w="9525">
            <a:solidFill>
              <a:srgbClr val="C79B46"/>
            </a:solidFill>
            <a:prstDash val="solid"/>
          </a:ln>
        </p:spPr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7CBB539D-6084-4D6A-88E4-592F29467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42950"/>
            <a:ext cx="5562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75" b="0" i="1">
                <a:solidFill>
                  <a:srgbClr val="52654E"/>
                </a:solidFill>
              </a:defRPr>
            </a:pPr>
            <a:r>
              <a:rPr sz="2475" b="0" i="1">
                <a:solidFill>
                  <a:srgbClr val="52654E"/>
                </a:solidFill>
              </a:rPr>
              <a:t>Wedding Countdown</a:t>
            </a:r>
          </a:p>
        </p:txBody>
      </p:sp>
      <p:sp>
        <p:nvSpPr>
          <p:cNvPr id="4" name="page-subtitle">
            <a:extLst xmlns:a="http://schemas.openxmlformats.org/drawingml/2006/main">
              <a:ext uri="{FF2B5EF4-FFF2-40B4-BE49-F238E27FC236}">
                <a16:creationId xmlns:a16="http://schemas.microsoft.com/office/drawing/2014/main" id="{92260217-A506-405D-B419-2824AD168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219200"/>
            <a:ext cx="461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C79B46"/>
                </a:solidFill>
              </a:defRPr>
            </a:pPr>
            <a:r>
              <a:rPr sz="975" b="0" i="0">
                <a:solidFill>
                  <a:srgbClr val="C79B46"/>
                </a:solidFill>
              </a:rPr>
              <a:t>1 MONTH TO GO</a:t>
            </a:r>
          </a:p>
        </p:txBody>
      </p:sp>
      <p:sp>
        <p:nvSpPr>
          <p:cNvPr id="5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39A881B1-5532-4119-A6FA-1AA0CB2BF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581150"/>
            <a:ext cx="85725" cy="857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C79B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DE0A654-FD5B-4BAE-8084-5664AD035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966787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C79B46"/>
                </a:solidFill>
              </a:defRPr>
            </a:pPr>
            <a:r>
              <a:rPr sz="750" b="0" i="0">
                <a:solidFill>
                  <a:srgbClr val="C79B46"/>
                </a:solidFill>
              </a:rPr>
              <a:t>037</a:t>
            </a:r>
          </a:p>
        </p:txBody>
      </p:sp>
      <p:sp>
        <p:nvSpPr>
          <p:cNvPr id="7" name="text-THIS MONTH'S FOCUS">
            <a:extLst xmlns:a="http://schemas.openxmlformats.org/drawingml/2006/main">
              <a:ext uri="{FF2B5EF4-FFF2-40B4-BE49-F238E27FC236}">
                <a16:creationId xmlns:a16="http://schemas.microsoft.com/office/drawing/2014/main" id="{58D8316A-1DF9-42EA-B2FC-53DB151DD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8288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B61"/>
                </a:solidFill>
              </a:defRPr>
            </a:pPr>
            <a:r>
              <a:rPr sz="1125" b="0" i="0">
                <a:solidFill>
                  <a:srgbClr val="667B61"/>
                </a:solidFill>
              </a:rPr>
              <a:t>THIS MONTH'S FOCUS</a:t>
            </a:r>
          </a:p>
        </p:txBody>
      </p:sp>
      <p:sp>
        <p:nvSpPr>
          <p:cNvPr id="8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A5887FBF-E7AC-4327-A63F-47CA17555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190750"/>
            <a:ext cx="55626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9" name="text-TOP PRIORITIES">
            <a:extLst xmlns:a="http://schemas.openxmlformats.org/drawingml/2006/main">
              <a:ext uri="{FF2B5EF4-FFF2-40B4-BE49-F238E27FC236}">
                <a16:creationId xmlns:a16="http://schemas.microsoft.com/office/drawing/2014/main" id="{8BB28E6E-B39F-46E8-A9F7-382E65070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6195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B61"/>
                </a:solidFill>
              </a:defRPr>
            </a:pPr>
            <a:r>
              <a:rPr sz="1125" b="0" i="0">
                <a:solidFill>
                  <a:srgbClr val="667B61"/>
                </a:solidFill>
              </a:rPr>
              <a:t>TOP PRIORITIES</a:t>
            </a:r>
          </a:p>
        </p:txBody>
      </p:sp>
      <p:sp>
        <p:nvSpPr>
          <p:cNvPr id="10" name="checkbox">
            <a:extLst xmlns:a="http://schemas.openxmlformats.org/drawingml/2006/main">
              <a:ext uri="{FF2B5EF4-FFF2-40B4-BE49-F238E27FC236}">
                <a16:creationId xmlns:a16="http://schemas.microsoft.com/office/drawing/2014/main" id="{7AC29231-0765-422E-A9A2-12776DEA8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095750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BC2E6561-6626-4DA0-B17C-3D16208DA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4295775"/>
            <a:ext cx="5257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checkbox">
            <a:extLst xmlns:a="http://schemas.openxmlformats.org/drawingml/2006/main">
              <a:ext uri="{FF2B5EF4-FFF2-40B4-BE49-F238E27FC236}">
                <a16:creationId xmlns:a16="http://schemas.microsoft.com/office/drawing/2014/main" id="{1799B11D-56F7-427B-AF00-A2C246CF1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514850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EBF4ABAC-E703-4B0A-92A6-ED99CF288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4714875"/>
            <a:ext cx="5257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checkbox">
            <a:extLst xmlns:a="http://schemas.openxmlformats.org/drawingml/2006/main">
              <a:ext uri="{FF2B5EF4-FFF2-40B4-BE49-F238E27FC236}">
                <a16:creationId xmlns:a16="http://schemas.microsoft.com/office/drawing/2014/main" id="{3E8BF4B4-0542-4AD1-A5C9-01E246FB0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933950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7BC6F0B1-DAE2-446B-99AF-55843D55A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5133975"/>
            <a:ext cx="5257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checkbox">
            <a:extLst xmlns:a="http://schemas.openxmlformats.org/drawingml/2006/main">
              <a:ext uri="{FF2B5EF4-FFF2-40B4-BE49-F238E27FC236}">
                <a16:creationId xmlns:a16="http://schemas.microsoft.com/office/drawing/2014/main" id="{F62B4115-27B5-4A77-B276-0AF8BC898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353050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D07AA0B0-ACFA-4127-832F-133558E2F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5553075"/>
            <a:ext cx="5257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checkbox">
            <a:extLst xmlns:a="http://schemas.openxmlformats.org/drawingml/2006/main">
              <a:ext uri="{FF2B5EF4-FFF2-40B4-BE49-F238E27FC236}">
                <a16:creationId xmlns:a16="http://schemas.microsoft.com/office/drawing/2014/main" id="{10C3100A-4C72-4E2C-9A82-1B8E875A6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772150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4A7BE2DC-6F53-45A9-A70C-2F876BBD2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5972175"/>
            <a:ext cx="5257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checkbox">
            <a:extLst xmlns:a="http://schemas.openxmlformats.org/drawingml/2006/main">
              <a:ext uri="{FF2B5EF4-FFF2-40B4-BE49-F238E27FC236}">
                <a16:creationId xmlns:a16="http://schemas.microsoft.com/office/drawing/2014/main" id="{D99801D2-1FC9-4B6C-AF76-E5EBA8C1B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191250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2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2CF2626A-ABC7-4006-8CF4-924547A09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391275"/>
            <a:ext cx="5257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-APPOINTMENTS &amp; DEADLINES">
            <a:extLst xmlns:a="http://schemas.openxmlformats.org/drawingml/2006/main">
              <a:ext uri="{FF2B5EF4-FFF2-40B4-BE49-F238E27FC236}">
                <a16:creationId xmlns:a16="http://schemas.microsoft.com/office/drawing/2014/main" id="{29D2F6DB-12A6-4E0D-8A65-B47D44B13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905625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B61"/>
                </a:solidFill>
              </a:defRPr>
            </a:pPr>
            <a:r>
              <a:rPr sz="1125" b="0" i="0">
                <a:solidFill>
                  <a:srgbClr val="667B61"/>
                </a:solidFill>
              </a:rPr>
              <a:t>APPOINTMENTS &amp; DEADLINES</a:t>
            </a:r>
          </a:p>
        </p:txBody>
      </p:sp>
      <p:sp>
        <p:nvSpPr>
          <p:cNvPr id="2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1BC3EF67-3FFE-4B8A-82BB-1DE553A28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37235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5A61EEA8-CF52-4577-BA3D-ED902BB90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667625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FF30B018-0CA4-4318-9AC7-250D0CA0F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96290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9C81678F-5D55-4B35-8BC0-06E4C86D0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258175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F361F44D-2E1C-44B1-8877-5D2E00691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55345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CA684033-7845-41C3-B5A0-EF0F74E5E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848725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B63868B8-65AE-4FA4-85B9-F510F0E38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914400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252330858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C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2d6a1552ee450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7562850" cy="10696575"/>
          </a:xfrm>
          <a:prstGeom xmlns:a="http://schemas.openxmlformats.org/drawingml/2006/main" prst="rect">
            <a:avLst/>
          </a:prstGeom>
        </p:spPr>
      </p:pic>
      <p:sp>
        <p:nvSpPr>
          <p:cNvPr id="2" name="soft-romantic-panel">
            <a:extLst xmlns:a="http://schemas.openxmlformats.org/drawingml/2006/main">
              <a:ext uri="{FF2B5EF4-FFF2-40B4-BE49-F238E27FC236}">
                <a16:creationId xmlns:a16="http://schemas.microsoft.com/office/drawing/2014/main" id="{F7C4330F-D6C7-4F98-B99F-73BA7262E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"/>
            <a:ext cx="6000750" cy="9429750"/>
          </a:xfrm>
          <a:prstGeom xmlns:a="http://schemas.openxmlformats.org/drawingml/2006/main" prst="roundRect">
            <a:avLst>
              <a:gd name="adj" fmla="val 1270"/>
            </a:avLst>
          </a:prstGeom>
          <a:solidFill xmlns:a="http://schemas.openxmlformats.org/drawingml/2006/main">
            <a:srgbClr val="FCF7F3"/>
          </a:solidFill>
          <a:ln xmlns:a="http://schemas.openxmlformats.org/drawingml/2006/main" w="9525">
            <a:solidFill>
              <a:srgbClr val="C79B46"/>
            </a:solidFill>
            <a:prstDash val="solid"/>
          </a:ln>
        </p:spPr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A6D972B2-E4CA-4C26-89B6-E197BADA0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42950"/>
            <a:ext cx="5562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75" b="0" i="1">
                <a:solidFill>
                  <a:srgbClr val="52654E"/>
                </a:solidFill>
              </a:defRPr>
            </a:pPr>
            <a:r>
              <a:rPr sz="2475" b="0" i="1">
                <a:solidFill>
                  <a:srgbClr val="52654E"/>
                </a:solidFill>
              </a:rPr>
              <a:t>One-Year Calendar</a:t>
            </a:r>
          </a:p>
        </p:txBody>
      </p:sp>
      <p:sp>
        <p:nvSpPr>
          <p:cNvPr id="4" name="page-subtitle">
            <a:extLst xmlns:a="http://schemas.openxmlformats.org/drawingml/2006/main">
              <a:ext uri="{FF2B5EF4-FFF2-40B4-BE49-F238E27FC236}">
                <a16:creationId xmlns:a16="http://schemas.microsoft.com/office/drawing/2014/main" id="{F52B87FB-A2A2-4D8D-B6DB-99012C3AB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219200"/>
            <a:ext cx="461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C79B46"/>
                </a:solidFill>
              </a:defRPr>
            </a:pPr>
            <a:r>
              <a:rPr sz="975" b="0" i="0">
                <a:solidFill>
                  <a:srgbClr val="C79B46"/>
                </a:solidFill>
              </a:rPr>
              <a:t>A YEAR AT A GLANCE</a:t>
            </a:r>
          </a:p>
        </p:txBody>
      </p:sp>
      <p:sp>
        <p:nvSpPr>
          <p:cNvPr id="5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9397F5BE-1B66-47CC-8579-38746887A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581150"/>
            <a:ext cx="85725" cy="857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C79B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33CA8DB-2737-4168-A315-BAB19A1A3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966787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C79B46"/>
                </a:solidFill>
              </a:defRPr>
            </a:pPr>
            <a:r>
              <a:rPr sz="750" b="0" i="0">
                <a:solidFill>
                  <a:srgbClr val="C79B46"/>
                </a:solidFill>
              </a:rPr>
              <a:t>038</a:t>
            </a:r>
          </a:p>
        </p:txBody>
      </p:sp>
      <p:sp>
        <p:nvSpPr>
          <p:cNvPr id="7" name="text-JANUARY">
            <a:extLst xmlns:a="http://schemas.openxmlformats.org/drawingml/2006/main">
              <a:ext uri="{FF2B5EF4-FFF2-40B4-BE49-F238E27FC236}">
                <a16:creationId xmlns:a16="http://schemas.microsoft.com/office/drawing/2014/main" id="{BC11D812-6336-4D06-8121-261B662A0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1952625"/>
            <a:ext cx="1714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667B61"/>
                </a:solidFill>
              </a:defRPr>
            </a:pPr>
            <a:r>
              <a:rPr sz="825" b="0" i="0">
                <a:solidFill>
                  <a:srgbClr val="667B61"/>
                </a:solidFill>
              </a:rPr>
              <a:t>JANUARY</a:t>
            </a:r>
          </a:p>
        </p:txBody>
      </p:sp>
      <p:sp>
        <p:nvSpPr>
          <p:cNvPr id="8" name="text-M   T   W   T   F   S   S">
            <a:extLst xmlns:a="http://schemas.openxmlformats.org/drawingml/2006/main">
              <a:ext uri="{FF2B5EF4-FFF2-40B4-BE49-F238E27FC236}">
                <a16:creationId xmlns:a16="http://schemas.microsoft.com/office/drawing/2014/main" id="{CBBC90FC-1E37-4513-AB36-AB1589066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190750"/>
            <a:ext cx="1714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67B61"/>
                </a:solidFill>
              </a:defRPr>
            </a:pPr>
            <a:r>
              <a:rPr sz="600" b="0" i="0">
                <a:solidFill>
                  <a:srgbClr val="667B61"/>
                </a:solidFill>
              </a:rPr>
              <a:t>M   T   W   T   F   S   S</a:t>
            </a:r>
          </a:p>
        </p:txBody>
      </p:sp>
      <p:sp>
        <p:nvSpPr>
          <p:cNvPr id="9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D07EC136-8341-4270-9EBF-60649C4D5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371725"/>
            <a:ext cx="1714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667B61"/>
            </a:solidFill>
            <a:prstDash val="solid"/>
          </a:ln>
        </p:spPr>
      </p:sp>
      <p:sp>
        <p:nvSpPr>
          <p:cNvPr id="10" name="grid-v">
            <a:extLst xmlns:a="http://schemas.openxmlformats.org/drawingml/2006/main">
              <a:ext uri="{FF2B5EF4-FFF2-40B4-BE49-F238E27FC236}">
                <a16:creationId xmlns:a16="http://schemas.microsoft.com/office/drawing/2014/main" id="{5E7BC746-9B4A-4E6C-8D9E-EF7D1F6B8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454" y="2371725"/>
            <a:ext cx="6191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grid-v">
            <a:extLst xmlns:a="http://schemas.openxmlformats.org/drawingml/2006/main">
              <a:ext uri="{FF2B5EF4-FFF2-40B4-BE49-F238E27FC236}">
                <a16:creationId xmlns:a16="http://schemas.microsoft.com/office/drawing/2014/main" id="{3D187CC3-C2A2-434C-8A0A-13BCAD74E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382" y="2371725"/>
            <a:ext cx="6191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grid-v">
            <a:extLst xmlns:a="http://schemas.openxmlformats.org/drawingml/2006/main">
              <a:ext uri="{FF2B5EF4-FFF2-40B4-BE49-F238E27FC236}">
                <a16:creationId xmlns:a16="http://schemas.microsoft.com/office/drawing/2014/main" id="{26FDE683-E378-46EF-A1CF-0BCA1ABBA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6311" y="2371725"/>
            <a:ext cx="6191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grid-v">
            <a:extLst xmlns:a="http://schemas.openxmlformats.org/drawingml/2006/main">
              <a:ext uri="{FF2B5EF4-FFF2-40B4-BE49-F238E27FC236}">
                <a16:creationId xmlns:a16="http://schemas.microsoft.com/office/drawing/2014/main" id="{5F320311-CCD5-4B27-9038-A03C6F600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1239" y="2371725"/>
            <a:ext cx="6191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grid-v">
            <a:extLst xmlns:a="http://schemas.openxmlformats.org/drawingml/2006/main">
              <a:ext uri="{FF2B5EF4-FFF2-40B4-BE49-F238E27FC236}">
                <a16:creationId xmlns:a16="http://schemas.microsoft.com/office/drawing/2014/main" id="{AAFB4B10-29F2-4FC8-B36B-94E6970B8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6168" y="2371725"/>
            <a:ext cx="6191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grid-v">
            <a:extLst xmlns:a="http://schemas.openxmlformats.org/drawingml/2006/main">
              <a:ext uri="{FF2B5EF4-FFF2-40B4-BE49-F238E27FC236}">
                <a16:creationId xmlns:a16="http://schemas.microsoft.com/office/drawing/2014/main" id="{1F5BED5E-6FD3-4D55-BE09-1AD773BEB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1096" y="2371725"/>
            <a:ext cx="6191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grid-h">
            <a:extLst xmlns:a="http://schemas.openxmlformats.org/drawingml/2006/main">
              <a:ext uri="{FF2B5EF4-FFF2-40B4-BE49-F238E27FC236}">
                <a16:creationId xmlns:a16="http://schemas.microsoft.com/office/drawing/2014/main" id="{D95EC1C4-15EB-45A2-953E-41113919A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609850"/>
            <a:ext cx="17145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grid-h">
            <a:extLst xmlns:a="http://schemas.openxmlformats.org/drawingml/2006/main">
              <a:ext uri="{FF2B5EF4-FFF2-40B4-BE49-F238E27FC236}">
                <a16:creationId xmlns:a16="http://schemas.microsoft.com/office/drawing/2014/main" id="{4AED7E51-280E-450E-B5AE-66DD31F46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847975"/>
            <a:ext cx="17145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grid-h">
            <a:extLst xmlns:a="http://schemas.openxmlformats.org/drawingml/2006/main">
              <a:ext uri="{FF2B5EF4-FFF2-40B4-BE49-F238E27FC236}">
                <a16:creationId xmlns:a16="http://schemas.microsoft.com/office/drawing/2014/main" id="{5A57B536-BCF6-4975-AA2B-1A9D76C38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086100"/>
            <a:ext cx="17145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grid-h">
            <a:extLst xmlns:a="http://schemas.openxmlformats.org/drawingml/2006/main">
              <a:ext uri="{FF2B5EF4-FFF2-40B4-BE49-F238E27FC236}">
                <a16:creationId xmlns:a16="http://schemas.microsoft.com/office/drawing/2014/main" id="{673BD146-1D12-40F8-A219-0B668394B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324225"/>
            <a:ext cx="17145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ext-FEBRUARY">
            <a:extLst xmlns:a="http://schemas.openxmlformats.org/drawingml/2006/main">
              <a:ext uri="{FF2B5EF4-FFF2-40B4-BE49-F238E27FC236}">
                <a16:creationId xmlns:a16="http://schemas.microsoft.com/office/drawing/2014/main" id="{4B207E78-3F93-40A3-99E3-47A809BCD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952625"/>
            <a:ext cx="1714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667B61"/>
                </a:solidFill>
              </a:defRPr>
            </a:pPr>
            <a:r>
              <a:rPr sz="825" b="0" i="0">
                <a:solidFill>
                  <a:srgbClr val="667B61"/>
                </a:solidFill>
              </a:rPr>
              <a:t>FEBRUARY</a:t>
            </a:r>
          </a:p>
        </p:txBody>
      </p:sp>
      <p:sp>
        <p:nvSpPr>
          <p:cNvPr id="21" name="text-M   T   W   T   F   S   S">
            <a:extLst xmlns:a="http://schemas.openxmlformats.org/drawingml/2006/main">
              <a:ext uri="{FF2B5EF4-FFF2-40B4-BE49-F238E27FC236}">
                <a16:creationId xmlns:a16="http://schemas.microsoft.com/office/drawing/2014/main" id="{A301E55B-DD8C-48CE-AEFD-91964E82E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190750"/>
            <a:ext cx="1714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67B61"/>
                </a:solidFill>
              </a:defRPr>
            </a:pPr>
            <a:r>
              <a:rPr sz="600" b="0" i="0">
                <a:solidFill>
                  <a:srgbClr val="667B61"/>
                </a:solidFill>
              </a:rPr>
              <a:t>M   T   W   T   F   S   S</a:t>
            </a:r>
          </a:p>
        </p:txBody>
      </p:sp>
      <p:sp>
        <p:nvSpPr>
          <p:cNvPr id="22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53E4F787-760F-4705-BC1B-269807218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371725"/>
            <a:ext cx="1714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667B61"/>
            </a:solidFill>
            <a:prstDash val="solid"/>
          </a:ln>
        </p:spPr>
      </p:sp>
      <p:sp>
        <p:nvSpPr>
          <p:cNvPr id="23" name="grid-v">
            <a:extLst xmlns:a="http://schemas.openxmlformats.org/drawingml/2006/main">
              <a:ext uri="{FF2B5EF4-FFF2-40B4-BE49-F238E27FC236}">
                <a16:creationId xmlns:a16="http://schemas.microsoft.com/office/drawing/2014/main" id="{753472F3-6AE5-46AB-92B0-528C4397B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3379" y="2371725"/>
            <a:ext cx="6191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grid-v">
            <a:extLst xmlns:a="http://schemas.openxmlformats.org/drawingml/2006/main">
              <a:ext uri="{FF2B5EF4-FFF2-40B4-BE49-F238E27FC236}">
                <a16:creationId xmlns:a16="http://schemas.microsoft.com/office/drawing/2014/main" id="{88D8E8CC-B643-4B04-9699-1E51D52BF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8307" y="2371725"/>
            <a:ext cx="6191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grid-v">
            <a:extLst xmlns:a="http://schemas.openxmlformats.org/drawingml/2006/main">
              <a:ext uri="{FF2B5EF4-FFF2-40B4-BE49-F238E27FC236}">
                <a16:creationId xmlns:a16="http://schemas.microsoft.com/office/drawing/2014/main" id="{3B5CEA42-4D5C-4C13-AC74-77D714575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3236" y="2371725"/>
            <a:ext cx="6191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grid-v">
            <a:extLst xmlns:a="http://schemas.openxmlformats.org/drawingml/2006/main">
              <a:ext uri="{FF2B5EF4-FFF2-40B4-BE49-F238E27FC236}">
                <a16:creationId xmlns:a16="http://schemas.microsoft.com/office/drawing/2014/main" id="{B33FF5BE-E46B-417E-8BD6-6AC514B43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8164" y="2371725"/>
            <a:ext cx="6191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grid-v">
            <a:extLst xmlns:a="http://schemas.openxmlformats.org/drawingml/2006/main">
              <a:ext uri="{FF2B5EF4-FFF2-40B4-BE49-F238E27FC236}">
                <a16:creationId xmlns:a16="http://schemas.microsoft.com/office/drawing/2014/main" id="{D0A64AD4-E555-4787-8A52-903696E7F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3093" y="2371725"/>
            <a:ext cx="6191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grid-v">
            <a:extLst xmlns:a="http://schemas.openxmlformats.org/drawingml/2006/main">
              <a:ext uri="{FF2B5EF4-FFF2-40B4-BE49-F238E27FC236}">
                <a16:creationId xmlns:a16="http://schemas.microsoft.com/office/drawing/2014/main" id="{75AADD8F-CE51-4AD3-8715-087DE558F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021" y="2371725"/>
            <a:ext cx="6191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grid-h">
            <a:extLst xmlns:a="http://schemas.openxmlformats.org/drawingml/2006/main">
              <a:ext uri="{FF2B5EF4-FFF2-40B4-BE49-F238E27FC236}">
                <a16:creationId xmlns:a16="http://schemas.microsoft.com/office/drawing/2014/main" id="{9160BD5C-0B69-4C39-AD94-FEBA2F680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609850"/>
            <a:ext cx="17145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grid-h">
            <a:extLst xmlns:a="http://schemas.openxmlformats.org/drawingml/2006/main">
              <a:ext uri="{FF2B5EF4-FFF2-40B4-BE49-F238E27FC236}">
                <a16:creationId xmlns:a16="http://schemas.microsoft.com/office/drawing/2014/main" id="{2AEAF09C-66DF-4EAD-9E75-C5ADB3628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847975"/>
            <a:ext cx="17145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grid-h">
            <a:extLst xmlns:a="http://schemas.openxmlformats.org/drawingml/2006/main">
              <a:ext uri="{FF2B5EF4-FFF2-40B4-BE49-F238E27FC236}">
                <a16:creationId xmlns:a16="http://schemas.microsoft.com/office/drawing/2014/main" id="{86B19266-9CE5-4FEF-BF89-F44C4461D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086100"/>
            <a:ext cx="17145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grid-h">
            <a:extLst xmlns:a="http://schemas.openxmlformats.org/drawingml/2006/main">
              <a:ext uri="{FF2B5EF4-FFF2-40B4-BE49-F238E27FC236}">
                <a16:creationId xmlns:a16="http://schemas.microsoft.com/office/drawing/2014/main" id="{2EC9713B-0C98-4025-9F07-9F487C9B9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324225"/>
            <a:ext cx="17145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text-MARCH">
            <a:extLst xmlns:a="http://schemas.openxmlformats.org/drawingml/2006/main">
              <a:ext uri="{FF2B5EF4-FFF2-40B4-BE49-F238E27FC236}">
                <a16:creationId xmlns:a16="http://schemas.microsoft.com/office/drawing/2014/main" id="{B55386A6-3388-414B-8A40-12314E944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1952625"/>
            <a:ext cx="1714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667B61"/>
                </a:solidFill>
              </a:defRPr>
            </a:pPr>
            <a:r>
              <a:rPr sz="825" b="0" i="0">
                <a:solidFill>
                  <a:srgbClr val="667B61"/>
                </a:solidFill>
              </a:rPr>
              <a:t>MARCH</a:t>
            </a:r>
          </a:p>
        </p:txBody>
      </p:sp>
      <p:sp>
        <p:nvSpPr>
          <p:cNvPr id="34" name="text-M   T   W   T   F   S   S">
            <a:extLst xmlns:a="http://schemas.openxmlformats.org/drawingml/2006/main">
              <a:ext uri="{FF2B5EF4-FFF2-40B4-BE49-F238E27FC236}">
                <a16:creationId xmlns:a16="http://schemas.microsoft.com/office/drawing/2014/main" id="{47C8BFE6-860B-49C9-8693-D5DA05BF0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190750"/>
            <a:ext cx="1714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67B61"/>
                </a:solidFill>
              </a:defRPr>
            </a:pPr>
            <a:r>
              <a:rPr sz="600" b="0" i="0">
                <a:solidFill>
                  <a:srgbClr val="667B61"/>
                </a:solidFill>
              </a:rPr>
              <a:t>M   T   W   T   F   S   S</a:t>
            </a:r>
          </a:p>
        </p:txBody>
      </p:sp>
      <p:sp>
        <p:nvSpPr>
          <p:cNvPr id="35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D7258150-FE3B-4D3A-BE4D-876668FE6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371725"/>
            <a:ext cx="1714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667B61"/>
            </a:solidFill>
            <a:prstDash val="solid"/>
          </a:ln>
        </p:spPr>
      </p:sp>
      <p:sp>
        <p:nvSpPr>
          <p:cNvPr id="36" name="grid-v">
            <a:extLst xmlns:a="http://schemas.openxmlformats.org/drawingml/2006/main">
              <a:ext uri="{FF2B5EF4-FFF2-40B4-BE49-F238E27FC236}">
                <a16:creationId xmlns:a16="http://schemas.microsoft.com/office/drawing/2014/main" id="{CB50D2F5-8978-4623-A180-68328E5F9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0304" y="2371725"/>
            <a:ext cx="6191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grid-v">
            <a:extLst xmlns:a="http://schemas.openxmlformats.org/drawingml/2006/main">
              <a:ext uri="{FF2B5EF4-FFF2-40B4-BE49-F238E27FC236}">
                <a16:creationId xmlns:a16="http://schemas.microsoft.com/office/drawing/2014/main" id="{BD276608-64C8-4A0C-BE5A-E403C6559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5232" y="2371725"/>
            <a:ext cx="6191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grid-v">
            <a:extLst xmlns:a="http://schemas.openxmlformats.org/drawingml/2006/main">
              <a:ext uri="{FF2B5EF4-FFF2-40B4-BE49-F238E27FC236}">
                <a16:creationId xmlns:a16="http://schemas.microsoft.com/office/drawing/2014/main" id="{DF3CB0BC-6EB8-47B0-BCAD-2BD73963C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0161" y="2371725"/>
            <a:ext cx="6191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grid-v">
            <a:extLst xmlns:a="http://schemas.openxmlformats.org/drawingml/2006/main">
              <a:ext uri="{FF2B5EF4-FFF2-40B4-BE49-F238E27FC236}">
                <a16:creationId xmlns:a16="http://schemas.microsoft.com/office/drawing/2014/main" id="{A01A8510-73E7-40BE-987B-5CCB0F5C7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5089" y="2371725"/>
            <a:ext cx="6191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grid-v">
            <a:extLst xmlns:a="http://schemas.openxmlformats.org/drawingml/2006/main">
              <a:ext uri="{FF2B5EF4-FFF2-40B4-BE49-F238E27FC236}">
                <a16:creationId xmlns:a16="http://schemas.microsoft.com/office/drawing/2014/main" id="{F1751546-7840-41C3-B301-B083DF126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0018" y="2371725"/>
            <a:ext cx="6191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grid-v">
            <a:extLst xmlns:a="http://schemas.openxmlformats.org/drawingml/2006/main">
              <a:ext uri="{FF2B5EF4-FFF2-40B4-BE49-F238E27FC236}">
                <a16:creationId xmlns:a16="http://schemas.microsoft.com/office/drawing/2014/main" id="{0208904C-7269-421D-95C7-3A6546BCD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4946" y="2371725"/>
            <a:ext cx="6191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grid-h">
            <a:extLst xmlns:a="http://schemas.openxmlformats.org/drawingml/2006/main">
              <a:ext uri="{FF2B5EF4-FFF2-40B4-BE49-F238E27FC236}">
                <a16:creationId xmlns:a16="http://schemas.microsoft.com/office/drawing/2014/main" id="{B16DA3C6-15D3-48C6-8E4F-2A51EE729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609850"/>
            <a:ext cx="17145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grid-h">
            <a:extLst xmlns:a="http://schemas.openxmlformats.org/drawingml/2006/main">
              <a:ext uri="{FF2B5EF4-FFF2-40B4-BE49-F238E27FC236}">
                <a16:creationId xmlns:a16="http://schemas.microsoft.com/office/drawing/2014/main" id="{5004E635-575F-413E-9A29-1F684D947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847975"/>
            <a:ext cx="17145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grid-h">
            <a:extLst xmlns:a="http://schemas.openxmlformats.org/drawingml/2006/main">
              <a:ext uri="{FF2B5EF4-FFF2-40B4-BE49-F238E27FC236}">
                <a16:creationId xmlns:a16="http://schemas.microsoft.com/office/drawing/2014/main" id="{8811AFBC-203E-4E33-B49A-F520A3273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086100"/>
            <a:ext cx="17145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grid-h">
            <a:extLst xmlns:a="http://schemas.openxmlformats.org/drawingml/2006/main">
              <a:ext uri="{FF2B5EF4-FFF2-40B4-BE49-F238E27FC236}">
                <a16:creationId xmlns:a16="http://schemas.microsoft.com/office/drawing/2014/main" id="{E320F23D-D231-4558-B5E8-3F240AC14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324225"/>
            <a:ext cx="17145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text-APRIL">
            <a:extLst xmlns:a="http://schemas.openxmlformats.org/drawingml/2006/main">
              <a:ext uri="{FF2B5EF4-FFF2-40B4-BE49-F238E27FC236}">
                <a16:creationId xmlns:a16="http://schemas.microsoft.com/office/drawing/2014/main" id="{F6AFE8DF-1965-4722-A4AC-8702170B9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867150"/>
            <a:ext cx="1714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667B61"/>
                </a:solidFill>
              </a:defRPr>
            </a:pPr>
            <a:r>
              <a:rPr sz="825" b="0" i="0">
                <a:solidFill>
                  <a:srgbClr val="667B61"/>
                </a:solidFill>
              </a:rPr>
              <a:t>APRIL</a:t>
            </a:r>
          </a:p>
        </p:txBody>
      </p:sp>
      <p:sp>
        <p:nvSpPr>
          <p:cNvPr id="47" name="text-M   T   W   T   F   S   S">
            <a:extLst xmlns:a="http://schemas.openxmlformats.org/drawingml/2006/main">
              <a:ext uri="{FF2B5EF4-FFF2-40B4-BE49-F238E27FC236}">
                <a16:creationId xmlns:a16="http://schemas.microsoft.com/office/drawing/2014/main" id="{26994592-068C-4322-8B8C-D29BC75D2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105275"/>
            <a:ext cx="1714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67B61"/>
                </a:solidFill>
              </a:defRPr>
            </a:pPr>
            <a:r>
              <a:rPr sz="600" b="0" i="0">
                <a:solidFill>
                  <a:srgbClr val="667B61"/>
                </a:solidFill>
              </a:rPr>
              <a:t>M   T   W   T   F   S   S</a:t>
            </a:r>
          </a:p>
        </p:txBody>
      </p:sp>
      <p:sp>
        <p:nvSpPr>
          <p:cNvPr id="48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F9B98326-27C4-416B-8579-DAF97B23B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286250"/>
            <a:ext cx="1714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667B61"/>
            </a:solidFill>
            <a:prstDash val="solid"/>
          </a:ln>
        </p:spPr>
      </p:sp>
      <p:sp>
        <p:nvSpPr>
          <p:cNvPr id="49" name="grid-v">
            <a:extLst xmlns:a="http://schemas.openxmlformats.org/drawingml/2006/main">
              <a:ext uri="{FF2B5EF4-FFF2-40B4-BE49-F238E27FC236}">
                <a16:creationId xmlns:a16="http://schemas.microsoft.com/office/drawing/2014/main" id="{76DBD751-D54F-4E7B-A1F9-2AEEDDF02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454" y="4286250"/>
            <a:ext cx="6191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grid-v">
            <a:extLst xmlns:a="http://schemas.openxmlformats.org/drawingml/2006/main">
              <a:ext uri="{FF2B5EF4-FFF2-40B4-BE49-F238E27FC236}">
                <a16:creationId xmlns:a16="http://schemas.microsoft.com/office/drawing/2014/main" id="{EC0B5F25-3E59-4D8F-9F93-8EDFDAF47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382" y="4286250"/>
            <a:ext cx="6191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grid-v">
            <a:extLst xmlns:a="http://schemas.openxmlformats.org/drawingml/2006/main">
              <a:ext uri="{FF2B5EF4-FFF2-40B4-BE49-F238E27FC236}">
                <a16:creationId xmlns:a16="http://schemas.microsoft.com/office/drawing/2014/main" id="{06ADB59C-96BB-422F-85E9-E3A5A6169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6311" y="4286250"/>
            <a:ext cx="6191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grid-v">
            <a:extLst xmlns:a="http://schemas.openxmlformats.org/drawingml/2006/main">
              <a:ext uri="{FF2B5EF4-FFF2-40B4-BE49-F238E27FC236}">
                <a16:creationId xmlns:a16="http://schemas.microsoft.com/office/drawing/2014/main" id="{B0F729A8-1BBD-4893-A52C-FD3820F23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1239" y="4286250"/>
            <a:ext cx="6191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grid-v">
            <a:extLst xmlns:a="http://schemas.openxmlformats.org/drawingml/2006/main">
              <a:ext uri="{FF2B5EF4-FFF2-40B4-BE49-F238E27FC236}">
                <a16:creationId xmlns:a16="http://schemas.microsoft.com/office/drawing/2014/main" id="{33A9475F-C2D0-4DE5-B242-95FAC06D9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6168" y="4286250"/>
            <a:ext cx="6191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grid-v">
            <a:extLst xmlns:a="http://schemas.openxmlformats.org/drawingml/2006/main">
              <a:ext uri="{FF2B5EF4-FFF2-40B4-BE49-F238E27FC236}">
                <a16:creationId xmlns:a16="http://schemas.microsoft.com/office/drawing/2014/main" id="{17B5CAF5-0CD9-47B4-9C33-15354D2DE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1096" y="4286250"/>
            <a:ext cx="6191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grid-h">
            <a:extLst xmlns:a="http://schemas.openxmlformats.org/drawingml/2006/main">
              <a:ext uri="{FF2B5EF4-FFF2-40B4-BE49-F238E27FC236}">
                <a16:creationId xmlns:a16="http://schemas.microsoft.com/office/drawing/2014/main" id="{1360F388-CD91-41ED-98A7-156FE11B6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524375"/>
            <a:ext cx="17145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grid-h">
            <a:extLst xmlns:a="http://schemas.openxmlformats.org/drawingml/2006/main">
              <a:ext uri="{FF2B5EF4-FFF2-40B4-BE49-F238E27FC236}">
                <a16:creationId xmlns:a16="http://schemas.microsoft.com/office/drawing/2014/main" id="{A26D017A-8258-435A-9369-7B226A438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762500"/>
            <a:ext cx="17145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grid-h">
            <a:extLst xmlns:a="http://schemas.openxmlformats.org/drawingml/2006/main">
              <a:ext uri="{FF2B5EF4-FFF2-40B4-BE49-F238E27FC236}">
                <a16:creationId xmlns:a16="http://schemas.microsoft.com/office/drawing/2014/main" id="{547568D6-57FA-40C4-9190-E3D9BEFF3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5000625"/>
            <a:ext cx="17145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grid-h">
            <a:extLst xmlns:a="http://schemas.openxmlformats.org/drawingml/2006/main">
              <a:ext uri="{FF2B5EF4-FFF2-40B4-BE49-F238E27FC236}">
                <a16:creationId xmlns:a16="http://schemas.microsoft.com/office/drawing/2014/main" id="{7D68E472-7E30-472D-8B6E-CBBACB5D9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5238750"/>
            <a:ext cx="17145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text-MAY">
            <a:extLst xmlns:a="http://schemas.openxmlformats.org/drawingml/2006/main">
              <a:ext uri="{FF2B5EF4-FFF2-40B4-BE49-F238E27FC236}">
                <a16:creationId xmlns:a16="http://schemas.microsoft.com/office/drawing/2014/main" id="{97E5987D-11C6-46A4-85F4-BCBF0E10D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867150"/>
            <a:ext cx="1714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667B61"/>
                </a:solidFill>
              </a:defRPr>
            </a:pPr>
            <a:r>
              <a:rPr sz="825" b="0" i="0">
                <a:solidFill>
                  <a:srgbClr val="667B61"/>
                </a:solidFill>
              </a:rPr>
              <a:t>MAY</a:t>
            </a:r>
          </a:p>
        </p:txBody>
      </p:sp>
      <p:sp>
        <p:nvSpPr>
          <p:cNvPr id="60" name="text-M   T   W   T   F   S   S">
            <a:extLst xmlns:a="http://schemas.openxmlformats.org/drawingml/2006/main">
              <a:ext uri="{FF2B5EF4-FFF2-40B4-BE49-F238E27FC236}">
                <a16:creationId xmlns:a16="http://schemas.microsoft.com/office/drawing/2014/main" id="{F2547509-B136-480A-BC40-E4D7AB2FB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4105275"/>
            <a:ext cx="1714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67B61"/>
                </a:solidFill>
              </a:defRPr>
            </a:pPr>
            <a:r>
              <a:rPr sz="600" b="0" i="0">
                <a:solidFill>
                  <a:srgbClr val="667B61"/>
                </a:solidFill>
              </a:rPr>
              <a:t>M   T   W   T   F   S   S</a:t>
            </a:r>
          </a:p>
        </p:txBody>
      </p:sp>
      <p:sp>
        <p:nvSpPr>
          <p:cNvPr id="61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6E22621C-9DD2-429F-98FE-7080A8C2D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4286250"/>
            <a:ext cx="1714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667B61"/>
            </a:solidFill>
            <a:prstDash val="solid"/>
          </a:ln>
        </p:spPr>
      </p:sp>
      <p:sp>
        <p:nvSpPr>
          <p:cNvPr id="62" name="grid-v">
            <a:extLst xmlns:a="http://schemas.openxmlformats.org/drawingml/2006/main">
              <a:ext uri="{FF2B5EF4-FFF2-40B4-BE49-F238E27FC236}">
                <a16:creationId xmlns:a16="http://schemas.microsoft.com/office/drawing/2014/main" id="{D2EDFA40-7DC2-413F-A41A-69A2201BA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3379" y="4286250"/>
            <a:ext cx="6191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grid-v">
            <a:extLst xmlns:a="http://schemas.openxmlformats.org/drawingml/2006/main">
              <a:ext uri="{FF2B5EF4-FFF2-40B4-BE49-F238E27FC236}">
                <a16:creationId xmlns:a16="http://schemas.microsoft.com/office/drawing/2014/main" id="{416787EE-21E1-40E4-BD70-F09058A91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8307" y="4286250"/>
            <a:ext cx="6191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grid-v">
            <a:extLst xmlns:a="http://schemas.openxmlformats.org/drawingml/2006/main">
              <a:ext uri="{FF2B5EF4-FFF2-40B4-BE49-F238E27FC236}">
                <a16:creationId xmlns:a16="http://schemas.microsoft.com/office/drawing/2014/main" id="{86A0F578-170D-45C2-9B05-6644556F5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3236" y="4286250"/>
            <a:ext cx="6191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grid-v">
            <a:extLst xmlns:a="http://schemas.openxmlformats.org/drawingml/2006/main">
              <a:ext uri="{FF2B5EF4-FFF2-40B4-BE49-F238E27FC236}">
                <a16:creationId xmlns:a16="http://schemas.microsoft.com/office/drawing/2014/main" id="{3E36EE07-A1D9-44A2-8C2A-7E880E416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8164" y="4286250"/>
            <a:ext cx="6191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grid-v">
            <a:extLst xmlns:a="http://schemas.openxmlformats.org/drawingml/2006/main">
              <a:ext uri="{FF2B5EF4-FFF2-40B4-BE49-F238E27FC236}">
                <a16:creationId xmlns:a16="http://schemas.microsoft.com/office/drawing/2014/main" id="{D454CEDF-D315-4B79-B38C-787D6AB2A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3093" y="4286250"/>
            <a:ext cx="6191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grid-v">
            <a:extLst xmlns:a="http://schemas.openxmlformats.org/drawingml/2006/main">
              <a:ext uri="{FF2B5EF4-FFF2-40B4-BE49-F238E27FC236}">
                <a16:creationId xmlns:a16="http://schemas.microsoft.com/office/drawing/2014/main" id="{9774A7D9-B2BE-4D8D-961B-B6A6820AC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021" y="4286250"/>
            <a:ext cx="6191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grid-h">
            <a:extLst xmlns:a="http://schemas.openxmlformats.org/drawingml/2006/main">
              <a:ext uri="{FF2B5EF4-FFF2-40B4-BE49-F238E27FC236}">
                <a16:creationId xmlns:a16="http://schemas.microsoft.com/office/drawing/2014/main" id="{AEABCFF8-DE8B-412E-B841-FDFF9234E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4524375"/>
            <a:ext cx="17145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grid-h">
            <a:extLst xmlns:a="http://schemas.openxmlformats.org/drawingml/2006/main">
              <a:ext uri="{FF2B5EF4-FFF2-40B4-BE49-F238E27FC236}">
                <a16:creationId xmlns:a16="http://schemas.microsoft.com/office/drawing/2014/main" id="{6A1E51ED-0694-43F0-BF1B-CEC713B0D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4762500"/>
            <a:ext cx="17145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grid-h">
            <a:extLst xmlns:a="http://schemas.openxmlformats.org/drawingml/2006/main">
              <a:ext uri="{FF2B5EF4-FFF2-40B4-BE49-F238E27FC236}">
                <a16:creationId xmlns:a16="http://schemas.microsoft.com/office/drawing/2014/main" id="{B7CA7F17-9449-47F4-865F-BF42F44E1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5000625"/>
            <a:ext cx="17145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grid-h">
            <a:extLst xmlns:a="http://schemas.openxmlformats.org/drawingml/2006/main">
              <a:ext uri="{FF2B5EF4-FFF2-40B4-BE49-F238E27FC236}">
                <a16:creationId xmlns:a16="http://schemas.microsoft.com/office/drawing/2014/main" id="{C692B893-B449-4C13-9EBF-467AB54BD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5238750"/>
            <a:ext cx="17145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text-JUNE">
            <a:extLst xmlns:a="http://schemas.openxmlformats.org/drawingml/2006/main">
              <a:ext uri="{FF2B5EF4-FFF2-40B4-BE49-F238E27FC236}">
                <a16:creationId xmlns:a16="http://schemas.microsoft.com/office/drawing/2014/main" id="{2F89180A-F57C-4081-B860-FD30F0BE7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867150"/>
            <a:ext cx="1714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667B61"/>
                </a:solidFill>
              </a:defRPr>
            </a:pPr>
            <a:r>
              <a:rPr sz="825" b="0" i="0">
                <a:solidFill>
                  <a:srgbClr val="667B61"/>
                </a:solidFill>
              </a:rPr>
              <a:t>JUNE</a:t>
            </a:r>
          </a:p>
        </p:txBody>
      </p:sp>
      <p:sp>
        <p:nvSpPr>
          <p:cNvPr id="73" name="text-M   T   W   T   F   S   S">
            <a:extLst xmlns:a="http://schemas.openxmlformats.org/drawingml/2006/main">
              <a:ext uri="{FF2B5EF4-FFF2-40B4-BE49-F238E27FC236}">
                <a16:creationId xmlns:a16="http://schemas.microsoft.com/office/drawing/2014/main" id="{F7E04D8D-F101-43F1-A40C-A2DF12F38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105275"/>
            <a:ext cx="1714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67B61"/>
                </a:solidFill>
              </a:defRPr>
            </a:pPr>
            <a:r>
              <a:rPr sz="600" b="0" i="0">
                <a:solidFill>
                  <a:srgbClr val="667B61"/>
                </a:solidFill>
              </a:rPr>
              <a:t>M   T   W   T   F   S   S</a:t>
            </a:r>
          </a:p>
        </p:txBody>
      </p:sp>
      <p:sp>
        <p:nvSpPr>
          <p:cNvPr id="74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44DDF3E5-775B-46E1-8011-03B53928C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286250"/>
            <a:ext cx="1714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667B61"/>
            </a:solidFill>
            <a:prstDash val="solid"/>
          </a:ln>
        </p:spPr>
      </p:sp>
      <p:sp>
        <p:nvSpPr>
          <p:cNvPr id="75" name="grid-v">
            <a:extLst xmlns:a="http://schemas.openxmlformats.org/drawingml/2006/main">
              <a:ext uri="{FF2B5EF4-FFF2-40B4-BE49-F238E27FC236}">
                <a16:creationId xmlns:a16="http://schemas.microsoft.com/office/drawing/2014/main" id="{750F878C-B239-4995-94EA-CE12823D0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0304" y="4286250"/>
            <a:ext cx="6191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grid-v">
            <a:extLst xmlns:a="http://schemas.openxmlformats.org/drawingml/2006/main">
              <a:ext uri="{FF2B5EF4-FFF2-40B4-BE49-F238E27FC236}">
                <a16:creationId xmlns:a16="http://schemas.microsoft.com/office/drawing/2014/main" id="{8D7577E7-B444-4645-9F04-EEEFEEABE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5232" y="4286250"/>
            <a:ext cx="6191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grid-v">
            <a:extLst xmlns:a="http://schemas.openxmlformats.org/drawingml/2006/main">
              <a:ext uri="{FF2B5EF4-FFF2-40B4-BE49-F238E27FC236}">
                <a16:creationId xmlns:a16="http://schemas.microsoft.com/office/drawing/2014/main" id="{71C95663-D4AD-4381-8630-45ED662E9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0161" y="4286250"/>
            <a:ext cx="6191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grid-v">
            <a:extLst xmlns:a="http://schemas.openxmlformats.org/drawingml/2006/main">
              <a:ext uri="{FF2B5EF4-FFF2-40B4-BE49-F238E27FC236}">
                <a16:creationId xmlns:a16="http://schemas.microsoft.com/office/drawing/2014/main" id="{35B34850-ECC4-47EF-A49F-6723D3782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5089" y="4286250"/>
            <a:ext cx="6191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grid-v">
            <a:extLst xmlns:a="http://schemas.openxmlformats.org/drawingml/2006/main">
              <a:ext uri="{FF2B5EF4-FFF2-40B4-BE49-F238E27FC236}">
                <a16:creationId xmlns:a16="http://schemas.microsoft.com/office/drawing/2014/main" id="{1D577E3C-920C-4902-8272-121A00BC9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0018" y="4286250"/>
            <a:ext cx="6191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grid-v">
            <a:extLst xmlns:a="http://schemas.openxmlformats.org/drawingml/2006/main">
              <a:ext uri="{FF2B5EF4-FFF2-40B4-BE49-F238E27FC236}">
                <a16:creationId xmlns:a16="http://schemas.microsoft.com/office/drawing/2014/main" id="{CD52F08E-BA39-4524-8B38-7D1068572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4946" y="4286250"/>
            <a:ext cx="6191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grid-h">
            <a:extLst xmlns:a="http://schemas.openxmlformats.org/drawingml/2006/main">
              <a:ext uri="{FF2B5EF4-FFF2-40B4-BE49-F238E27FC236}">
                <a16:creationId xmlns:a16="http://schemas.microsoft.com/office/drawing/2014/main" id="{407D03E8-B8B2-4BE3-A1DC-9D987DC82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524375"/>
            <a:ext cx="17145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" name="grid-h">
            <a:extLst xmlns:a="http://schemas.openxmlformats.org/drawingml/2006/main">
              <a:ext uri="{FF2B5EF4-FFF2-40B4-BE49-F238E27FC236}">
                <a16:creationId xmlns:a16="http://schemas.microsoft.com/office/drawing/2014/main" id="{571A5C11-40DF-4F1B-A044-3E30614FB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762500"/>
            <a:ext cx="17145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grid-h">
            <a:extLst xmlns:a="http://schemas.openxmlformats.org/drawingml/2006/main">
              <a:ext uri="{FF2B5EF4-FFF2-40B4-BE49-F238E27FC236}">
                <a16:creationId xmlns:a16="http://schemas.microsoft.com/office/drawing/2014/main" id="{9B0FD813-7C97-4281-86DE-D437A9463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5000625"/>
            <a:ext cx="17145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" name="grid-h">
            <a:extLst xmlns:a="http://schemas.openxmlformats.org/drawingml/2006/main">
              <a:ext uri="{FF2B5EF4-FFF2-40B4-BE49-F238E27FC236}">
                <a16:creationId xmlns:a16="http://schemas.microsoft.com/office/drawing/2014/main" id="{3E9C29FC-F047-45FC-A2F0-D71937420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5238750"/>
            <a:ext cx="17145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text-JULY">
            <a:extLst xmlns:a="http://schemas.openxmlformats.org/drawingml/2006/main">
              <a:ext uri="{FF2B5EF4-FFF2-40B4-BE49-F238E27FC236}">
                <a16:creationId xmlns:a16="http://schemas.microsoft.com/office/drawing/2014/main" id="{CCDD765D-1E45-4AE7-B27E-1B0E402D3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5781675"/>
            <a:ext cx="1714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667B61"/>
                </a:solidFill>
              </a:defRPr>
            </a:pPr>
            <a:r>
              <a:rPr sz="825" b="0" i="0">
                <a:solidFill>
                  <a:srgbClr val="667B61"/>
                </a:solidFill>
              </a:rPr>
              <a:t>JULY</a:t>
            </a:r>
          </a:p>
        </p:txBody>
      </p:sp>
      <p:sp>
        <p:nvSpPr>
          <p:cNvPr id="86" name="text-M   T   W   T   F   S   S">
            <a:extLst xmlns:a="http://schemas.openxmlformats.org/drawingml/2006/main">
              <a:ext uri="{FF2B5EF4-FFF2-40B4-BE49-F238E27FC236}">
                <a16:creationId xmlns:a16="http://schemas.microsoft.com/office/drawing/2014/main" id="{7B861E6F-59C1-441A-AEE8-44C36EB12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6019800"/>
            <a:ext cx="1714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67B61"/>
                </a:solidFill>
              </a:defRPr>
            </a:pPr>
            <a:r>
              <a:rPr sz="600" b="0" i="0">
                <a:solidFill>
                  <a:srgbClr val="667B61"/>
                </a:solidFill>
              </a:rPr>
              <a:t>M   T   W   T   F   S   S</a:t>
            </a:r>
          </a:p>
        </p:txBody>
      </p:sp>
      <p:sp>
        <p:nvSpPr>
          <p:cNvPr id="87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45EB1D40-69F9-4FA3-8C31-9384C4761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6200775"/>
            <a:ext cx="1714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667B61"/>
            </a:solidFill>
            <a:prstDash val="solid"/>
          </a:ln>
        </p:spPr>
      </p:sp>
      <p:sp>
        <p:nvSpPr>
          <p:cNvPr id="88" name="grid-v">
            <a:extLst xmlns:a="http://schemas.openxmlformats.org/drawingml/2006/main">
              <a:ext uri="{FF2B5EF4-FFF2-40B4-BE49-F238E27FC236}">
                <a16:creationId xmlns:a16="http://schemas.microsoft.com/office/drawing/2014/main" id="{0683835E-23C1-468B-937D-F219D2122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454" y="6200775"/>
            <a:ext cx="6191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" name="grid-v">
            <a:extLst xmlns:a="http://schemas.openxmlformats.org/drawingml/2006/main">
              <a:ext uri="{FF2B5EF4-FFF2-40B4-BE49-F238E27FC236}">
                <a16:creationId xmlns:a16="http://schemas.microsoft.com/office/drawing/2014/main" id="{C23FE648-5AA8-45C2-B6A3-0AE6F4F24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382" y="6200775"/>
            <a:ext cx="6191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" name="grid-v">
            <a:extLst xmlns:a="http://schemas.openxmlformats.org/drawingml/2006/main">
              <a:ext uri="{FF2B5EF4-FFF2-40B4-BE49-F238E27FC236}">
                <a16:creationId xmlns:a16="http://schemas.microsoft.com/office/drawing/2014/main" id="{0F433D83-FE42-40E7-BA8F-E8670E26D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6311" y="6200775"/>
            <a:ext cx="6191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" name="grid-v">
            <a:extLst xmlns:a="http://schemas.openxmlformats.org/drawingml/2006/main">
              <a:ext uri="{FF2B5EF4-FFF2-40B4-BE49-F238E27FC236}">
                <a16:creationId xmlns:a16="http://schemas.microsoft.com/office/drawing/2014/main" id="{BCEA837F-C378-4DDE-B396-B8D95E406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1239" y="6200775"/>
            <a:ext cx="6191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" name="grid-v">
            <a:extLst xmlns:a="http://schemas.openxmlformats.org/drawingml/2006/main">
              <a:ext uri="{FF2B5EF4-FFF2-40B4-BE49-F238E27FC236}">
                <a16:creationId xmlns:a16="http://schemas.microsoft.com/office/drawing/2014/main" id="{31B0DBB1-3A76-486B-9D64-306558C24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6168" y="6200775"/>
            <a:ext cx="6191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" name="grid-v">
            <a:extLst xmlns:a="http://schemas.openxmlformats.org/drawingml/2006/main">
              <a:ext uri="{FF2B5EF4-FFF2-40B4-BE49-F238E27FC236}">
                <a16:creationId xmlns:a16="http://schemas.microsoft.com/office/drawing/2014/main" id="{496A1D1D-AC40-4B62-BE83-65568BC84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1096" y="6200775"/>
            <a:ext cx="6191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" name="grid-h">
            <a:extLst xmlns:a="http://schemas.openxmlformats.org/drawingml/2006/main">
              <a:ext uri="{FF2B5EF4-FFF2-40B4-BE49-F238E27FC236}">
                <a16:creationId xmlns:a16="http://schemas.microsoft.com/office/drawing/2014/main" id="{1078AF5E-FD5E-4219-B696-2810ED5AF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6438900"/>
            <a:ext cx="17145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" name="grid-h">
            <a:extLst xmlns:a="http://schemas.openxmlformats.org/drawingml/2006/main">
              <a:ext uri="{FF2B5EF4-FFF2-40B4-BE49-F238E27FC236}">
                <a16:creationId xmlns:a16="http://schemas.microsoft.com/office/drawing/2014/main" id="{AEF1431C-2F12-4315-B1FB-3FD2515D8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6677025"/>
            <a:ext cx="17145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" name="grid-h">
            <a:extLst xmlns:a="http://schemas.openxmlformats.org/drawingml/2006/main">
              <a:ext uri="{FF2B5EF4-FFF2-40B4-BE49-F238E27FC236}">
                <a16:creationId xmlns:a16="http://schemas.microsoft.com/office/drawing/2014/main" id="{BDF35286-E3AC-49F6-BEFB-9F9CF8760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6915150"/>
            <a:ext cx="17145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" name="grid-h">
            <a:extLst xmlns:a="http://schemas.openxmlformats.org/drawingml/2006/main">
              <a:ext uri="{FF2B5EF4-FFF2-40B4-BE49-F238E27FC236}">
                <a16:creationId xmlns:a16="http://schemas.microsoft.com/office/drawing/2014/main" id="{85187C45-BFB3-474E-8AFB-7DB987D35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7153275"/>
            <a:ext cx="17145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" name="text-AUGUST">
            <a:extLst xmlns:a="http://schemas.openxmlformats.org/drawingml/2006/main">
              <a:ext uri="{FF2B5EF4-FFF2-40B4-BE49-F238E27FC236}">
                <a16:creationId xmlns:a16="http://schemas.microsoft.com/office/drawing/2014/main" id="{5E80697E-BCF2-42DE-88B9-6B27EC3BD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5781675"/>
            <a:ext cx="1714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667B61"/>
                </a:solidFill>
              </a:defRPr>
            </a:pPr>
            <a:r>
              <a:rPr sz="825" b="0" i="0">
                <a:solidFill>
                  <a:srgbClr val="667B61"/>
                </a:solidFill>
              </a:rPr>
              <a:t>AUGUST</a:t>
            </a:r>
          </a:p>
        </p:txBody>
      </p:sp>
      <p:sp>
        <p:nvSpPr>
          <p:cNvPr id="99" name="text-M   T   W   T   F   S   S">
            <a:extLst xmlns:a="http://schemas.openxmlformats.org/drawingml/2006/main">
              <a:ext uri="{FF2B5EF4-FFF2-40B4-BE49-F238E27FC236}">
                <a16:creationId xmlns:a16="http://schemas.microsoft.com/office/drawing/2014/main" id="{939D2C55-396A-4D37-A2E7-07E0A83EC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6019800"/>
            <a:ext cx="1714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67B61"/>
                </a:solidFill>
              </a:defRPr>
            </a:pPr>
            <a:r>
              <a:rPr sz="600" b="0" i="0">
                <a:solidFill>
                  <a:srgbClr val="667B61"/>
                </a:solidFill>
              </a:rPr>
              <a:t>M   T   W   T   F   S   S</a:t>
            </a:r>
          </a:p>
        </p:txBody>
      </p:sp>
      <p:sp>
        <p:nvSpPr>
          <p:cNvPr id="100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457C04E4-58DE-4678-B7E0-348DEB224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6200775"/>
            <a:ext cx="1714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667B61"/>
            </a:solidFill>
            <a:prstDash val="solid"/>
          </a:ln>
        </p:spPr>
      </p:sp>
      <p:sp>
        <p:nvSpPr>
          <p:cNvPr id="101" name="grid-v">
            <a:extLst xmlns:a="http://schemas.openxmlformats.org/drawingml/2006/main">
              <a:ext uri="{FF2B5EF4-FFF2-40B4-BE49-F238E27FC236}">
                <a16:creationId xmlns:a16="http://schemas.microsoft.com/office/drawing/2014/main" id="{2AF55741-8D7C-4894-9E4B-CA3CE9D67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3379" y="6200775"/>
            <a:ext cx="6191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2" name="grid-v">
            <a:extLst xmlns:a="http://schemas.openxmlformats.org/drawingml/2006/main">
              <a:ext uri="{FF2B5EF4-FFF2-40B4-BE49-F238E27FC236}">
                <a16:creationId xmlns:a16="http://schemas.microsoft.com/office/drawing/2014/main" id="{E5C64895-37B4-4EEE-8DAB-195E9AD44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8307" y="6200775"/>
            <a:ext cx="6191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3" name="grid-v">
            <a:extLst xmlns:a="http://schemas.openxmlformats.org/drawingml/2006/main">
              <a:ext uri="{FF2B5EF4-FFF2-40B4-BE49-F238E27FC236}">
                <a16:creationId xmlns:a16="http://schemas.microsoft.com/office/drawing/2014/main" id="{3438A8E1-484E-4263-AF3D-53E1A5ED6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3236" y="6200775"/>
            <a:ext cx="6191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4" name="grid-v">
            <a:extLst xmlns:a="http://schemas.openxmlformats.org/drawingml/2006/main">
              <a:ext uri="{FF2B5EF4-FFF2-40B4-BE49-F238E27FC236}">
                <a16:creationId xmlns:a16="http://schemas.microsoft.com/office/drawing/2014/main" id="{1947791F-A0E9-4A2A-8048-E522CBE79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8164" y="6200775"/>
            <a:ext cx="6191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5" name="grid-v">
            <a:extLst xmlns:a="http://schemas.openxmlformats.org/drawingml/2006/main">
              <a:ext uri="{FF2B5EF4-FFF2-40B4-BE49-F238E27FC236}">
                <a16:creationId xmlns:a16="http://schemas.microsoft.com/office/drawing/2014/main" id="{323BC5F0-7C28-46D5-8FFB-8FB0CE47E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3093" y="6200775"/>
            <a:ext cx="6191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6" name="grid-v">
            <a:extLst xmlns:a="http://schemas.openxmlformats.org/drawingml/2006/main">
              <a:ext uri="{FF2B5EF4-FFF2-40B4-BE49-F238E27FC236}">
                <a16:creationId xmlns:a16="http://schemas.microsoft.com/office/drawing/2014/main" id="{23507468-E2CE-46F6-90DF-8774551A8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021" y="6200775"/>
            <a:ext cx="6191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7" name="grid-h">
            <a:extLst xmlns:a="http://schemas.openxmlformats.org/drawingml/2006/main">
              <a:ext uri="{FF2B5EF4-FFF2-40B4-BE49-F238E27FC236}">
                <a16:creationId xmlns:a16="http://schemas.microsoft.com/office/drawing/2014/main" id="{FCDD5534-1A54-4AFE-8BBC-660C3F9A0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6438900"/>
            <a:ext cx="17145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8" name="grid-h">
            <a:extLst xmlns:a="http://schemas.openxmlformats.org/drawingml/2006/main">
              <a:ext uri="{FF2B5EF4-FFF2-40B4-BE49-F238E27FC236}">
                <a16:creationId xmlns:a16="http://schemas.microsoft.com/office/drawing/2014/main" id="{882A249B-E39D-4EAE-B81D-ECBD34EB5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6677025"/>
            <a:ext cx="17145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9" name="grid-h">
            <a:extLst xmlns:a="http://schemas.openxmlformats.org/drawingml/2006/main">
              <a:ext uri="{FF2B5EF4-FFF2-40B4-BE49-F238E27FC236}">
                <a16:creationId xmlns:a16="http://schemas.microsoft.com/office/drawing/2014/main" id="{8D3718FF-38B8-4330-852E-4394EAB04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6915150"/>
            <a:ext cx="17145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0" name="grid-h">
            <a:extLst xmlns:a="http://schemas.openxmlformats.org/drawingml/2006/main">
              <a:ext uri="{FF2B5EF4-FFF2-40B4-BE49-F238E27FC236}">
                <a16:creationId xmlns:a16="http://schemas.microsoft.com/office/drawing/2014/main" id="{BD13E093-9CA4-4447-A11D-F16E5BD33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7153275"/>
            <a:ext cx="17145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1" name="text-SEPTEMBER">
            <a:extLst xmlns:a="http://schemas.openxmlformats.org/drawingml/2006/main">
              <a:ext uri="{FF2B5EF4-FFF2-40B4-BE49-F238E27FC236}">
                <a16:creationId xmlns:a16="http://schemas.microsoft.com/office/drawing/2014/main" id="{6B69A142-9A61-4CD2-8741-56F858C84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5781675"/>
            <a:ext cx="1714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667B61"/>
                </a:solidFill>
              </a:defRPr>
            </a:pPr>
            <a:r>
              <a:rPr sz="825" b="0" i="0">
                <a:solidFill>
                  <a:srgbClr val="667B61"/>
                </a:solidFill>
              </a:rPr>
              <a:t>SEPTEMBER</a:t>
            </a:r>
          </a:p>
        </p:txBody>
      </p:sp>
      <p:sp>
        <p:nvSpPr>
          <p:cNvPr id="112" name="text-M   T   W   T   F   S   S">
            <a:extLst xmlns:a="http://schemas.openxmlformats.org/drawingml/2006/main">
              <a:ext uri="{FF2B5EF4-FFF2-40B4-BE49-F238E27FC236}">
                <a16:creationId xmlns:a16="http://schemas.microsoft.com/office/drawing/2014/main" id="{146D0B46-38FF-41ED-A3D5-EE79FFC37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6019800"/>
            <a:ext cx="1714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67B61"/>
                </a:solidFill>
              </a:defRPr>
            </a:pPr>
            <a:r>
              <a:rPr sz="600" b="0" i="0">
                <a:solidFill>
                  <a:srgbClr val="667B61"/>
                </a:solidFill>
              </a:rPr>
              <a:t>M   T   W   T   F   S   S</a:t>
            </a:r>
          </a:p>
        </p:txBody>
      </p:sp>
      <p:sp>
        <p:nvSpPr>
          <p:cNvPr id="113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ED98C28F-55D4-43CF-AE69-E6331FAED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6200775"/>
            <a:ext cx="1714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667B61"/>
            </a:solidFill>
            <a:prstDash val="solid"/>
          </a:ln>
        </p:spPr>
      </p:sp>
      <p:sp>
        <p:nvSpPr>
          <p:cNvPr id="114" name="grid-v">
            <a:extLst xmlns:a="http://schemas.openxmlformats.org/drawingml/2006/main">
              <a:ext uri="{FF2B5EF4-FFF2-40B4-BE49-F238E27FC236}">
                <a16:creationId xmlns:a16="http://schemas.microsoft.com/office/drawing/2014/main" id="{E109E6F6-43B1-40B2-908E-87377FC63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0304" y="6200775"/>
            <a:ext cx="6191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5" name="grid-v">
            <a:extLst xmlns:a="http://schemas.openxmlformats.org/drawingml/2006/main">
              <a:ext uri="{FF2B5EF4-FFF2-40B4-BE49-F238E27FC236}">
                <a16:creationId xmlns:a16="http://schemas.microsoft.com/office/drawing/2014/main" id="{AE6312AB-E743-4CD0-AD8C-406B2B4A3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5232" y="6200775"/>
            <a:ext cx="6191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6" name="grid-v">
            <a:extLst xmlns:a="http://schemas.openxmlformats.org/drawingml/2006/main">
              <a:ext uri="{FF2B5EF4-FFF2-40B4-BE49-F238E27FC236}">
                <a16:creationId xmlns:a16="http://schemas.microsoft.com/office/drawing/2014/main" id="{F487D027-7D7C-4573-B4F3-601907D57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0161" y="6200775"/>
            <a:ext cx="6191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7" name="grid-v">
            <a:extLst xmlns:a="http://schemas.openxmlformats.org/drawingml/2006/main">
              <a:ext uri="{FF2B5EF4-FFF2-40B4-BE49-F238E27FC236}">
                <a16:creationId xmlns:a16="http://schemas.microsoft.com/office/drawing/2014/main" id="{DFF2644B-3D59-4E5C-BC46-CAB2C74FA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5089" y="6200775"/>
            <a:ext cx="6191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8" name="grid-v">
            <a:extLst xmlns:a="http://schemas.openxmlformats.org/drawingml/2006/main">
              <a:ext uri="{FF2B5EF4-FFF2-40B4-BE49-F238E27FC236}">
                <a16:creationId xmlns:a16="http://schemas.microsoft.com/office/drawing/2014/main" id="{F5893A32-390D-448C-BCBD-355D124B7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0018" y="6200775"/>
            <a:ext cx="6191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9" name="grid-v">
            <a:extLst xmlns:a="http://schemas.openxmlformats.org/drawingml/2006/main">
              <a:ext uri="{FF2B5EF4-FFF2-40B4-BE49-F238E27FC236}">
                <a16:creationId xmlns:a16="http://schemas.microsoft.com/office/drawing/2014/main" id="{53F90CC5-D04C-4BF0-A42D-E35C5D6F9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4946" y="6200775"/>
            <a:ext cx="6191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0" name="grid-h">
            <a:extLst xmlns:a="http://schemas.openxmlformats.org/drawingml/2006/main">
              <a:ext uri="{FF2B5EF4-FFF2-40B4-BE49-F238E27FC236}">
                <a16:creationId xmlns:a16="http://schemas.microsoft.com/office/drawing/2014/main" id="{30C12DF4-0B14-43B6-8674-8F2A58DC2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6438900"/>
            <a:ext cx="17145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1" name="grid-h">
            <a:extLst xmlns:a="http://schemas.openxmlformats.org/drawingml/2006/main">
              <a:ext uri="{FF2B5EF4-FFF2-40B4-BE49-F238E27FC236}">
                <a16:creationId xmlns:a16="http://schemas.microsoft.com/office/drawing/2014/main" id="{988A3796-0E1D-4C4F-A95B-3E14BA075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6677025"/>
            <a:ext cx="17145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2" name="grid-h">
            <a:extLst xmlns:a="http://schemas.openxmlformats.org/drawingml/2006/main">
              <a:ext uri="{FF2B5EF4-FFF2-40B4-BE49-F238E27FC236}">
                <a16:creationId xmlns:a16="http://schemas.microsoft.com/office/drawing/2014/main" id="{9882440E-2F85-4F3D-9D37-3AE481C1F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6915150"/>
            <a:ext cx="17145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3" name="grid-h">
            <a:extLst xmlns:a="http://schemas.openxmlformats.org/drawingml/2006/main">
              <a:ext uri="{FF2B5EF4-FFF2-40B4-BE49-F238E27FC236}">
                <a16:creationId xmlns:a16="http://schemas.microsoft.com/office/drawing/2014/main" id="{D5D87D89-6DB8-46D3-99FC-4371546F3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7153275"/>
            <a:ext cx="17145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4" name="text-OCTOBER">
            <a:extLst xmlns:a="http://schemas.openxmlformats.org/drawingml/2006/main">
              <a:ext uri="{FF2B5EF4-FFF2-40B4-BE49-F238E27FC236}">
                <a16:creationId xmlns:a16="http://schemas.microsoft.com/office/drawing/2014/main" id="{43C171C0-4DE2-4F19-8CA7-8328901C6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7696200"/>
            <a:ext cx="1714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667B61"/>
                </a:solidFill>
              </a:defRPr>
            </a:pPr>
            <a:r>
              <a:rPr sz="825" b="0" i="0">
                <a:solidFill>
                  <a:srgbClr val="667B61"/>
                </a:solidFill>
              </a:rPr>
              <a:t>OCTOBER</a:t>
            </a:r>
          </a:p>
        </p:txBody>
      </p:sp>
      <p:sp>
        <p:nvSpPr>
          <p:cNvPr id="125" name="text-M   T   W   T   F   S   S">
            <a:extLst xmlns:a="http://schemas.openxmlformats.org/drawingml/2006/main">
              <a:ext uri="{FF2B5EF4-FFF2-40B4-BE49-F238E27FC236}">
                <a16:creationId xmlns:a16="http://schemas.microsoft.com/office/drawing/2014/main" id="{3786D9E5-EBB9-4FBD-AF6D-441FA9708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7934325"/>
            <a:ext cx="1714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67B61"/>
                </a:solidFill>
              </a:defRPr>
            </a:pPr>
            <a:r>
              <a:rPr sz="600" b="0" i="0">
                <a:solidFill>
                  <a:srgbClr val="667B61"/>
                </a:solidFill>
              </a:rPr>
              <a:t>M   T   W   T   F   S   S</a:t>
            </a:r>
          </a:p>
        </p:txBody>
      </p:sp>
      <p:sp>
        <p:nvSpPr>
          <p:cNvPr id="126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B194BB06-B498-4414-802F-70CDF92AC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8115300"/>
            <a:ext cx="1714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667B61"/>
            </a:solidFill>
            <a:prstDash val="solid"/>
          </a:ln>
        </p:spPr>
      </p:sp>
      <p:sp>
        <p:nvSpPr>
          <p:cNvPr id="127" name="grid-v">
            <a:extLst xmlns:a="http://schemas.openxmlformats.org/drawingml/2006/main">
              <a:ext uri="{FF2B5EF4-FFF2-40B4-BE49-F238E27FC236}">
                <a16:creationId xmlns:a16="http://schemas.microsoft.com/office/drawing/2014/main" id="{8A69B783-C931-40A7-AD16-B07804AE8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454" y="8115300"/>
            <a:ext cx="6191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8" name="grid-v">
            <a:extLst xmlns:a="http://schemas.openxmlformats.org/drawingml/2006/main">
              <a:ext uri="{FF2B5EF4-FFF2-40B4-BE49-F238E27FC236}">
                <a16:creationId xmlns:a16="http://schemas.microsoft.com/office/drawing/2014/main" id="{6E820AF0-D21E-4F8D-9087-0351FAEDB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382" y="8115300"/>
            <a:ext cx="6191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9" name="grid-v">
            <a:extLst xmlns:a="http://schemas.openxmlformats.org/drawingml/2006/main">
              <a:ext uri="{FF2B5EF4-FFF2-40B4-BE49-F238E27FC236}">
                <a16:creationId xmlns:a16="http://schemas.microsoft.com/office/drawing/2014/main" id="{3498ADC0-31E3-4DF4-A5DA-70CBC0AF7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6311" y="8115300"/>
            <a:ext cx="6191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0" name="grid-v">
            <a:extLst xmlns:a="http://schemas.openxmlformats.org/drawingml/2006/main">
              <a:ext uri="{FF2B5EF4-FFF2-40B4-BE49-F238E27FC236}">
                <a16:creationId xmlns:a16="http://schemas.microsoft.com/office/drawing/2014/main" id="{EEABF818-6F0F-47EC-9761-E782E497A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1239" y="8115300"/>
            <a:ext cx="6191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1" name="grid-v">
            <a:extLst xmlns:a="http://schemas.openxmlformats.org/drawingml/2006/main">
              <a:ext uri="{FF2B5EF4-FFF2-40B4-BE49-F238E27FC236}">
                <a16:creationId xmlns:a16="http://schemas.microsoft.com/office/drawing/2014/main" id="{5BB6B928-C4E0-49B9-A984-B2FB9A26D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6168" y="8115300"/>
            <a:ext cx="6191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2" name="grid-v">
            <a:extLst xmlns:a="http://schemas.openxmlformats.org/drawingml/2006/main">
              <a:ext uri="{FF2B5EF4-FFF2-40B4-BE49-F238E27FC236}">
                <a16:creationId xmlns:a16="http://schemas.microsoft.com/office/drawing/2014/main" id="{1792508A-75F5-4F68-AB9B-D44CBB51D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1096" y="8115300"/>
            <a:ext cx="6191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3" name="grid-h">
            <a:extLst xmlns:a="http://schemas.openxmlformats.org/drawingml/2006/main">
              <a:ext uri="{FF2B5EF4-FFF2-40B4-BE49-F238E27FC236}">
                <a16:creationId xmlns:a16="http://schemas.microsoft.com/office/drawing/2014/main" id="{0FBEDCD6-E107-4583-9A62-4A94154A3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8353425"/>
            <a:ext cx="17145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4" name="grid-h">
            <a:extLst xmlns:a="http://schemas.openxmlformats.org/drawingml/2006/main">
              <a:ext uri="{FF2B5EF4-FFF2-40B4-BE49-F238E27FC236}">
                <a16:creationId xmlns:a16="http://schemas.microsoft.com/office/drawing/2014/main" id="{7988ADAC-330C-4EB3-90EF-4BC150197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8591550"/>
            <a:ext cx="17145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5" name="grid-h">
            <a:extLst xmlns:a="http://schemas.openxmlformats.org/drawingml/2006/main">
              <a:ext uri="{FF2B5EF4-FFF2-40B4-BE49-F238E27FC236}">
                <a16:creationId xmlns:a16="http://schemas.microsoft.com/office/drawing/2014/main" id="{A91E7979-AEBA-4F34-9199-0EA7D8B69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8829675"/>
            <a:ext cx="17145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6" name="grid-h">
            <a:extLst xmlns:a="http://schemas.openxmlformats.org/drawingml/2006/main">
              <a:ext uri="{FF2B5EF4-FFF2-40B4-BE49-F238E27FC236}">
                <a16:creationId xmlns:a16="http://schemas.microsoft.com/office/drawing/2014/main" id="{9F36746F-F189-4B49-B1DF-05AD1CDFD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9067800"/>
            <a:ext cx="17145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7" name="text-NOVEMBER">
            <a:extLst xmlns:a="http://schemas.openxmlformats.org/drawingml/2006/main">
              <a:ext uri="{FF2B5EF4-FFF2-40B4-BE49-F238E27FC236}">
                <a16:creationId xmlns:a16="http://schemas.microsoft.com/office/drawing/2014/main" id="{3F6FFB18-0955-485F-99D6-62AA3C57D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7696200"/>
            <a:ext cx="1714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667B61"/>
                </a:solidFill>
              </a:defRPr>
            </a:pPr>
            <a:r>
              <a:rPr sz="825" b="0" i="0">
                <a:solidFill>
                  <a:srgbClr val="667B61"/>
                </a:solidFill>
              </a:rPr>
              <a:t>NOVEMBER</a:t>
            </a:r>
          </a:p>
        </p:txBody>
      </p:sp>
      <p:sp>
        <p:nvSpPr>
          <p:cNvPr id="138" name="text-M   T   W   T   F   S   S">
            <a:extLst xmlns:a="http://schemas.openxmlformats.org/drawingml/2006/main">
              <a:ext uri="{FF2B5EF4-FFF2-40B4-BE49-F238E27FC236}">
                <a16:creationId xmlns:a16="http://schemas.microsoft.com/office/drawing/2014/main" id="{12D03440-2182-48B7-85E7-8970236F3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7934325"/>
            <a:ext cx="1714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67B61"/>
                </a:solidFill>
              </a:defRPr>
            </a:pPr>
            <a:r>
              <a:rPr sz="600" b="0" i="0">
                <a:solidFill>
                  <a:srgbClr val="667B61"/>
                </a:solidFill>
              </a:rPr>
              <a:t>M   T   W   T   F   S   S</a:t>
            </a:r>
          </a:p>
        </p:txBody>
      </p:sp>
      <p:sp>
        <p:nvSpPr>
          <p:cNvPr id="139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D950D310-7E05-4F91-9A76-6694FB63D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8115300"/>
            <a:ext cx="1714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667B61"/>
            </a:solidFill>
            <a:prstDash val="solid"/>
          </a:ln>
        </p:spPr>
      </p:sp>
      <p:sp>
        <p:nvSpPr>
          <p:cNvPr id="140" name="grid-v">
            <a:extLst xmlns:a="http://schemas.openxmlformats.org/drawingml/2006/main">
              <a:ext uri="{FF2B5EF4-FFF2-40B4-BE49-F238E27FC236}">
                <a16:creationId xmlns:a16="http://schemas.microsoft.com/office/drawing/2014/main" id="{A7BE3AA2-08A0-4943-A29C-676BC1228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3379" y="8115300"/>
            <a:ext cx="6191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1" name="grid-v">
            <a:extLst xmlns:a="http://schemas.openxmlformats.org/drawingml/2006/main">
              <a:ext uri="{FF2B5EF4-FFF2-40B4-BE49-F238E27FC236}">
                <a16:creationId xmlns:a16="http://schemas.microsoft.com/office/drawing/2014/main" id="{4D82FF21-458C-4458-8804-27EB1069E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8307" y="8115300"/>
            <a:ext cx="6191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2" name="grid-v">
            <a:extLst xmlns:a="http://schemas.openxmlformats.org/drawingml/2006/main">
              <a:ext uri="{FF2B5EF4-FFF2-40B4-BE49-F238E27FC236}">
                <a16:creationId xmlns:a16="http://schemas.microsoft.com/office/drawing/2014/main" id="{E151F73D-9E2F-4D66-B595-E38AAA64B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3236" y="8115300"/>
            <a:ext cx="6191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3" name="grid-v">
            <a:extLst xmlns:a="http://schemas.openxmlformats.org/drawingml/2006/main">
              <a:ext uri="{FF2B5EF4-FFF2-40B4-BE49-F238E27FC236}">
                <a16:creationId xmlns:a16="http://schemas.microsoft.com/office/drawing/2014/main" id="{07D97CE0-B6C2-4B30-BEDA-A4E1F2730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8164" y="8115300"/>
            <a:ext cx="6191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4" name="grid-v">
            <a:extLst xmlns:a="http://schemas.openxmlformats.org/drawingml/2006/main">
              <a:ext uri="{FF2B5EF4-FFF2-40B4-BE49-F238E27FC236}">
                <a16:creationId xmlns:a16="http://schemas.microsoft.com/office/drawing/2014/main" id="{5FFBB8F8-E58F-4849-9167-FE2BBC58C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3093" y="8115300"/>
            <a:ext cx="6191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5" name="grid-v">
            <a:extLst xmlns:a="http://schemas.openxmlformats.org/drawingml/2006/main">
              <a:ext uri="{FF2B5EF4-FFF2-40B4-BE49-F238E27FC236}">
                <a16:creationId xmlns:a16="http://schemas.microsoft.com/office/drawing/2014/main" id="{4BCE68EF-4A00-4871-8E03-85DCAD36D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021" y="8115300"/>
            <a:ext cx="6191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6" name="grid-h">
            <a:extLst xmlns:a="http://schemas.openxmlformats.org/drawingml/2006/main">
              <a:ext uri="{FF2B5EF4-FFF2-40B4-BE49-F238E27FC236}">
                <a16:creationId xmlns:a16="http://schemas.microsoft.com/office/drawing/2014/main" id="{5E17132B-8863-458E-BAAF-8B2122F2A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8353425"/>
            <a:ext cx="17145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7" name="grid-h">
            <a:extLst xmlns:a="http://schemas.openxmlformats.org/drawingml/2006/main">
              <a:ext uri="{FF2B5EF4-FFF2-40B4-BE49-F238E27FC236}">
                <a16:creationId xmlns:a16="http://schemas.microsoft.com/office/drawing/2014/main" id="{2FC088DD-1F40-4486-A7DF-568CBA18B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8591550"/>
            <a:ext cx="17145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8" name="grid-h">
            <a:extLst xmlns:a="http://schemas.openxmlformats.org/drawingml/2006/main">
              <a:ext uri="{FF2B5EF4-FFF2-40B4-BE49-F238E27FC236}">
                <a16:creationId xmlns:a16="http://schemas.microsoft.com/office/drawing/2014/main" id="{7E7474BC-44AA-46AD-AB0B-F467306A1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8829675"/>
            <a:ext cx="17145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9" name="grid-h">
            <a:extLst xmlns:a="http://schemas.openxmlformats.org/drawingml/2006/main">
              <a:ext uri="{FF2B5EF4-FFF2-40B4-BE49-F238E27FC236}">
                <a16:creationId xmlns:a16="http://schemas.microsoft.com/office/drawing/2014/main" id="{390B2EFB-5EB8-4B35-88A4-CA022B199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9067800"/>
            <a:ext cx="17145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0" name="text-DECEMBER">
            <a:extLst xmlns:a="http://schemas.openxmlformats.org/drawingml/2006/main">
              <a:ext uri="{FF2B5EF4-FFF2-40B4-BE49-F238E27FC236}">
                <a16:creationId xmlns:a16="http://schemas.microsoft.com/office/drawing/2014/main" id="{A4B0127E-10B2-4783-85F7-62B1E299C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7696200"/>
            <a:ext cx="1714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667B61"/>
                </a:solidFill>
              </a:defRPr>
            </a:pPr>
            <a:r>
              <a:rPr sz="825" b="0" i="0">
                <a:solidFill>
                  <a:srgbClr val="667B61"/>
                </a:solidFill>
              </a:rPr>
              <a:t>DECEMBER</a:t>
            </a:r>
          </a:p>
        </p:txBody>
      </p:sp>
      <p:sp>
        <p:nvSpPr>
          <p:cNvPr id="151" name="text-M   T   W   T   F   S   S">
            <a:extLst xmlns:a="http://schemas.openxmlformats.org/drawingml/2006/main">
              <a:ext uri="{FF2B5EF4-FFF2-40B4-BE49-F238E27FC236}">
                <a16:creationId xmlns:a16="http://schemas.microsoft.com/office/drawing/2014/main" id="{662BCC01-B7BE-417E-8383-DA16973FC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7934325"/>
            <a:ext cx="1714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67B61"/>
                </a:solidFill>
              </a:defRPr>
            </a:pPr>
            <a:r>
              <a:rPr sz="600" b="0" i="0">
                <a:solidFill>
                  <a:srgbClr val="667B61"/>
                </a:solidFill>
              </a:rPr>
              <a:t>M   T   W   T   F   S   S</a:t>
            </a:r>
          </a:p>
        </p:txBody>
      </p:sp>
      <p:sp>
        <p:nvSpPr>
          <p:cNvPr id="152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CA86F96C-6521-4BF4-AD46-46AF9D378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8115300"/>
            <a:ext cx="1714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667B61"/>
            </a:solidFill>
            <a:prstDash val="solid"/>
          </a:ln>
        </p:spPr>
      </p:sp>
      <p:sp>
        <p:nvSpPr>
          <p:cNvPr id="153" name="grid-v">
            <a:extLst xmlns:a="http://schemas.openxmlformats.org/drawingml/2006/main">
              <a:ext uri="{FF2B5EF4-FFF2-40B4-BE49-F238E27FC236}">
                <a16:creationId xmlns:a16="http://schemas.microsoft.com/office/drawing/2014/main" id="{D8E0F875-FEAF-4F17-8CCF-18941F680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0304" y="8115300"/>
            <a:ext cx="6191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4" name="grid-v">
            <a:extLst xmlns:a="http://schemas.openxmlformats.org/drawingml/2006/main">
              <a:ext uri="{FF2B5EF4-FFF2-40B4-BE49-F238E27FC236}">
                <a16:creationId xmlns:a16="http://schemas.microsoft.com/office/drawing/2014/main" id="{115C1541-ED9D-48C6-9992-81D1B3720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5232" y="8115300"/>
            <a:ext cx="6191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5" name="grid-v">
            <a:extLst xmlns:a="http://schemas.openxmlformats.org/drawingml/2006/main">
              <a:ext uri="{FF2B5EF4-FFF2-40B4-BE49-F238E27FC236}">
                <a16:creationId xmlns:a16="http://schemas.microsoft.com/office/drawing/2014/main" id="{28A4EFF6-F18E-4947-82D1-B5DF36225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0161" y="8115300"/>
            <a:ext cx="6191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6" name="grid-v">
            <a:extLst xmlns:a="http://schemas.openxmlformats.org/drawingml/2006/main">
              <a:ext uri="{FF2B5EF4-FFF2-40B4-BE49-F238E27FC236}">
                <a16:creationId xmlns:a16="http://schemas.microsoft.com/office/drawing/2014/main" id="{69CACC83-593D-4A2B-8D47-AA07AC2A9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5089" y="8115300"/>
            <a:ext cx="6191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7" name="grid-v">
            <a:extLst xmlns:a="http://schemas.openxmlformats.org/drawingml/2006/main">
              <a:ext uri="{FF2B5EF4-FFF2-40B4-BE49-F238E27FC236}">
                <a16:creationId xmlns:a16="http://schemas.microsoft.com/office/drawing/2014/main" id="{1D592A2F-DDF4-4786-80B6-4A1EA6080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0018" y="8115300"/>
            <a:ext cx="6191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8" name="grid-v">
            <a:extLst xmlns:a="http://schemas.openxmlformats.org/drawingml/2006/main">
              <a:ext uri="{FF2B5EF4-FFF2-40B4-BE49-F238E27FC236}">
                <a16:creationId xmlns:a16="http://schemas.microsoft.com/office/drawing/2014/main" id="{4C3D714E-1F5F-4139-9273-D0CA05AF7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4946" y="8115300"/>
            <a:ext cx="6191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9" name="grid-h">
            <a:extLst xmlns:a="http://schemas.openxmlformats.org/drawingml/2006/main">
              <a:ext uri="{FF2B5EF4-FFF2-40B4-BE49-F238E27FC236}">
                <a16:creationId xmlns:a16="http://schemas.microsoft.com/office/drawing/2014/main" id="{3F819CBE-5E93-4082-B306-94311CF08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8353425"/>
            <a:ext cx="17145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0" name="grid-h">
            <a:extLst xmlns:a="http://schemas.openxmlformats.org/drawingml/2006/main">
              <a:ext uri="{FF2B5EF4-FFF2-40B4-BE49-F238E27FC236}">
                <a16:creationId xmlns:a16="http://schemas.microsoft.com/office/drawing/2014/main" id="{90CA0D7F-58F9-44C1-A2CE-8B7E50EB4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8591550"/>
            <a:ext cx="17145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1" name="grid-h">
            <a:extLst xmlns:a="http://schemas.openxmlformats.org/drawingml/2006/main">
              <a:ext uri="{FF2B5EF4-FFF2-40B4-BE49-F238E27FC236}">
                <a16:creationId xmlns:a16="http://schemas.microsoft.com/office/drawing/2014/main" id="{08072F0E-02B1-4519-8FDD-BF59E9231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8829675"/>
            <a:ext cx="17145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2" name="grid-h">
            <a:extLst xmlns:a="http://schemas.openxmlformats.org/drawingml/2006/main">
              <a:ext uri="{FF2B5EF4-FFF2-40B4-BE49-F238E27FC236}">
                <a16:creationId xmlns:a16="http://schemas.microsoft.com/office/drawing/2014/main" id="{06F3EC28-1BA0-48E6-92E1-A4856506F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9067800"/>
            <a:ext cx="17145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790533339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C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96e05456ea4d7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7562850" cy="10696575"/>
          </a:xfrm>
          <a:prstGeom xmlns:a="http://schemas.openxmlformats.org/drawingml/2006/main" prst="rect">
            <a:avLst/>
          </a:prstGeom>
        </p:spPr>
      </p:pic>
      <p:sp>
        <p:nvSpPr>
          <p:cNvPr id="2" name="soft-romantic-panel">
            <a:extLst xmlns:a="http://schemas.openxmlformats.org/drawingml/2006/main">
              <a:ext uri="{FF2B5EF4-FFF2-40B4-BE49-F238E27FC236}">
                <a16:creationId xmlns:a16="http://schemas.microsoft.com/office/drawing/2014/main" id="{B1AB67ED-67CE-4FA1-B60B-26458907D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"/>
            <a:ext cx="6000750" cy="9429750"/>
          </a:xfrm>
          <a:prstGeom xmlns:a="http://schemas.openxmlformats.org/drawingml/2006/main" prst="roundRect">
            <a:avLst>
              <a:gd name="adj" fmla="val 1270"/>
            </a:avLst>
          </a:prstGeom>
          <a:solidFill xmlns:a="http://schemas.openxmlformats.org/drawingml/2006/main">
            <a:srgbClr val="FCF7F3"/>
          </a:solidFill>
          <a:ln xmlns:a="http://schemas.openxmlformats.org/drawingml/2006/main" w="9525">
            <a:solidFill>
              <a:srgbClr val="C79B46"/>
            </a:solidFill>
            <a:prstDash val="solid"/>
          </a:ln>
        </p:spPr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1514C950-E4AE-49BE-8957-C7912DC16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42950"/>
            <a:ext cx="5562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75" b="0" i="1">
                <a:solidFill>
                  <a:srgbClr val="52654E"/>
                </a:solidFill>
              </a:defRPr>
            </a:pPr>
            <a:r>
              <a:rPr sz="2475" b="0" i="1">
                <a:solidFill>
                  <a:srgbClr val="52654E"/>
                </a:solidFill>
              </a:rPr>
              <a:t>Master Wedding Checklist</a:t>
            </a:r>
          </a:p>
        </p:txBody>
      </p:sp>
      <p:sp>
        <p:nvSpPr>
          <p:cNvPr id="4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A553149D-BA9A-44BC-8BAC-0771E1F13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581150"/>
            <a:ext cx="85725" cy="857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C79B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9629F5B-3CB3-4018-B454-71E3BD49B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966787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C79B46"/>
                </a:solidFill>
              </a:defRPr>
            </a:pPr>
            <a:r>
              <a:rPr sz="750" b="0" i="0">
                <a:solidFill>
                  <a:srgbClr val="C79B46"/>
                </a:solidFill>
              </a:rPr>
              <a:t>039</a:t>
            </a:r>
          </a:p>
        </p:txBody>
      </p:sp>
      <p:sp>
        <p:nvSpPr>
          <p:cNvPr id="6" name="checkbox">
            <a:extLst xmlns:a="http://schemas.openxmlformats.org/drawingml/2006/main">
              <a:ext uri="{FF2B5EF4-FFF2-40B4-BE49-F238E27FC236}">
                <a16:creationId xmlns:a16="http://schemas.microsoft.com/office/drawing/2014/main" id="{54626DC8-94DA-4F16-AA32-12F3E074C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66925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7" name="text-Set the budget">
            <a:extLst xmlns:a="http://schemas.openxmlformats.org/drawingml/2006/main">
              <a:ext uri="{FF2B5EF4-FFF2-40B4-BE49-F238E27FC236}">
                <a16:creationId xmlns:a16="http://schemas.microsoft.com/office/drawing/2014/main" id="{89BB1EED-AD7F-4597-A07F-0E9780984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0002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Set the budget</a:t>
            </a:r>
          </a:p>
        </p:txBody>
      </p:sp>
      <p:sp>
        <p:nvSpPr>
          <p:cNvPr id="8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9B4C84C9-82BB-41A5-9AE0-A09D6E98C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2955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checkbox">
            <a:extLst xmlns:a="http://schemas.openxmlformats.org/drawingml/2006/main">
              <a:ext uri="{FF2B5EF4-FFF2-40B4-BE49-F238E27FC236}">
                <a16:creationId xmlns:a16="http://schemas.microsoft.com/office/drawing/2014/main" id="{22BD0D16-8772-44B3-9EC8-22D5ABEDF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495550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0" name="text-Draft the guest list">
            <a:extLst xmlns:a="http://schemas.openxmlformats.org/drawingml/2006/main">
              <a:ext uri="{FF2B5EF4-FFF2-40B4-BE49-F238E27FC236}">
                <a16:creationId xmlns:a16="http://schemas.microsoft.com/office/drawing/2014/main" id="{20A0EC5C-0489-4821-87D6-D8083E435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42887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Draft the guest list</a:t>
            </a:r>
          </a:p>
        </p:txBody>
      </p:sp>
      <p:sp>
        <p:nvSpPr>
          <p:cNvPr id="1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90D18BD2-02B4-491F-B4C4-EE5EC6D8A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7241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checkbox">
            <a:extLst xmlns:a="http://schemas.openxmlformats.org/drawingml/2006/main">
              <a:ext uri="{FF2B5EF4-FFF2-40B4-BE49-F238E27FC236}">
                <a16:creationId xmlns:a16="http://schemas.microsoft.com/office/drawing/2014/main" id="{3A18BA4F-35A0-4CAA-BE7B-AB9017600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924175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3" name="text-Choose the date">
            <a:extLst xmlns:a="http://schemas.openxmlformats.org/drawingml/2006/main">
              <a:ext uri="{FF2B5EF4-FFF2-40B4-BE49-F238E27FC236}">
                <a16:creationId xmlns:a16="http://schemas.microsoft.com/office/drawing/2014/main" id="{EF24A7F4-3B36-4CBE-A7AF-BFFBB7ECA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8575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Choose the date</a:t>
            </a:r>
          </a:p>
        </p:txBody>
      </p:sp>
      <p:sp>
        <p:nvSpPr>
          <p:cNvPr id="1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209FE0CB-8A54-48F7-A839-7CEEC4F8B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1527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checkbox">
            <a:extLst xmlns:a="http://schemas.openxmlformats.org/drawingml/2006/main">
              <a:ext uri="{FF2B5EF4-FFF2-40B4-BE49-F238E27FC236}">
                <a16:creationId xmlns:a16="http://schemas.microsoft.com/office/drawing/2014/main" id="{9AF5FA16-24BB-4FD5-8B58-B51FC10F8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352800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6" name="text-Book the venue">
            <a:extLst xmlns:a="http://schemas.openxmlformats.org/drawingml/2006/main">
              <a:ext uri="{FF2B5EF4-FFF2-40B4-BE49-F238E27FC236}">
                <a16:creationId xmlns:a16="http://schemas.microsoft.com/office/drawing/2014/main" id="{148A384A-3A95-4E9F-BDC8-0F81A2EB3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28612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Book the venue</a:t>
            </a:r>
          </a:p>
        </p:txBody>
      </p:sp>
      <p:sp>
        <p:nvSpPr>
          <p:cNvPr id="1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C5D00B49-FA0F-42EF-A076-4A7C9BAAA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58140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checkbox">
            <a:extLst xmlns:a="http://schemas.openxmlformats.org/drawingml/2006/main">
              <a:ext uri="{FF2B5EF4-FFF2-40B4-BE49-F238E27FC236}">
                <a16:creationId xmlns:a16="http://schemas.microsoft.com/office/drawing/2014/main" id="{9EF77069-356E-4120-B8CD-1F3C9A0D2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81425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9" name="text-Hire the planner">
            <a:extLst xmlns:a="http://schemas.openxmlformats.org/drawingml/2006/main">
              <a:ext uri="{FF2B5EF4-FFF2-40B4-BE49-F238E27FC236}">
                <a16:creationId xmlns:a16="http://schemas.microsoft.com/office/drawing/2014/main" id="{B7DB6C9E-E14D-4520-A233-9333C6D4A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7147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Hire the planner</a:t>
            </a:r>
          </a:p>
        </p:txBody>
      </p:sp>
      <p:sp>
        <p:nvSpPr>
          <p:cNvPr id="2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D2FC9829-6C69-417D-B9AF-35EB021FB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0100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checkbox">
            <a:extLst xmlns:a="http://schemas.openxmlformats.org/drawingml/2006/main">
              <a:ext uri="{FF2B5EF4-FFF2-40B4-BE49-F238E27FC236}">
                <a16:creationId xmlns:a16="http://schemas.microsoft.com/office/drawing/2014/main" id="{C9D06159-E38B-49EC-A02A-F1E070434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210050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22" name="text-Book catering">
            <a:extLst xmlns:a="http://schemas.openxmlformats.org/drawingml/2006/main">
              <a:ext uri="{FF2B5EF4-FFF2-40B4-BE49-F238E27FC236}">
                <a16:creationId xmlns:a16="http://schemas.microsoft.com/office/drawing/2014/main" id="{50E9DA1E-27B5-41D5-8BB7-A5DFB6FC5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14337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Book catering</a:t>
            </a:r>
          </a:p>
        </p:txBody>
      </p:sp>
      <p:sp>
        <p:nvSpPr>
          <p:cNvPr id="2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3A88CBE1-6BE1-418D-BB3C-2D0BCB9DF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4386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checkbox">
            <a:extLst xmlns:a="http://schemas.openxmlformats.org/drawingml/2006/main">
              <a:ext uri="{FF2B5EF4-FFF2-40B4-BE49-F238E27FC236}">
                <a16:creationId xmlns:a16="http://schemas.microsoft.com/office/drawing/2014/main" id="{F28E0380-FBF7-47C7-9A9D-47AE3088F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638675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25" name="text-Book photography">
            <a:extLst xmlns:a="http://schemas.openxmlformats.org/drawingml/2006/main">
              <a:ext uri="{FF2B5EF4-FFF2-40B4-BE49-F238E27FC236}">
                <a16:creationId xmlns:a16="http://schemas.microsoft.com/office/drawing/2014/main" id="{35D66C77-A75E-4ED4-A613-AE0B58F2F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5720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Book photography</a:t>
            </a:r>
          </a:p>
        </p:txBody>
      </p:sp>
      <p:sp>
        <p:nvSpPr>
          <p:cNvPr id="2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80CE75AD-2CE8-4794-A432-510FECD9F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8672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checkbox">
            <a:extLst xmlns:a="http://schemas.openxmlformats.org/drawingml/2006/main">
              <a:ext uri="{FF2B5EF4-FFF2-40B4-BE49-F238E27FC236}">
                <a16:creationId xmlns:a16="http://schemas.microsoft.com/office/drawing/2014/main" id="{A3AC7ED1-B35E-4EF0-A1FE-794B54B45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067300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28" name="text-Book videography">
            <a:extLst xmlns:a="http://schemas.openxmlformats.org/drawingml/2006/main">
              <a:ext uri="{FF2B5EF4-FFF2-40B4-BE49-F238E27FC236}">
                <a16:creationId xmlns:a16="http://schemas.microsoft.com/office/drawing/2014/main" id="{D6B4F917-87F9-469C-BBF0-E9FFD79E4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00062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Book videography</a:t>
            </a:r>
          </a:p>
        </p:txBody>
      </p:sp>
      <p:sp>
        <p:nvSpPr>
          <p:cNvPr id="2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89F7CD89-2F37-4A84-BD16-1CCBC669A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29590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checkbox">
            <a:extLst xmlns:a="http://schemas.openxmlformats.org/drawingml/2006/main">
              <a:ext uri="{FF2B5EF4-FFF2-40B4-BE49-F238E27FC236}">
                <a16:creationId xmlns:a16="http://schemas.microsoft.com/office/drawing/2014/main" id="{7ED4B105-29C4-4563-ADA3-50B63726A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495925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31" name="text-Choose wedding attire">
            <a:extLst xmlns:a="http://schemas.openxmlformats.org/drawingml/2006/main">
              <a:ext uri="{FF2B5EF4-FFF2-40B4-BE49-F238E27FC236}">
                <a16:creationId xmlns:a16="http://schemas.microsoft.com/office/drawing/2014/main" id="{48761CB1-0D38-4EA9-8164-3A4631A57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4292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Choose wedding attire</a:t>
            </a:r>
          </a:p>
        </p:txBody>
      </p:sp>
      <p:sp>
        <p:nvSpPr>
          <p:cNvPr id="3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8E33E627-70E6-466D-ACCD-3655C0002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7245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checkbox">
            <a:extLst xmlns:a="http://schemas.openxmlformats.org/drawingml/2006/main">
              <a:ext uri="{FF2B5EF4-FFF2-40B4-BE49-F238E27FC236}">
                <a16:creationId xmlns:a16="http://schemas.microsoft.com/office/drawing/2014/main" id="{BB71E216-C668-4E0C-BFC0-8A42D6686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924550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34" name="text-Book florist">
            <a:extLst xmlns:a="http://schemas.openxmlformats.org/drawingml/2006/main">
              <a:ext uri="{FF2B5EF4-FFF2-40B4-BE49-F238E27FC236}">
                <a16:creationId xmlns:a16="http://schemas.microsoft.com/office/drawing/2014/main" id="{A7FBFB6E-9BBF-4525-BA15-CC2677CFC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85787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Book florist</a:t>
            </a:r>
          </a:p>
        </p:txBody>
      </p:sp>
      <p:sp>
        <p:nvSpPr>
          <p:cNvPr id="3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CB4CA2C2-7704-4794-962D-3DB741E58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61531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checkbox">
            <a:extLst xmlns:a="http://schemas.openxmlformats.org/drawingml/2006/main">
              <a:ext uri="{FF2B5EF4-FFF2-40B4-BE49-F238E27FC236}">
                <a16:creationId xmlns:a16="http://schemas.microsoft.com/office/drawing/2014/main" id="{56CE0847-05BA-4E2A-8F24-7DEE4FA3F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353175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37" name="text-Book music">
            <a:extLst xmlns:a="http://schemas.openxmlformats.org/drawingml/2006/main">
              <a:ext uri="{FF2B5EF4-FFF2-40B4-BE49-F238E27FC236}">
                <a16:creationId xmlns:a16="http://schemas.microsoft.com/office/drawing/2014/main" id="{384EDF14-7057-4ADB-9398-1518E786B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62865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Book music</a:t>
            </a:r>
          </a:p>
        </p:txBody>
      </p:sp>
      <p:sp>
        <p:nvSpPr>
          <p:cNvPr id="38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043AE061-D40E-4E9C-8CC5-F9C56577B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65817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checkbox">
            <a:extLst xmlns:a="http://schemas.openxmlformats.org/drawingml/2006/main">
              <a:ext uri="{FF2B5EF4-FFF2-40B4-BE49-F238E27FC236}">
                <a16:creationId xmlns:a16="http://schemas.microsoft.com/office/drawing/2014/main" id="{346FA1F2-46EA-4D38-980A-D8B867906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781800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40" name="text-Order stationery">
            <a:extLst xmlns:a="http://schemas.openxmlformats.org/drawingml/2006/main">
              <a:ext uri="{FF2B5EF4-FFF2-40B4-BE49-F238E27FC236}">
                <a16:creationId xmlns:a16="http://schemas.microsoft.com/office/drawing/2014/main" id="{4D84EB97-AC09-4FEB-AAB2-07104654F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671512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Order stationery</a:t>
            </a:r>
          </a:p>
        </p:txBody>
      </p:sp>
      <p:sp>
        <p:nvSpPr>
          <p:cNvPr id="4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3884A2A1-1B41-4DDC-9C59-4CFEE045D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701040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checkbox">
            <a:extLst xmlns:a="http://schemas.openxmlformats.org/drawingml/2006/main">
              <a:ext uri="{FF2B5EF4-FFF2-40B4-BE49-F238E27FC236}">
                <a16:creationId xmlns:a16="http://schemas.microsoft.com/office/drawing/2014/main" id="{CBCD27DA-7F78-49E2-AF5F-909479BD1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210425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43" name="text-Arrange transport">
            <a:extLst xmlns:a="http://schemas.openxmlformats.org/drawingml/2006/main">
              <a:ext uri="{FF2B5EF4-FFF2-40B4-BE49-F238E27FC236}">
                <a16:creationId xmlns:a16="http://schemas.microsoft.com/office/drawing/2014/main" id="{A3EA7A18-8C82-4C0F-B4F4-986A19577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71437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Arrange transport</a:t>
            </a:r>
          </a:p>
        </p:txBody>
      </p:sp>
      <p:sp>
        <p:nvSpPr>
          <p:cNvPr id="4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6A381E5B-7EE8-4DC5-8D57-A541BA76B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74390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checkbox">
            <a:extLst xmlns:a="http://schemas.openxmlformats.org/drawingml/2006/main">
              <a:ext uri="{FF2B5EF4-FFF2-40B4-BE49-F238E27FC236}">
                <a16:creationId xmlns:a16="http://schemas.microsoft.com/office/drawing/2014/main" id="{D2D23A7F-30C0-4638-9CE9-579E12E0B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639050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46" name="text-Reserve accommodation">
            <a:extLst xmlns:a="http://schemas.openxmlformats.org/drawingml/2006/main">
              <a:ext uri="{FF2B5EF4-FFF2-40B4-BE49-F238E27FC236}">
                <a16:creationId xmlns:a16="http://schemas.microsoft.com/office/drawing/2014/main" id="{23F5901A-4FA3-4046-9D1A-6C1AB9C6F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757237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Reserve accommodation</a:t>
            </a:r>
          </a:p>
        </p:txBody>
      </p:sp>
      <p:sp>
        <p:nvSpPr>
          <p:cNvPr id="4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50C3C55B-50B5-456D-9410-AB5B2B3A2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78676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checkbox">
            <a:extLst xmlns:a="http://schemas.openxmlformats.org/drawingml/2006/main">
              <a:ext uri="{FF2B5EF4-FFF2-40B4-BE49-F238E27FC236}">
                <a16:creationId xmlns:a16="http://schemas.microsoft.com/office/drawing/2014/main" id="{C0FDF9B9-2178-49A1-A53A-2B8B6EB5D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2066925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49" name="text-Plan ceremony">
            <a:extLst xmlns:a="http://schemas.openxmlformats.org/drawingml/2006/main">
              <a:ext uri="{FF2B5EF4-FFF2-40B4-BE49-F238E27FC236}">
                <a16:creationId xmlns:a16="http://schemas.microsoft.com/office/drawing/2014/main" id="{1005CFDD-226B-42A6-B648-1A62C32DF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0002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Plan ceremony</a:t>
            </a:r>
          </a:p>
        </p:txBody>
      </p:sp>
      <p:sp>
        <p:nvSpPr>
          <p:cNvPr id="5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F4E7DB91-19AB-4E1E-AD4E-30AC251CD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2955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checkbox">
            <a:extLst xmlns:a="http://schemas.openxmlformats.org/drawingml/2006/main">
              <a:ext uri="{FF2B5EF4-FFF2-40B4-BE49-F238E27FC236}">
                <a16:creationId xmlns:a16="http://schemas.microsoft.com/office/drawing/2014/main" id="{55D423C4-12A3-4AF2-B5F2-228C24C55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2495550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52" name="text-Plan reception">
            <a:extLst xmlns:a="http://schemas.openxmlformats.org/drawingml/2006/main">
              <a:ext uri="{FF2B5EF4-FFF2-40B4-BE49-F238E27FC236}">
                <a16:creationId xmlns:a16="http://schemas.microsoft.com/office/drawing/2014/main" id="{644841F2-AD0C-4355-8560-6BF77FD48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42887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Plan reception</a:t>
            </a:r>
          </a:p>
        </p:txBody>
      </p:sp>
      <p:sp>
        <p:nvSpPr>
          <p:cNvPr id="5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4DDC039C-E25A-45F3-A0D8-EAD811BE9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7241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checkbox">
            <a:extLst xmlns:a="http://schemas.openxmlformats.org/drawingml/2006/main">
              <a:ext uri="{FF2B5EF4-FFF2-40B4-BE49-F238E27FC236}">
                <a16:creationId xmlns:a16="http://schemas.microsoft.com/office/drawing/2014/main" id="{B5839BF9-52A8-40E8-BB63-41389EE6A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2924175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55" name="text-Order cake">
            <a:extLst xmlns:a="http://schemas.openxmlformats.org/drawingml/2006/main">
              <a:ext uri="{FF2B5EF4-FFF2-40B4-BE49-F238E27FC236}">
                <a16:creationId xmlns:a16="http://schemas.microsoft.com/office/drawing/2014/main" id="{9CCC87C3-C59E-493D-A4C0-81B83D7B9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8575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Order cake</a:t>
            </a:r>
          </a:p>
        </p:txBody>
      </p:sp>
      <p:sp>
        <p:nvSpPr>
          <p:cNvPr id="5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063FD0E6-EB33-4DE1-96D9-41F8419D7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1527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checkbox">
            <a:extLst xmlns:a="http://schemas.openxmlformats.org/drawingml/2006/main">
              <a:ext uri="{FF2B5EF4-FFF2-40B4-BE49-F238E27FC236}">
                <a16:creationId xmlns:a16="http://schemas.microsoft.com/office/drawing/2014/main" id="{A0CDB921-4BD9-4E37-BA9F-8C557E399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3352800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58" name="text-Book beauty services">
            <a:extLst xmlns:a="http://schemas.openxmlformats.org/drawingml/2006/main">
              <a:ext uri="{FF2B5EF4-FFF2-40B4-BE49-F238E27FC236}">
                <a16:creationId xmlns:a16="http://schemas.microsoft.com/office/drawing/2014/main" id="{BEDAF32F-8C9C-45D1-9051-C82CF11DF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28612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Book beauty services</a:t>
            </a:r>
          </a:p>
        </p:txBody>
      </p:sp>
      <p:sp>
        <p:nvSpPr>
          <p:cNvPr id="5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1E3713CD-A3B5-44A6-8373-268A85AF9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58140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checkbox">
            <a:extLst xmlns:a="http://schemas.openxmlformats.org/drawingml/2006/main">
              <a:ext uri="{FF2B5EF4-FFF2-40B4-BE49-F238E27FC236}">
                <a16:creationId xmlns:a16="http://schemas.microsoft.com/office/drawing/2014/main" id="{E582D740-609B-420C-BCC8-F207B8BAC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3781425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61" name="text-Confirm rentals">
            <a:extLst xmlns:a="http://schemas.openxmlformats.org/drawingml/2006/main">
              <a:ext uri="{FF2B5EF4-FFF2-40B4-BE49-F238E27FC236}">
                <a16:creationId xmlns:a16="http://schemas.microsoft.com/office/drawing/2014/main" id="{0F1A5E6A-BA91-4E6C-8E9E-0A1B9CFDA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7147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Confirm rentals</a:t>
            </a:r>
          </a:p>
        </p:txBody>
      </p:sp>
      <p:sp>
        <p:nvSpPr>
          <p:cNvPr id="6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293B8831-107A-427D-A7D8-47766FF24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0100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checkbox">
            <a:extLst xmlns:a="http://schemas.openxmlformats.org/drawingml/2006/main">
              <a:ext uri="{FF2B5EF4-FFF2-40B4-BE49-F238E27FC236}">
                <a16:creationId xmlns:a16="http://schemas.microsoft.com/office/drawing/2014/main" id="{88305B81-8A51-49B6-B9D5-8B22341C5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4210050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64" name="text-Build seating plan">
            <a:extLst xmlns:a="http://schemas.openxmlformats.org/drawingml/2006/main">
              <a:ext uri="{FF2B5EF4-FFF2-40B4-BE49-F238E27FC236}">
                <a16:creationId xmlns:a16="http://schemas.microsoft.com/office/drawing/2014/main" id="{DF6D5B37-2A53-405B-8F53-E07399BC2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14337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Build seating plan</a:t>
            </a:r>
          </a:p>
        </p:txBody>
      </p:sp>
      <p:sp>
        <p:nvSpPr>
          <p:cNvPr id="6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5DA1FB3B-6E11-4291-94AE-A7A1EC960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4386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checkbox">
            <a:extLst xmlns:a="http://schemas.openxmlformats.org/drawingml/2006/main">
              <a:ext uri="{FF2B5EF4-FFF2-40B4-BE49-F238E27FC236}">
                <a16:creationId xmlns:a16="http://schemas.microsoft.com/office/drawing/2014/main" id="{C324BEBF-20F9-40ED-993B-06E38C659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4638675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67" name="text-Send invitations">
            <a:extLst xmlns:a="http://schemas.openxmlformats.org/drawingml/2006/main">
              <a:ext uri="{FF2B5EF4-FFF2-40B4-BE49-F238E27FC236}">
                <a16:creationId xmlns:a16="http://schemas.microsoft.com/office/drawing/2014/main" id="{27D48474-2430-4CDD-A818-BFDAE85C7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5720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Send invitations</a:t>
            </a:r>
          </a:p>
        </p:txBody>
      </p:sp>
      <p:sp>
        <p:nvSpPr>
          <p:cNvPr id="68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FE4588D0-D18E-4DEB-99BF-16E60D2CB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8672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checkbox">
            <a:extLst xmlns:a="http://schemas.openxmlformats.org/drawingml/2006/main">
              <a:ext uri="{FF2B5EF4-FFF2-40B4-BE49-F238E27FC236}">
                <a16:creationId xmlns:a16="http://schemas.microsoft.com/office/drawing/2014/main" id="{285DF0AF-25C2-4D99-9035-2E4713D53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5067300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70" name="text-Track RSVPs">
            <a:extLst xmlns:a="http://schemas.openxmlformats.org/drawingml/2006/main">
              <a:ext uri="{FF2B5EF4-FFF2-40B4-BE49-F238E27FC236}">
                <a16:creationId xmlns:a16="http://schemas.microsoft.com/office/drawing/2014/main" id="{00BAA041-E862-49B4-A05D-09F79526D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00062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Track RSVPs</a:t>
            </a:r>
          </a:p>
        </p:txBody>
      </p:sp>
      <p:sp>
        <p:nvSpPr>
          <p:cNvPr id="7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2AB5189D-D8B3-4FB5-AA39-6117BFFF9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29590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checkbox">
            <a:extLst xmlns:a="http://schemas.openxmlformats.org/drawingml/2006/main">
              <a:ext uri="{FF2B5EF4-FFF2-40B4-BE49-F238E27FC236}">
                <a16:creationId xmlns:a16="http://schemas.microsoft.com/office/drawing/2014/main" id="{4BA65372-B674-4AAD-A492-25C6625D6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5495925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73" name="text-Finalize timeline">
            <a:extLst xmlns:a="http://schemas.openxmlformats.org/drawingml/2006/main">
              <a:ext uri="{FF2B5EF4-FFF2-40B4-BE49-F238E27FC236}">
                <a16:creationId xmlns:a16="http://schemas.microsoft.com/office/drawing/2014/main" id="{B8B35A7B-6FE5-40E0-A5C3-1AC70BF4A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4292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Finalize timeline</a:t>
            </a:r>
          </a:p>
        </p:txBody>
      </p:sp>
      <p:sp>
        <p:nvSpPr>
          <p:cNvPr id="7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85CA1C07-24BA-4BB2-8CA7-D7A7BB78E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7245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checkbox">
            <a:extLst xmlns:a="http://schemas.openxmlformats.org/drawingml/2006/main">
              <a:ext uri="{FF2B5EF4-FFF2-40B4-BE49-F238E27FC236}">
                <a16:creationId xmlns:a16="http://schemas.microsoft.com/office/drawing/2014/main" id="{A06C36A6-A76F-42C6-A4BD-66FE48636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5924550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76" name="text-Confirm vendors">
            <a:extLst xmlns:a="http://schemas.openxmlformats.org/drawingml/2006/main">
              <a:ext uri="{FF2B5EF4-FFF2-40B4-BE49-F238E27FC236}">
                <a16:creationId xmlns:a16="http://schemas.microsoft.com/office/drawing/2014/main" id="{F4633E53-7A90-49E2-9A96-6AFE43A1E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85787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Confirm vendors</a:t>
            </a:r>
          </a:p>
        </p:txBody>
      </p:sp>
      <p:sp>
        <p:nvSpPr>
          <p:cNvPr id="7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1D536768-C58C-46A3-89E2-41D692BD5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1531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checkbox">
            <a:extLst xmlns:a="http://schemas.openxmlformats.org/drawingml/2006/main">
              <a:ext uri="{FF2B5EF4-FFF2-40B4-BE49-F238E27FC236}">
                <a16:creationId xmlns:a16="http://schemas.microsoft.com/office/drawing/2014/main" id="{C3A38FFF-2B67-4E08-89F7-A2B06329F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6353175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79" name="text-Prepare payments">
            <a:extLst xmlns:a="http://schemas.openxmlformats.org/drawingml/2006/main">
              <a:ext uri="{FF2B5EF4-FFF2-40B4-BE49-F238E27FC236}">
                <a16:creationId xmlns:a16="http://schemas.microsoft.com/office/drawing/2014/main" id="{4D1A0343-F4C9-40B6-B560-6FB4D78B0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2865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Prepare payments</a:t>
            </a:r>
          </a:p>
        </p:txBody>
      </p:sp>
      <p:sp>
        <p:nvSpPr>
          <p:cNvPr id="8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3B2D48B1-C2D8-4C14-AEAD-7BE01632C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5817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checkbox">
            <a:extLst xmlns:a="http://schemas.openxmlformats.org/drawingml/2006/main">
              <a:ext uri="{FF2B5EF4-FFF2-40B4-BE49-F238E27FC236}">
                <a16:creationId xmlns:a16="http://schemas.microsoft.com/office/drawing/2014/main" id="{ED48F3A0-0668-4002-8CD9-CB02172FE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6781800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82" name="text-Pack essentials">
            <a:extLst xmlns:a="http://schemas.openxmlformats.org/drawingml/2006/main">
              <a:ext uri="{FF2B5EF4-FFF2-40B4-BE49-F238E27FC236}">
                <a16:creationId xmlns:a16="http://schemas.microsoft.com/office/drawing/2014/main" id="{21F889FC-07DE-4C3D-95BC-6FC24B374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71512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Pack essentials</a:t>
            </a:r>
          </a:p>
        </p:txBody>
      </p:sp>
      <p:sp>
        <p:nvSpPr>
          <p:cNvPr id="8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95B82A47-40DF-44B2-97EB-A66DB983A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701040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" name="checkbox">
            <a:extLst xmlns:a="http://schemas.openxmlformats.org/drawingml/2006/main">
              <a:ext uri="{FF2B5EF4-FFF2-40B4-BE49-F238E27FC236}">
                <a16:creationId xmlns:a16="http://schemas.microsoft.com/office/drawing/2014/main" id="{6ECC2A61-4470-421A-87C6-DF1EA7042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7210425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85" name="text-Enjoy the celebration">
            <a:extLst xmlns:a="http://schemas.openxmlformats.org/drawingml/2006/main">
              <a:ext uri="{FF2B5EF4-FFF2-40B4-BE49-F238E27FC236}">
                <a16:creationId xmlns:a16="http://schemas.microsoft.com/office/drawing/2014/main" id="{C362C192-A914-4098-8325-DF35F245B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71437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Enjoy the celebration</a:t>
            </a:r>
          </a:p>
        </p:txBody>
      </p:sp>
      <p:sp>
        <p:nvSpPr>
          <p:cNvPr id="8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2E7FC6E7-D7E3-4BFD-9988-388E00CE8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74390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265495135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C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0742aab708434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7562850" cy="10696575"/>
          </a:xfrm>
          <a:prstGeom xmlns:a="http://schemas.openxmlformats.org/drawingml/2006/main" prst="rect">
            <a:avLst/>
          </a:prstGeom>
        </p:spPr>
      </p:pic>
      <p:sp>
        <p:nvSpPr>
          <p:cNvPr id="2" name="soft-romantic-panel">
            <a:extLst xmlns:a="http://schemas.openxmlformats.org/drawingml/2006/main">
              <a:ext uri="{FF2B5EF4-FFF2-40B4-BE49-F238E27FC236}">
                <a16:creationId xmlns:a16="http://schemas.microsoft.com/office/drawing/2014/main" id="{02C23563-2E9C-46AB-BF26-A58F91208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"/>
            <a:ext cx="6000750" cy="9429750"/>
          </a:xfrm>
          <a:prstGeom xmlns:a="http://schemas.openxmlformats.org/drawingml/2006/main" prst="roundRect">
            <a:avLst>
              <a:gd name="adj" fmla="val 1270"/>
            </a:avLst>
          </a:prstGeom>
          <a:solidFill xmlns:a="http://schemas.openxmlformats.org/drawingml/2006/main">
            <a:srgbClr val="FCF7F3"/>
          </a:solidFill>
          <a:ln xmlns:a="http://schemas.openxmlformats.org/drawingml/2006/main" w="9525">
            <a:solidFill>
              <a:srgbClr val="C79B46"/>
            </a:solidFill>
            <a:prstDash val="solid"/>
          </a:ln>
        </p:spPr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4B356941-7AC7-44CC-8830-7EB6DA3DD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42950"/>
            <a:ext cx="5562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75" b="0" i="1">
                <a:solidFill>
                  <a:srgbClr val="52654E"/>
                </a:solidFill>
              </a:defRPr>
            </a:pPr>
            <a:r>
              <a:rPr sz="2475" b="0" i="1">
                <a:solidFill>
                  <a:srgbClr val="52654E"/>
                </a:solidFill>
              </a:rPr>
              <a:t>January Planner</a:t>
            </a:r>
          </a:p>
        </p:txBody>
      </p:sp>
      <p:sp>
        <p:nvSpPr>
          <p:cNvPr id="4" name="page-subtitle">
            <a:extLst xmlns:a="http://schemas.openxmlformats.org/drawingml/2006/main">
              <a:ext uri="{FF2B5EF4-FFF2-40B4-BE49-F238E27FC236}">
                <a16:creationId xmlns:a16="http://schemas.microsoft.com/office/drawing/2014/main" id="{ADD6A25C-3A03-405F-AE27-4F8A2BEA7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219200"/>
            <a:ext cx="461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C79B46"/>
                </a:solidFill>
              </a:defRPr>
            </a:pPr>
            <a:r>
              <a:rPr sz="975" b="0" i="0">
                <a:solidFill>
                  <a:srgbClr val="C79B46"/>
                </a:solidFill>
              </a:rPr>
              <a:t>JANUARY PLANNING PAGE</a:t>
            </a:r>
          </a:p>
        </p:txBody>
      </p:sp>
      <p:sp>
        <p:nvSpPr>
          <p:cNvPr id="5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DAEF2CD6-2B28-45A7-809C-10F26DEC1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581150"/>
            <a:ext cx="85725" cy="857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C79B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F2C2384-6747-4053-A3C6-2B75016CC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966787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C79B46"/>
                </a:solidFill>
              </a:defRPr>
            </a:pPr>
            <a:r>
              <a:rPr sz="750" b="0" i="0">
                <a:solidFill>
                  <a:srgbClr val="C79B46"/>
                </a:solidFill>
              </a:rPr>
              <a:t>040</a:t>
            </a:r>
          </a:p>
        </p:txBody>
      </p:sp>
      <p:sp>
        <p:nvSpPr>
          <p:cNvPr id="7" name="text-MONTHLY PRIORITIES">
            <a:extLst xmlns:a="http://schemas.openxmlformats.org/drawingml/2006/main">
              <a:ext uri="{FF2B5EF4-FFF2-40B4-BE49-F238E27FC236}">
                <a16:creationId xmlns:a16="http://schemas.microsoft.com/office/drawing/2014/main" id="{C0DF585B-283C-4870-9AE0-7FC7DFB10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B61"/>
                </a:solidFill>
              </a:defRPr>
            </a:pPr>
            <a:r>
              <a:rPr sz="1125" b="0" i="0">
                <a:solidFill>
                  <a:srgbClr val="667B61"/>
                </a:solidFill>
              </a:rPr>
              <a:t>MONTHLY PRIORITIES</a:t>
            </a:r>
          </a:p>
        </p:txBody>
      </p:sp>
      <p:sp>
        <p:nvSpPr>
          <p:cNvPr id="8" name="checkbox">
            <a:extLst xmlns:a="http://schemas.openxmlformats.org/drawingml/2006/main">
              <a:ext uri="{FF2B5EF4-FFF2-40B4-BE49-F238E27FC236}">
                <a16:creationId xmlns:a16="http://schemas.microsoft.com/office/drawing/2014/main" id="{C30253C1-9D99-4F0F-B0FC-D7CB24F4C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3837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19CA3685-FD7A-4DA3-8D1E-CC11D7E07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40982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heckbox">
            <a:extLst xmlns:a="http://schemas.openxmlformats.org/drawingml/2006/main">
              <a:ext uri="{FF2B5EF4-FFF2-40B4-BE49-F238E27FC236}">
                <a16:creationId xmlns:a16="http://schemas.microsoft.com/office/drawing/2014/main" id="{42CF00BB-89F4-4971-8691-7E931D022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60032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C7724311-6FDA-4C87-B5D9-9798F17C5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7717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checkbox">
            <a:extLst xmlns:a="http://schemas.openxmlformats.org/drawingml/2006/main">
              <a:ext uri="{FF2B5EF4-FFF2-40B4-BE49-F238E27FC236}">
                <a16:creationId xmlns:a16="http://schemas.microsoft.com/office/drawing/2014/main" id="{EE09EC94-C4B7-4131-890C-F964A3AF4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96227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F361FF26-F68B-4C44-A91B-A00BDF779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13372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checkbox">
            <a:extLst xmlns:a="http://schemas.openxmlformats.org/drawingml/2006/main">
              <a:ext uri="{FF2B5EF4-FFF2-40B4-BE49-F238E27FC236}">
                <a16:creationId xmlns:a16="http://schemas.microsoft.com/office/drawing/2014/main" id="{66028F40-7DEE-4021-BDEC-31FF5C05A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32422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B6D0F77D-7329-455E-A4F8-0760C2CE0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4956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checkbox">
            <a:extLst xmlns:a="http://schemas.openxmlformats.org/drawingml/2006/main">
              <a:ext uri="{FF2B5EF4-FFF2-40B4-BE49-F238E27FC236}">
                <a16:creationId xmlns:a16="http://schemas.microsoft.com/office/drawing/2014/main" id="{4D5A4EBF-7D50-449C-A6D5-B4E73CAAF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68617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97E1D0D4-DA5E-4C54-8D99-CE8DA3846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85762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checkbox">
            <a:extLst xmlns:a="http://schemas.openxmlformats.org/drawingml/2006/main">
              <a:ext uri="{FF2B5EF4-FFF2-40B4-BE49-F238E27FC236}">
                <a16:creationId xmlns:a16="http://schemas.microsoft.com/office/drawing/2014/main" id="{7F31D28A-0123-45AF-818A-00F124A9A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04812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C62773B8-464B-4EDE-ACA4-C1913ACCB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2195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ext-IMPORTANT DATES">
            <a:extLst xmlns:a="http://schemas.openxmlformats.org/drawingml/2006/main">
              <a:ext uri="{FF2B5EF4-FFF2-40B4-BE49-F238E27FC236}">
                <a16:creationId xmlns:a16="http://schemas.microsoft.com/office/drawing/2014/main" id="{1DEC02EE-0DA1-471C-A4E5-06379FD88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8097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B61"/>
                </a:solidFill>
              </a:defRPr>
            </a:pPr>
            <a:r>
              <a:rPr sz="1125" b="0" i="0">
                <a:solidFill>
                  <a:srgbClr val="667B61"/>
                </a:solidFill>
              </a:rPr>
              <a:t>IMPORTANT DATES</a:t>
            </a:r>
          </a:p>
        </p:txBody>
      </p:sp>
      <p:sp>
        <p:nvSpPr>
          <p:cNvPr id="2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8FA0BE2C-3863-49DB-8EAD-2B509EBD3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2383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20CC0593-3A6F-4A1D-B052-0363B9805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6003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E4D08962-9ECC-495D-9D28-DA0473998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9622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73318537-E477-46CF-AF12-B284AC4ED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3242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494BC913-9097-4993-BA24-77DFF8170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6861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43F98702-AC19-488A-BDD7-61DE756F1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0481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AEE28DDC-13AF-45CB-9546-87BC7FD2D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4100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text-TO DO">
            <a:extLst xmlns:a="http://schemas.openxmlformats.org/drawingml/2006/main">
              <a:ext uri="{FF2B5EF4-FFF2-40B4-BE49-F238E27FC236}">
                <a16:creationId xmlns:a16="http://schemas.microsoft.com/office/drawing/2014/main" id="{EB768943-DD44-4505-9A28-BF0B7C420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B61"/>
                </a:solidFill>
              </a:defRPr>
            </a:pPr>
            <a:r>
              <a:rPr sz="1125" b="0" i="0">
                <a:solidFill>
                  <a:srgbClr val="667B61"/>
                </a:solidFill>
              </a:rPr>
              <a:t>TO DO</a:t>
            </a:r>
          </a:p>
        </p:txBody>
      </p:sp>
      <p:sp>
        <p:nvSpPr>
          <p:cNvPr id="29" name="checkbox">
            <a:extLst xmlns:a="http://schemas.openxmlformats.org/drawingml/2006/main">
              <a:ext uri="{FF2B5EF4-FFF2-40B4-BE49-F238E27FC236}">
                <a16:creationId xmlns:a16="http://schemas.microsoft.com/office/drawing/2014/main" id="{F9148A30-9097-48A4-9F24-4E85F16DA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38162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3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5AF16BFE-CF5E-49F9-988B-B163FA604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5530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checkbox">
            <a:extLst xmlns:a="http://schemas.openxmlformats.org/drawingml/2006/main">
              <a:ext uri="{FF2B5EF4-FFF2-40B4-BE49-F238E27FC236}">
                <a16:creationId xmlns:a16="http://schemas.microsoft.com/office/drawing/2014/main" id="{C3DEA1F9-27E2-4654-B80C-707A809A6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74357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3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2C9F7190-FF8A-4DA7-A643-14A4D449C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91502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checkbox">
            <a:extLst xmlns:a="http://schemas.openxmlformats.org/drawingml/2006/main">
              <a:ext uri="{FF2B5EF4-FFF2-40B4-BE49-F238E27FC236}">
                <a16:creationId xmlns:a16="http://schemas.microsoft.com/office/drawing/2014/main" id="{66CECC16-1D45-4E16-9EE1-3A6E932A0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10552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3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E2131CCD-D622-420C-9AA4-5C4AE6CE0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62769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checkbox">
            <a:extLst xmlns:a="http://schemas.openxmlformats.org/drawingml/2006/main">
              <a:ext uri="{FF2B5EF4-FFF2-40B4-BE49-F238E27FC236}">
                <a16:creationId xmlns:a16="http://schemas.microsoft.com/office/drawing/2014/main" id="{934AA21A-F29A-4162-B3A1-4483C86E3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46747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3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A3B7A5A5-177A-4406-A10D-0A1B303FA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663892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checkbox">
            <a:extLst xmlns:a="http://schemas.openxmlformats.org/drawingml/2006/main">
              <a:ext uri="{FF2B5EF4-FFF2-40B4-BE49-F238E27FC236}">
                <a16:creationId xmlns:a16="http://schemas.microsoft.com/office/drawing/2014/main" id="{01181DCF-F71A-489B-A04E-D78C1653F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82942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38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87F9AA8B-8F27-4BD6-A52B-D212F772F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70008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checkbox">
            <a:extLst xmlns:a="http://schemas.openxmlformats.org/drawingml/2006/main">
              <a:ext uri="{FF2B5EF4-FFF2-40B4-BE49-F238E27FC236}">
                <a16:creationId xmlns:a16="http://schemas.microsoft.com/office/drawing/2014/main" id="{EB4D629D-92B0-4EF9-9462-9CF82B3E2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19137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4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9B356E5D-75E2-4615-8363-AFD0D33EE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736282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checkbox">
            <a:extLst xmlns:a="http://schemas.openxmlformats.org/drawingml/2006/main">
              <a:ext uri="{FF2B5EF4-FFF2-40B4-BE49-F238E27FC236}">
                <a16:creationId xmlns:a16="http://schemas.microsoft.com/office/drawing/2014/main" id="{C21FD805-BDD3-41C7-B93A-16EF25956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55332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4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B7A96A5D-ED1C-4374-A5B2-D26B4670C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77247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checkbox">
            <a:extLst xmlns:a="http://schemas.openxmlformats.org/drawingml/2006/main">
              <a:ext uri="{FF2B5EF4-FFF2-40B4-BE49-F238E27FC236}">
                <a16:creationId xmlns:a16="http://schemas.microsoft.com/office/drawing/2014/main" id="{A8F9C9BA-08E6-4FDF-B5EC-2B9A5DBC8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91527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4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A55389CF-BECD-4966-9A13-B4BE5AA83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808672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checkbox">
            <a:extLst xmlns:a="http://schemas.openxmlformats.org/drawingml/2006/main">
              <a:ext uri="{FF2B5EF4-FFF2-40B4-BE49-F238E27FC236}">
                <a16:creationId xmlns:a16="http://schemas.microsoft.com/office/drawing/2014/main" id="{449F1E01-9BA5-4E85-9E26-AAE99E557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27722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4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2DC1F1A3-6749-4E85-8A4B-56D23D927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84486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checkbox">
            <a:extLst xmlns:a="http://schemas.openxmlformats.org/drawingml/2006/main">
              <a:ext uri="{FF2B5EF4-FFF2-40B4-BE49-F238E27FC236}">
                <a16:creationId xmlns:a16="http://schemas.microsoft.com/office/drawing/2014/main" id="{668092E0-138E-4F1C-A981-A94ADF4AE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63917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48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E29DC5D0-900C-492C-A91A-616BA8A33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881062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text-NOTES">
            <a:extLst xmlns:a="http://schemas.openxmlformats.org/drawingml/2006/main">
              <a:ext uri="{FF2B5EF4-FFF2-40B4-BE49-F238E27FC236}">
                <a16:creationId xmlns:a16="http://schemas.microsoft.com/office/drawing/2014/main" id="{4C648800-FF65-46C3-829F-F26E6D1EE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9530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B61"/>
                </a:solidFill>
              </a:defRPr>
            </a:pPr>
            <a:r>
              <a:rPr sz="1125" b="0" i="0">
                <a:solidFill>
                  <a:srgbClr val="667B61"/>
                </a:solidFill>
              </a:rPr>
              <a:t>NOTES</a:t>
            </a:r>
          </a:p>
        </p:txBody>
      </p:sp>
      <p:sp>
        <p:nvSpPr>
          <p:cNvPr id="5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23E102B3-867A-4794-8224-198910737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3816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A668EBEC-718B-4E6B-B4F8-22E4D06A5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7435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5B280675-746B-49CB-B00B-5E4887775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61055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25B0C1A5-2678-4888-B37C-D1ED64064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64674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56463BF9-4C4A-406D-BE99-99E79D573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68294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CA4CD997-50DD-4006-94A2-D8C3FF509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71913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8004EF01-9672-4D79-B641-95ED24873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75533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22F3CCE4-1CDE-44B0-97F3-784E7EB34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79152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04694A30-3DD4-4143-84D6-C704F8C23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82772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D0335E14-2196-443E-88A8-7CF477022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86391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7BAB5557-4876-4227-A862-E0DD5FABE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90011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46736121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C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eb8178662e433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7562850" cy="10696575"/>
          </a:xfrm>
          <a:prstGeom xmlns:a="http://schemas.openxmlformats.org/drawingml/2006/main" prst="rect">
            <a:avLst/>
          </a:prstGeom>
        </p:spPr>
      </p:pic>
      <p:sp>
        <p:nvSpPr>
          <p:cNvPr id="2" name="soft-romantic-panel">
            <a:extLst xmlns:a="http://schemas.openxmlformats.org/drawingml/2006/main">
              <a:ext uri="{FF2B5EF4-FFF2-40B4-BE49-F238E27FC236}">
                <a16:creationId xmlns:a16="http://schemas.microsoft.com/office/drawing/2014/main" id="{A6905F40-551C-4279-A490-F5DD239ED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"/>
            <a:ext cx="6000750" cy="9429750"/>
          </a:xfrm>
          <a:prstGeom xmlns:a="http://schemas.openxmlformats.org/drawingml/2006/main" prst="roundRect">
            <a:avLst>
              <a:gd name="adj" fmla="val 1270"/>
            </a:avLst>
          </a:prstGeom>
          <a:solidFill xmlns:a="http://schemas.openxmlformats.org/drawingml/2006/main">
            <a:srgbClr val="FCF7F3"/>
          </a:solidFill>
          <a:ln xmlns:a="http://schemas.openxmlformats.org/drawingml/2006/main" w="9525">
            <a:solidFill>
              <a:srgbClr val="C79B46"/>
            </a:solidFill>
            <a:prstDash val="solid"/>
          </a:ln>
        </p:spPr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DC804089-56F4-47E7-A358-4A953AF0C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42950"/>
            <a:ext cx="5562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75" b="0" i="1">
                <a:solidFill>
                  <a:srgbClr val="52654E"/>
                </a:solidFill>
              </a:defRPr>
            </a:pPr>
            <a:r>
              <a:rPr sz="2475" b="0" i="1">
                <a:solidFill>
                  <a:srgbClr val="52654E"/>
                </a:solidFill>
              </a:rPr>
              <a:t>February Planner</a:t>
            </a:r>
          </a:p>
        </p:txBody>
      </p:sp>
      <p:sp>
        <p:nvSpPr>
          <p:cNvPr id="4" name="page-subtitle">
            <a:extLst xmlns:a="http://schemas.openxmlformats.org/drawingml/2006/main">
              <a:ext uri="{FF2B5EF4-FFF2-40B4-BE49-F238E27FC236}">
                <a16:creationId xmlns:a16="http://schemas.microsoft.com/office/drawing/2014/main" id="{77AF261A-ADF4-4F12-9C57-021376931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219200"/>
            <a:ext cx="461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C79B46"/>
                </a:solidFill>
              </a:defRPr>
            </a:pPr>
            <a:r>
              <a:rPr sz="975" b="0" i="0">
                <a:solidFill>
                  <a:srgbClr val="C79B46"/>
                </a:solidFill>
              </a:rPr>
              <a:t>FEBRUARY PLANNING PAGE</a:t>
            </a:r>
          </a:p>
        </p:txBody>
      </p:sp>
      <p:sp>
        <p:nvSpPr>
          <p:cNvPr id="5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D3D08277-F5ED-440E-AB11-FD32473C6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581150"/>
            <a:ext cx="85725" cy="857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C79B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AC4E366E-EE78-4585-9206-B266370F8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966787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C79B46"/>
                </a:solidFill>
              </a:defRPr>
            </a:pPr>
            <a:r>
              <a:rPr sz="750" b="0" i="0">
                <a:solidFill>
                  <a:srgbClr val="C79B46"/>
                </a:solidFill>
              </a:rPr>
              <a:t>041</a:t>
            </a:r>
          </a:p>
        </p:txBody>
      </p:sp>
      <p:sp>
        <p:nvSpPr>
          <p:cNvPr id="7" name="text-MONTHLY PRIORITIES">
            <a:extLst xmlns:a="http://schemas.openxmlformats.org/drawingml/2006/main">
              <a:ext uri="{FF2B5EF4-FFF2-40B4-BE49-F238E27FC236}">
                <a16:creationId xmlns:a16="http://schemas.microsoft.com/office/drawing/2014/main" id="{11FBE189-067E-43F5-98A7-8EDCCFE31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B61"/>
                </a:solidFill>
              </a:defRPr>
            </a:pPr>
            <a:r>
              <a:rPr sz="1125" b="0" i="0">
                <a:solidFill>
                  <a:srgbClr val="667B61"/>
                </a:solidFill>
              </a:rPr>
              <a:t>MONTHLY PRIORITIES</a:t>
            </a:r>
          </a:p>
        </p:txBody>
      </p:sp>
      <p:sp>
        <p:nvSpPr>
          <p:cNvPr id="8" name="checkbox">
            <a:extLst xmlns:a="http://schemas.openxmlformats.org/drawingml/2006/main">
              <a:ext uri="{FF2B5EF4-FFF2-40B4-BE49-F238E27FC236}">
                <a16:creationId xmlns:a16="http://schemas.microsoft.com/office/drawing/2014/main" id="{809B5BED-F991-4DDE-B979-EE1B66D9A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3837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611E2792-311F-4D2E-BB9D-49FAD8157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40982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heckbox">
            <a:extLst xmlns:a="http://schemas.openxmlformats.org/drawingml/2006/main">
              <a:ext uri="{FF2B5EF4-FFF2-40B4-BE49-F238E27FC236}">
                <a16:creationId xmlns:a16="http://schemas.microsoft.com/office/drawing/2014/main" id="{9ADBF264-9327-4666-8DE8-20E74E3B2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60032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799374B2-F2BE-4A82-B7BC-4B572A5B7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7717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checkbox">
            <a:extLst xmlns:a="http://schemas.openxmlformats.org/drawingml/2006/main">
              <a:ext uri="{FF2B5EF4-FFF2-40B4-BE49-F238E27FC236}">
                <a16:creationId xmlns:a16="http://schemas.microsoft.com/office/drawing/2014/main" id="{583FE734-62B6-4334-B3DA-DE88E3241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96227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C7B9252C-ACD3-44B3-AA5E-53D43256F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13372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checkbox">
            <a:extLst xmlns:a="http://schemas.openxmlformats.org/drawingml/2006/main">
              <a:ext uri="{FF2B5EF4-FFF2-40B4-BE49-F238E27FC236}">
                <a16:creationId xmlns:a16="http://schemas.microsoft.com/office/drawing/2014/main" id="{744FF3A0-CDC0-4876-9591-39DDB7D57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32422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E38C4BC6-DC04-47F5-B027-BC34FC433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4956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checkbox">
            <a:extLst xmlns:a="http://schemas.openxmlformats.org/drawingml/2006/main">
              <a:ext uri="{FF2B5EF4-FFF2-40B4-BE49-F238E27FC236}">
                <a16:creationId xmlns:a16="http://schemas.microsoft.com/office/drawing/2014/main" id="{F7F63F28-A010-45EE-B0F5-557B7DA2E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68617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02FB4B53-39B5-4670-B66B-FAAA81D85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85762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checkbox">
            <a:extLst xmlns:a="http://schemas.openxmlformats.org/drawingml/2006/main">
              <a:ext uri="{FF2B5EF4-FFF2-40B4-BE49-F238E27FC236}">
                <a16:creationId xmlns:a16="http://schemas.microsoft.com/office/drawing/2014/main" id="{ADA68D03-8370-410B-A8DC-AB721F181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04812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C47AD625-BBFC-422F-A885-722F20BDC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2195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ext-IMPORTANT DATES">
            <a:extLst xmlns:a="http://schemas.openxmlformats.org/drawingml/2006/main">
              <a:ext uri="{FF2B5EF4-FFF2-40B4-BE49-F238E27FC236}">
                <a16:creationId xmlns:a16="http://schemas.microsoft.com/office/drawing/2014/main" id="{5D0B15C6-E5B0-4B11-8CCE-B62742083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8097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B61"/>
                </a:solidFill>
              </a:defRPr>
            </a:pPr>
            <a:r>
              <a:rPr sz="1125" b="0" i="0">
                <a:solidFill>
                  <a:srgbClr val="667B61"/>
                </a:solidFill>
              </a:rPr>
              <a:t>IMPORTANT DATES</a:t>
            </a:r>
          </a:p>
        </p:txBody>
      </p:sp>
      <p:sp>
        <p:nvSpPr>
          <p:cNvPr id="2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552887AB-BD58-4A12-8B71-95AE43BAD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2383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3B63725E-8439-4C05-9399-F5D202C54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6003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31C498BF-947E-4C7C-9BC8-46BD2517E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9622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C32123CD-F850-4405-A532-3426B9EA2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3242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845132F6-2453-434A-8E4D-9E476E194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6861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1F2FF0BA-30AD-4E25-8E7B-E6BD989E6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0481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438B325D-3035-42AC-9539-81BDA82B2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4100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text-TO DO">
            <a:extLst xmlns:a="http://schemas.openxmlformats.org/drawingml/2006/main">
              <a:ext uri="{FF2B5EF4-FFF2-40B4-BE49-F238E27FC236}">
                <a16:creationId xmlns:a16="http://schemas.microsoft.com/office/drawing/2014/main" id="{2AC078F4-A70C-46C3-905E-36A274A1F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B61"/>
                </a:solidFill>
              </a:defRPr>
            </a:pPr>
            <a:r>
              <a:rPr sz="1125" b="0" i="0">
                <a:solidFill>
                  <a:srgbClr val="667B61"/>
                </a:solidFill>
              </a:rPr>
              <a:t>TO DO</a:t>
            </a:r>
          </a:p>
        </p:txBody>
      </p:sp>
      <p:sp>
        <p:nvSpPr>
          <p:cNvPr id="29" name="checkbox">
            <a:extLst xmlns:a="http://schemas.openxmlformats.org/drawingml/2006/main">
              <a:ext uri="{FF2B5EF4-FFF2-40B4-BE49-F238E27FC236}">
                <a16:creationId xmlns:a16="http://schemas.microsoft.com/office/drawing/2014/main" id="{41ED5ABB-624C-41F7-A045-B8A302864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38162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3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23A3DF39-3D31-46F3-BD45-F8E2AF635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5530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checkbox">
            <a:extLst xmlns:a="http://schemas.openxmlformats.org/drawingml/2006/main">
              <a:ext uri="{FF2B5EF4-FFF2-40B4-BE49-F238E27FC236}">
                <a16:creationId xmlns:a16="http://schemas.microsoft.com/office/drawing/2014/main" id="{1EF7263B-5A6D-4EB9-A28C-02377C6A7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74357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3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3AD3DB2E-8C7E-4DB8-BA5C-0ED2C24BF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91502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checkbox">
            <a:extLst xmlns:a="http://schemas.openxmlformats.org/drawingml/2006/main">
              <a:ext uri="{FF2B5EF4-FFF2-40B4-BE49-F238E27FC236}">
                <a16:creationId xmlns:a16="http://schemas.microsoft.com/office/drawing/2014/main" id="{296EEAD7-74B2-4A26-B0E6-C10326699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10552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3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7EA47C1F-8D8E-415D-B8FB-A77A02F44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62769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checkbox">
            <a:extLst xmlns:a="http://schemas.openxmlformats.org/drawingml/2006/main">
              <a:ext uri="{FF2B5EF4-FFF2-40B4-BE49-F238E27FC236}">
                <a16:creationId xmlns:a16="http://schemas.microsoft.com/office/drawing/2014/main" id="{BDE9DBCC-2677-48AC-A958-F7655F909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46747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3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92E6749F-B08B-4F71-A998-92FEF5546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663892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checkbox">
            <a:extLst xmlns:a="http://schemas.openxmlformats.org/drawingml/2006/main">
              <a:ext uri="{FF2B5EF4-FFF2-40B4-BE49-F238E27FC236}">
                <a16:creationId xmlns:a16="http://schemas.microsoft.com/office/drawing/2014/main" id="{853AFFA4-5A78-40F3-8473-F1C2B63D5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82942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38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23159053-ACCC-460F-869E-FFF45F9BD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70008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checkbox">
            <a:extLst xmlns:a="http://schemas.openxmlformats.org/drawingml/2006/main">
              <a:ext uri="{FF2B5EF4-FFF2-40B4-BE49-F238E27FC236}">
                <a16:creationId xmlns:a16="http://schemas.microsoft.com/office/drawing/2014/main" id="{F0373B55-27D0-4FD6-B3B3-D61EA3FB2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19137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4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BCC815AE-98D5-44A8-B534-AA8CC33A1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736282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checkbox">
            <a:extLst xmlns:a="http://schemas.openxmlformats.org/drawingml/2006/main">
              <a:ext uri="{FF2B5EF4-FFF2-40B4-BE49-F238E27FC236}">
                <a16:creationId xmlns:a16="http://schemas.microsoft.com/office/drawing/2014/main" id="{0E7816DB-E230-443B-A060-8A2E54C36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55332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4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B43B48BE-A8CF-4DB2-9FAC-E55E86097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77247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checkbox">
            <a:extLst xmlns:a="http://schemas.openxmlformats.org/drawingml/2006/main">
              <a:ext uri="{FF2B5EF4-FFF2-40B4-BE49-F238E27FC236}">
                <a16:creationId xmlns:a16="http://schemas.microsoft.com/office/drawing/2014/main" id="{5FA2F43D-7C75-47AD-B828-5B75B4D99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91527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4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08DEE895-193E-4414-9795-80AB0E99F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808672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checkbox">
            <a:extLst xmlns:a="http://schemas.openxmlformats.org/drawingml/2006/main">
              <a:ext uri="{FF2B5EF4-FFF2-40B4-BE49-F238E27FC236}">
                <a16:creationId xmlns:a16="http://schemas.microsoft.com/office/drawing/2014/main" id="{7FC3E50E-6EE5-4A32-9E19-B4ABB2840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27722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4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84D8EE12-79EB-433D-BD53-0887EDFA2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84486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checkbox">
            <a:extLst xmlns:a="http://schemas.openxmlformats.org/drawingml/2006/main">
              <a:ext uri="{FF2B5EF4-FFF2-40B4-BE49-F238E27FC236}">
                <a16:creationId xmlns:a16="http://schemas.microsoft.com/office/drawing/2014/main" id="{6FCBCA31-E9DD-4AFA-BB65-EAD421780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63917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48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F457237B-2BF0-4620-A3A8-7F28326A0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881062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text-NOTES">
            <a:extLst xmlns:a="http://schemas.openxmlformats.org/drawingml/2006/main">
              <a:ext uri="{FF2B5EF4-FFF2-40B4-BE49-F238E27FC236}">
                <a16:creationId xmlns:a16="http://schemas.microsoft.com/office/drawing/2014/main" id="{C412728A-12CB-4CE0-A4A7-AB8D5491F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9530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B61"/>
                </a:solidFill>
              </a:defRPr>
            </a:pPr>
            <a:r>
              <a:rPr sz="1125" b="0" i="0">
                <a:solidFill>
                  <a:srgbClr val="667B61"/>
                </a:solidFill>
              </a:rPr>
              <a:t>NOTES</a:t>
            </a:r>
          </a:p>
        </p:txBody>
      </p:sp>
      <p:sp>
        <p:nvSpPr>
          <p:cNvPr id="5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A753F266-DB0F-45B5-AC49-CA44CCAC8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3816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703E9BB2-7C69-421A-98C8-3863EBD82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7435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698EBDFA-8FB7-4BA9-A5B7-9C431DCBF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61055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4DA36577-CC7C-4F3A-A14A-C76BB7DF1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64674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AFF0F697-1C9A-4393-A3DE-4B1CC2BEB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68294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AB999D56-EAFC-4549-81C2-5BB38D6D2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71913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D445E8C6-F46F-43CB-AB5C-2227DF389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75533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2219D7E8-909F-442C-ABCC-39383FBA1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79152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E8F3CA37-B3C8-4CBA-9A48-B0FD7EC56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82772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1852355A-FDB2-4FFF-B406-AB5B7529D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86391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DF84BF80-EE3A-4A15-8848-4A0F82C4D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90011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491885213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C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203b49451648a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7562850" cy="10696575"/>
          </a:xfrm>
          <a:prstGeom xmlns:a="http://schemas.openxmlformats.org/drawingml/2006/main" prst="rect">
            <a:avLst/>
          </a:prstGeom>
        </p:spPr>
      </p:pic>
      <p:sp>
        <p:nvSpPr>
          <p:cNvPr id="2" name="soft-romantic-panel">
            <a:extLst xmlns:a="http://schemas.openxmlformats.org/drawingml/2006/main">
              <a:ext uri="{FF2B5EF4-FFF2-40B4-BE49-F238E27FC236}">
                <a16:creationId xmlns:a16="http://schemas.microsoft.com/office/drawing/2014/main" id="{1A780288-06C1-4C53-A9C2-054454F18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"/>
            <a:ext cx="6000750" cy="9429750"/>
          </a:xfrm>
          <a:prstGeom xmlns:a="http://schemas.openxmlformats.org/drawingml/2006/main" prst="roundRect">
            <a:avLst>
              <a:gd name="adj" fmla="val 1270"/>
            </a:avLst>
          </a:prstGeom>
          <a:solidFill xmlns:a="http://schemas.openxmlformats.org/drawingml/2006/main">
            <a:srgbClr val="FCF7F3"/>
          </a:solidFill>
          <a:ln xmlns:a="http://schemas.openxmlformats.org/drawingml/2006/main" w="9525">
            <a:solidFill>
              <a:srgbClr val="C79B46"/>
            </a:solidFill>
            <a:prstDash val="solid"/>
          </a:ln>
        </p:spPr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721CD75C-8A2A-4372-B52F-B218DEE6C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42950"/>
            <a:ext cx="5562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75" b="0" i="1">
                <a:solidFill>
                  <a:srgbClr val="52654E"/>
                </a:solidFill>
              </a:defRPr>
            </a:pPr>
            <a:r>
              <a:rPr sz="2475" b="0" i="1">
                <a:solidFill>
                  <a:srgbClr val="52654E"/>
                </a:solidFill>
              </a:rPr>
              <a:t>March Planner</a:t>
            </a:r>
          </a:p>
        </p:txBody>
      </p:sp>
      <p:sp>
        <p:nvSpPr>
          <p:cNvPr id="4" name="page-subtitle">
            <a:extLst xmlns:a="http://schemas.openxmlformats.org/drawingml/2006/main">
              <a:ext uri="{FF2B5EF4-FFF2-40B4-BE49-F238E27FC236}">
                <a16:creationId xmlns:a16="http://schemas.microsoft.com/office/drawing/2014/main" id="{38452030-A524-4671-B6CD-043939DAD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219200"/>
            <a:ext cx="461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C79B46"/>
                </a:solidFill>
              </a:defRPr>
            </a:pPr>
            <a:r>
              <a:rPr sz="975" b="0" i="0">
                <a:solidFill>
                  <a:srgbClr val="C79B46"/>
                </a:solidFill>
              </a:rPr>
              <a:t>MARCH PLANNING PAGE</a:t>
            </a:r>
          </a:p>
        </p:txBody>
      </p:sp>
      <p:sp>
        <p:nvSpPr>
          <p:cNvPr id="5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E97CE6A3-A9BF-4FAA-B292-615EE5699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581150"/>
            <a:ext cx="85725" cy="857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C79B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58D339D4-60D2-4705-BE66-A4242B703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966787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C79B46"/>
                </a:solidFill>
              </a:defRPr>
            </a:pPr>
            <a:r>
              <a:rPr sz="750" b="0" i="0">
                <a:solidFill>
                  <a:srgbClr val="C79B46"/>
                </a:solidFill>
              </a:rPr>
              <a:t>042</a:t>
            </a:r>
          </a:p>
        </p:txBody>
      </p:sp>
      <p:sp>
        <p:nvSpPr>
          <p:cNvPr id="7" name="text-MONTHLY PRIORITIES">
            <a:extLst xmlns:a="http://schemas.openxmlformats.org/drawingml/2006/main">
              <a:ext uri="{FF2B5EF4-FFF2-40B4-BE49-F238E27FC236}">
                <a16:creationId xmlns:a16="http://schemas.microsoft.com/office/drawing/2014/main" id="{207E32CE-97E6-4084-B2B2-0B2E4981B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B61"/>
                </a:solidFill>
              </a:defRPr>
            </a:pPr>
            <a:r>
              <a:rPr sz="1125" b="0" i="0">
                <a:solidFill>
                  <a:srgbClr val="667B61"/>
                </a:solidFill>
              </a:rPr>
              <a:t>MONTHLY PRIORITIES</a:t>
            </a:r>
          </a:p>
        </p:txBody>
      </p:sp>
      <p:sp>
        <p:nvSpPr>
          <p:cNvPr id="8" name="checkbox">
            <a:extLst xmlns:a="http://schemas.openxmlformats.org/drawingml/2006/main">
              <a:ext uri="{FF2B5EF4-FFF2-40B4-BE49-F238E27FC236}">
                <a16:creationId xmlns:a16="http://schemas.microsoft.com/office/drawing/2014/main" id="{FFF108AE-91A0-4197-AD49-5B1E239E9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3837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F72EF028-73B7-49B0-9285-08DBAE96C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40982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heckbox">
            <a:extLst xmlns:a="http://schemas.openxmlformats.org/drawingml/2006/main">
              <a:ext uri="{FF2B5EF4-FFF2-40B4-BE49-F238E27FC236}">
                <a16:creationId xmlns:a16="http://schemas.microsoft.com/office/drawing/2014/main" id="{26AC1FB0-B33E-481F-90BC-077F91FE1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60032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3582DE73-163A-4650-9F30-A4FA3F3B1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7717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checkbox">
            <a:extLst xmlns:a="http://schemas.openxmlformats.org/drawingml/2006/main">
              <a:ext uri="{FF2B5EF4-FFF2-40B4-BE49-F238E27FC236}">
                <a16:creationId xmlns:a16="http://schemas.microsoft.com/office/drawing/2014/main" id="{FFF753A3-8C97-4DEC-9901-27CDE360A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96227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C60C9849-1FBF-43B7-B30A-E31ABE8F3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13372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checkbox">
            <a:extLst xmlns:a="http://schemas.openxmlformats.org/drawingml/2006/main">
              <a:ext uri="{FF2B5EF4-FFF2-40B4-BE49-F238E27FC236}">
                <a16:creationId xmlns:a16="http://schemas.microsoft.com/office/drawing/2014/main" id="{72A01634-BDFB-47C5-BCA8-01BBDC400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32422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F7120F4F-FC94-4229-A21D-A9EA41A6F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4956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checkbox">
            <a:extLst xmlns:a="http://schemas.openxmlformats.org/drawingml/2006/main">
              <a:ext uri="{FF2B5EF4-FFF2-40B4-BE49-F238E27FC236}">
                <a16:creationId xmlns:a16="http://schemas.microsoft.com/office/drawing/2014/main" id="{E7F0345A-3330-4CFD-876B-1DEA733CB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68617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F00E1649-7177-4802-9820-9CD5CFA4D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85762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checkbox">
            <a:extLst xmlns:a="http://schemas.openxmlformats.org/drawingml/2006/main">
              <a:ext uri="{FF2B5EF4-FFF2-40B4-BE49-F238E27FC236}">
                <a16:creationId xmlns:a16="http://schemas.microsoft.com/office/drawing/2014/main" id="{19050721-D6D1-4AFA-9AB6-BD4750705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04812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C428DD28-90CD-4047-AE99-CCAD0507A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2195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ext-IMPORTANT DATES">
            <a:extLst xmlns:a="http://schemas.openxmlformats.org/drawingml/2006/main">
              <a:ext uri="{FF2B5EF4-FFF2-40B4-BE49-F238E27FC236}">
                <a16:creationId xmlns:a16="http://schemas.microsoft.com/office/drawing/2014/main" id="{9D5A4293-BBAE-47D1-9E6C-F28EFC6DC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8097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B61"/>
                </a:solidFill>
              </a:defRPr>
            </a:pPr>
            <a:r>
              <a:rPr sz="1125" b="0" i="0">
                <a:solidFill>
                  <a:srgbClr val="667B61"/>
                </a:solidFill>
              </a:rPr>
              <a:t>IMPORTANT DATES</a:t>
            </a:r>
          </a:p>
        </p:txBody>
      </p:sp>
      <p:sp>
        <p:nvSpPr>
          <p:cNvPr id="2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9CA82B63-E0B9-4875-88C6-4F3F5F25B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2383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FDBBA96D-99A2-4659-8166-C21875251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6003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BCEE5E2C-68C1-47A3-B7E8-3426258C0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9622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0D80C160-1D8D-4145-96A1-E9BE58764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3242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D8A575C6-47D7-4B4C-AA64-EF053939F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6861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19DA54B2-8890-41B6-8A77-78291DF99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0481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3C045153-E75E-4AB9-929A-A416B1FFA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4100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text-TO DO">
            <a:extLst xmlns:a="http://schemas.openxmlformats.org/drawingml/2006/main">
              <a:ext uri="{FF2B5EF4-FFF2-40B4-BE49-F238E27FC236}">
                <a16:creationId xmlns:a16="http://schemas.microsoft.com/office/drawing/2014/main" id="{441D55C2-B7CD-4CDA-A5B8-C48E56D48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B61"/>
                </a:solidFill>
              </a:defRPr>
            </a:pPr>
            <a:r>
              <a:rPr sz="1125" b="0" i="0">
                <a:solidFill>
                  <a:srgbClr val="667B61"/>
                </a:solidFill>
              </a:rPr>
              <a:t>TO DO</a:t>
            </a:r>
          </a:p>
        </p:txBody>
      </p:sp>
      <p:sp>
        <p:nvSpPr>
          <p:cNvPr id="29" name="checkbox">
            <a:extLst xmlns:a="http://schemas.openxmlformats.org/drawingml/2006/main">
              <a:ext uri="{FF2B5EF4-FFF2-40B4-BE49-F238E27FC236}">
                <a16:creationId xmlns:a16="http://schemas.microsoft.com/office/drawing/2014/main" id="{25F0D6DD-BE6B-4D59-9428-FB3447B34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38162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3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0A13229D-2D06-4B8A-9B98-8FA80BCBC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5530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checkbox">
            <a:extLst xmlns:a="http://schemas.openxmlformats.org/drawingml/2006/main">
              <a:ext uri="{FF2B5EF4-FFF2-40B4-BE49-F238E27FC236}">
                <a16:creationId xmlns:a16="http://schemas.microsoft.com/office/drawing/2014/main" id="{69F2FBD9-7DED-4A77-B3C6-77BDCB25B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74357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3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E7228D32-F5EF-4269-92E4-EBE259CF0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91502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checkbox">
            <a:extLst xmlns:a="http://schemas.openxmlformats.org/drawingml/2006/main">
              <a:ext uri="{FF2B5EF4-FFF2-40B4-BE49-F238E27FC236}">
                <a16:creationId xmlns:a16="http://schemas.microsoft.com/office/drawing/2014/main" id="{4AE938A1-D037-4D58-BAF2-A7B48E847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10552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3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43831759-97F2-4DB2-942B-1E035F5DB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62769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checkbox">
            <a:extLst xmlns:a="http://schemas.openxmlformats.org/drawingml/2006/main">
              <a:ext uri="{FF2B5EF4-FFF2-40B4-BE49-F238E27FC236}">
                <a16:creationId xmlns:a16="http://schemas.microsoft.com/office/drawing/2014/main" id="{DBA3BFE9-065F-41E1-A9DF-F8D3CBF0A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46747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3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1D5E519E-1B1E-4D51-B43F-302181462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663892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checkbox">
            <a:extLst xmlns:a="http://schemas.openxmlformats.org/drawingml/2006/main">
              <a:ext uri="{FF2B5EF4-FFF2-40B4-BE49-F238E27FC236}">
                <a16:creationId xmlns:a16="http://schemas.microsoft.com/office/drawing/2014/main" id="{44E69515-1335-4D60-8607-0307E4BE1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82942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38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18808CEA-FC12-472B-B2B8-209406049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70008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checkbox">
            <a:extLst xmlns:a="http://schemas.openxmlformats.org/drawingml/2006/main">
              <a:ext uri="{FF2B5EF4-FFF2-40B4-BE49-F238E27FC236}">
                <a16:creationId xmlns:a16="http://schemas.microsoft.com/office/drawing/2014/main" id="{82758AF0-CD9A-4F4B-8538-9C11CD4D3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19137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4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AE8E667E-2BC6-4940-B00C-2A1F930F1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736282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checkbox">
            <a:extLst xmlns:a="http://schemas.openxmlformats.org/drawingml/2006/main">
              <a:ext uri="{FF2B5EF4-FFF2-40B4-BE49-F238E27FC236}">
                <a16:creationId xmlns:a16="http://schemas.microsoft.com/office/drawing/2014/main" id="{6ED28BFB-C9BB-4F1A-842F-97EBE60DA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55332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4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C8D70767-1E12-47FC-908E-4C8A53A94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77247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checkbox">
            <a:extLst xmlns:a="http://schemas.openxmlformats.org/drawingml/2006/main">
              <a:ext uri="{FF2B5EF4-FFF2-40B4-BE49-F238E27FC236}">
                <a16:creationId xmlns:a16="http://schemas.microsoft.com/office/drawing/2014/main" id="{448F9A36-06C8-4E8B-B27F-45D03EDA1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91527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4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90B375A0-A373-4134-8611-0589E8259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808672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checkbox">
            <a:extLst xmlns:a="http://schemas.openxmlformats.org/drawingml/2006/main">
              <a:ext uri="{FF2B5EF4-FFF2-40B4-BE49-F238E27FC236}">
                <a16:creationId xmlns:a16="http://schemas.microsoft.com/office/drawing/2014/main" id="{51F318BD-3D5F-46D0-BC34-43E847B50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27722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4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6EA6DB80-D2FC-4814-8F21-F32AD7DE1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84486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checkbox">
            <a:extLst xmlns:a="http://schemas.openxmlformats.org/drawingml/2006/main">
              <a:ext uri="{FF2B5EF4-FFF2-40B4-BE49-F238E27FC236}">
                <a16:creationId xmlns:a16="http://schemas.microsoft.com/office/drawing/2014/main" id="{F3F468A0-AFB5-4E42-B7A7-3EF2B36E9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63917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48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81E51FB4-B286-4A8F-B6DF-186EED45C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881062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text-NOTES">
            <a:extLst xmlns:a="http://schemas.openxmlformats.org/drawingml/2006/main">
              <a:ext uri="{FF2B5EF4-FFF2-40B4-BE49-F238E27FC236}">
                <a16:creationId xmlns:a16="http://schemas.microsoft.com/office/drawing/2014/main" id="{18BA23DE-B5A7-4FE7-97A7-B8120CF8A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9530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B61"/>
                </a:solidFill>
              </a:defRPr>
            </a:pPr>
            <a:r>
              <a:rPr sz="1125" b="0" i="0">
                <a:solidFill>
                  <a:srgbClr val="667B61"/>
                </a:solidFill>
              </a:rPr>
              <a:t>NOTES</a:t>
            </a:r>
          </a:p>
        </p:txBody>
      </p:sp>
      <p:sp>
        <p:nvSpPr>
          <p:cNvPr id="5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9ADEBC01-2AD4-4ADC-BCFC-27AC61146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3816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6E19DBD0-CC8E-4226-A8DC-D3D7F3086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7435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ACCD4608-8C3B-425A-8A13-D2A0FD346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61055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8A919350-E6DE-488A-A284-9118CD3C9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64674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723AA492-65A8-4F3F-BB4F-C5DA365C7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68294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71BDA55A-6B08-4774-8AAE-29DCE7865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71913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A92F00F4-495B-46E3-9413-FBC13A940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75533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BC39E2FD-60AA-4BE4-93F3-B894BF41D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79152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88246E30-188E-444D-8C20-D52EAC561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82772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9A317C6F-F528-4DAB-9D1E-243239611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86391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B0741D8D-809F-4043-9E62-44DA0481D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90011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388405932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C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3e465aa68c4bd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7562850" cy="10696575"/>
          </a:xfrm>
          <a:prstGeom xmlns:a="http://schemas.openxmlformats.org/drawingml/2006/main" prst="rect">
            <a:avLst/>
          </a:prstGeom>
        </p:spPr>
      </p:pic>
      <p:sp>
        <p:nvSpPr>
          <p:cNvPr id="2" name="soft-romantic-panel">
            <a:extLst xmlns:a="http://schemas.openxmlformats.org/drawingml/2006/main">
              <a:ext uri="{FF2B5EF4-FFF2-40B4-BE49-F238E27FC236}">
                <a16:creationId xmlns:a16="http://schemas.microsoft.com/office/drawing/2014/main" id="{188ED545-AAD6-4CE7-8897-E18B14369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"/>
            <a:ext cx="6000750" cy="9429750"/>
          </a:xfrm>
          <a:prstGeom xmlns:a="http://schemas.openxmlformats.org/drawingml/2006/main" prst="roundRect">
            <a:avLst>
              <a:gd name="adj" fmla="val 1270"/>
            </a:avLst>
          </a:prstGeom>
          <a:solidFill xmlns:a="http://schemas.openxmlformats.org/drawingml/2006/main">
            <a:srgbClr val="FCF7F3"/>
          </a:solidFill>
          <a:ln xmlns:a="http://schemas.openxmlformats.org/drawingml/2006/main" w="9525">
            <a:solidFill>
              <a:srgbClr val="C79B46"/>
            </a:solidFill>
            <a:prstDash val="solid"/>
          </a:ln>
        </p:spPr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F893B5EB-40AD-4033-82AC-4A78E85EE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42950"/>
            <a:ext cx="5562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75" b="0" i="1">
                <a:solidFill>
                  <a:srgbClr val="52654E"/>
                </a:solidFill>
              </a:defRPr>
            </a:pPr>
            <a:r>
              <a:rPr sz="2475" b="0" i="1">
                <a:solidFill>
                  <a:srgbClr val="52654E"/>
                </a:solidFill>
              </a:rPr>
              <a:t>April Planner</a:t>
            </a:r>
          </a:p>
        </p:txBody>
      </p:sp>
      <p:sp>
        <p:nvSpPr>
          <p:cNvPr id="4" name="page-subtitle">
            <a:extLst xmlns:a="http://schemas.openxmlformats.org/drawingml/2006/main">
              <a:ext uri="{FF2B5EF4-FFF2-40B4-BE49-F238E27FC236}">
                <a16:creationId xmlns:a16="http://schemas.microsoft.com/office/drawing/2014/main" id="{539AA507-CA9C-4179-80CB-D9C747498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219200"/>
            <a:ext cx="461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C79B46"/>
                </a:solidFill>
              </a:defRPr>
            </a:pPr>
            <a:r>
              <a:rPr sz="975" b="0" i="0">
                <a:solidFill>
                  <a:srgbClr val="C79B46"/>
                </a:solidFill>
              </a:rPr>
              <a:t>APRIL PLANNING PAGE</a:t>
            </a:r>
          </a:p>
        </p:txBody>
      </p:sp>
      <p:sp>
        <p:nvSpPr>
          <p:cNvPr id="5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D7814786-57E4-473B-821F-F5B4181F0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581150"/>
            <a:ext cx="85725" cy="857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C79B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45D23B0-9BD7-47F6-AC3E-8237842A7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966787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C79B46"/>
                </a:solidFill>
              </a:defRPr>
            </a:pPr>
            <a:r>
              <a:rPr sz="750" b="0" i="0">
                <a:solidFill>
                  <a:srgbClr val="C79B46"/>
                </a:solidFill>
              </a:rPr>
              <a:t>043</a:t>
            </a:r>
          </a:p>
        </p:txBody>
      </p:sp>
      <p:sp>
        <p:nvSpPr>
          <p:cNvPr id="7" name="text-MONTHLY PRIORITIES">
            <a:extLst xmlns:a="http://schemas.openxmlformats.org/drawingml/2006/main">
              <a:ext uri="{FF2B5EF4-FFF2-40B4-BE49-F238E27FC236}">
                <a16:creationId xmlns:a16="http://schemas.microsoft.com/office/drawing/2014/main" id="{A51CE1B5-75B7-46D1-A4BD-37DA484FC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B61"/>
                </a:solidFill>
              </a:defRPr>
            </a:pPr>
            <a:r>
              <a:rPr sz="1125" b="0" i="0">
                <a:solidFill>
                  <a:srgbClr val="667B61"/>
                </a:solidFill>
              </a:rPr>
              <a:t>MONTHLY PRIORITIES</a:t>
            </a:r>
          </a:p>
        </p:txBody>
      </p:sp>
      <p:sp>
        <p:nvSpPr>
          <p:cNvPr id="8" name="checkbox">
            <a:extLst xmlns:a="http://schemas.openxmlformats.org/drawingml/2006/main">
              <a:ext uri="{FF2B5EF4-FFF2-40B4-BE49-F238E27FC236}">
                <a16:creationId xmlns:a16="http://schemas.microsoft.com/office/drawing/2014/main" id="{770F0DA7-9C03-4912-A096-F88129757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3837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87871245-1AFE-4B8B-AA59-41271F3DD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40982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heckbox">
            <a:extLst xmlns:a="http://schemas.openxmlformats.org/drawingml/2006/main">
              <a:ext uri="{FF2B5EF4-FFF2-40B4-BE49-F238E27FC236}">
                <a16:creationId xmlns:a16="http://schemas.microsoft.com/office/drawing/2014/main" id="{396C5F10-8EB9-4E34-9564-7C0CFB459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60032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CE7E102E-69DA-4CB1-8AE9-39CF913F2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7717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checkbox">
            <a:extLst xmlns:a="http://schemas.openxmlformats.org/drawingml/2006/main">
              <a:ext uri="{FF2B5EF4-FFF2-40B4-BE49-F238E27FC236}">
                <a16:creationId xmlns:a16="http://schemas.microsoft.com/office/drawing/2014/main" id="{22A05564-80C4-4D2B-AC43-FF227C954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96227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DD1250B2-44E9-4F98-BBD1-62045F0D6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13372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checkbox">
            <a:extLst xmlns:a="http://schemas.openxmlformats.org/drawingml/2006/main">
              <a:ext uri="{FF2B5EF4-FFF2-40B4-BE49-F238E27FC236}">
                <a16:creationId xmlns:a16="http://schemas.microsoft.com/office/drawing/2014/main" id="{D2601B69-9F3B-4727-8F8C-887E5255D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32422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03B4D343-1892-46E5-8FCF-9856C7BAE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4956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checkbox">
            <a:extLst xmlns:a="http://schemas.openxmlformats.org/drawingml/2006/main">
              <a:ext uri="{FF2B5EF4-FFF2-40B4-BE49-F238E27FC236}">
                <a16:creationId xmlns:a16="http://schemas.microsoft.com/office/drawing/2014/main" id="{091E69BB-2FA0-457A-A61F-E370ED01C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68617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673F050A-89B1-4838-9A61-5A5379190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85762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checkbox">
            <a:extLst xmlns:a="http://schemas.openxmlformats.org/drawingml/2006/main">
              <a:ext uri="{FF2B5EF4-FFF2-40B4-BE49-F238E27FC236}">
                <a16:creationId xmlns:a16="http://schemas.microsoft.com/office/drawing/2014/main" id="{DB6C782C-B171-477D-A1E8-6646D7D55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04812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9E67CA85-386B-402D-AFB1-E1B777E56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2195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ext-IMPORTANT DATES">
            <a:extLst xmlns:a="http://schemas.openxmlformats.org/drawingml/2006/main">
              <a:ext uri="{FF2B5EF4-FFF2-40B4-BE49-F238E27FC236}">
                <a16:creationId xmlns:a16="http://schemas.microsoft.com/office/drawing/2014/main" id="{075D1193-195C-4685-81E1-58847A08E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8097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B61"/>
                </a:solidFill>
              </a:defRPr>
            </a:pPr>
            <a:r>
              <a:rPr sz="1125" b="0" i="0">
                <a:solidFill>
                  <a:srgbClr val="667B61"/>
                </a:solidFill>
              </a:rPr>
              <a:t>IMPORTANT DATES</a:t>
            </a:r>
          </a:p>
        </p:txBody>
      </p:sp>
      <p:sp>
        <p:nvSpPr>
          <p:cNvPr id="2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B8728C3B-CA68-49B6-95E5-6B5035F9B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2383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86095C96-7DCE-4A76-88E6-D362E96E9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6003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553B8EFF-C350-421D-BF03-C3FAEB8D4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9622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930D89B2-D000-43FD-A7EA-CD3E0B8E0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3242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D1BE41C7-3F11-4214-9F2A-19C54BDD6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6861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BA386736-E71F-4166-AC9D-E9297303D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0481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640BC999-04DF-4DA7-9FF5-79EC59292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4100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text-TO DO">
            <a:extLst xmlns:a="http://schemas.openxmlformats.org/drawingml/2006/main">
              <a:ext uri="{FF2B5EF4-FFF2-40B4-BE49-F238E27FC236}">
                <a16:creationId xmlns:a16="http://schemas.microsoft.com/office/drawing/2014/main" id="{EA35EDC2-E277-4CC8-A684-B1E91A7D1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B61"/>
                </a:solidFill>
              </a:defRPr>
            </a:pPr>
            <a:r>
              <a:rPr sz="1125" b="0" i="0">
                <a:solidFill>
                  <a:srgbClr val="667B61"/>
                </a:solidFill>
              </a:rPr>
              <a:t>TO DO</a:t>
            </a:r>
          </a:p>
        </p:txBody>
      </p:sp>
      <p:sp>
        <p:nvSpPr>
          <p:cNvPr id="29" name="checkbox">
            <a:extLst xmlns:a="http://schemas.openxmlformats.org/drawingml/2006/main">
              <a:ext uri="{FF2B5EF4-FFF2-40B4-BE49-F238E27FC236}">
                <a16:creationId xmlns:a16="http://schemas.microsoft.com/office/drawing/2014/main" id="{CE783814-17DB-4D21-9B0C-396136396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38162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3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DDD8802D-C6E7-4514-8B79-0D3A31BDC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5530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checkbox">
            <a:extLst xmlns:a="http://schemas.openxmlformats.org/drawingml/2006/main">
              <a:ext uri="{FF2B5EF4-FFF2-40B4-BE49-F238E27FC236}">
                <a16:creationId xmlns:a16="http://schemas.microsoft.com/office/drawing/2014/main" id="{8595156C-B91F-49EB-8836-48DFA0C7B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74357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3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644787E1-8EB9-4B15-8AB4-15BF4209D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91502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checkbox">
            <a:extLst xmlns:a="http://schemas.openxmlformats.org/drawingml/2006/main">
              <a:ext uri="{FF2B5EF4-FFF2-40B4-BE49-F238E27FC236}">
                <a16:creationId xmlns:a16="http://schemas.microsoft.com/office/drawing/2014/main" id="{5D125FC0-C0A9-4B0C-8F2E-5A23961CC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10552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3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16F31B3C-9512-40D9-BF06-442B271DE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62769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checkbox">
            <a:extLst xmlns:a="http://schemas.openxmlformats.org/drawingml/2006/main">
              <a:ext uri="{FF2B5EF4-FFF2-40B4-BE49-F238E27FC236}">
                <a16:creationId xmlns:a16="http://schemas.microsoft.com/office/drawing/2014/main" id="{25DE9A5E-49EC-4DD8-9784-4B273FF7D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46747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3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58EB948C-E48D-4848-B5A7-86533FA3A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663892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checkbox">
            <a:extLst xmlns:a="http://schemas.openxmlformats.org/drawingml/2006/main">
              <a:ext uri="{FF2B5EF4-FFF2-40B4-BE49-F238E27FC236}">
                <a16:creationId xmlns:a16="http://schemas.microsoft.com/office/drawing/2014/main" id="{396A62DE-C92F-4C0B-BDAC-3EFA52562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82942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38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51954DF0-AE7E-4106-BC9B-9B3894616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70008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checkbox">
            <a:extLst xmlns:a="http://schemas.openxmlformats.org/drawingml/2006/main">
              <a:ext uri="{FF2B5EF4-FFF2-40B4-BE49-F238E27FC236}">
                <a16:creationId xmlns:a16="http://schemas.microsoft.com/office/drawing/2014/main" id="{DAC9CD6E-017D-4457-BAA1-129C14901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19137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4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B9968C6F-E9F1-4614-B91F-1001A0E79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736282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checkbox">
            <a:extLst xmlns:a="http://schemas.openxmlformats.org/drawingml/2006/main">
              <a:ext uri="{FF2B5EF4-FFF2-40B4-BE49-F238E27FC236}">
                <a16:creationId xmlns:a16="http://schemas.microsoft.com/office/drawing/2014/main" id="{1887DE31-058E-4702-B30E-7E319F570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55332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4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DFA9D419-5DE3-4D2B-AC53-61BFA5064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77247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checkbox">
            <a:extLst xmlns:a="http://schemas.openxmlformats.org/drawingml/2006/main">
              <a:ext uri="{FF2B5EF4-FFF2-40B4-BE49-F238E27FC236}">
                <a16:creationId xmlns:a16="http://schemas.microsoft.com/office/drawing/2014/main" id="{D810E1F5-5CD8-4473-8F40-1B4972E7E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91527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4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749D49AC-0BC1-4BC8-939C-57D8B38A5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808672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checkbox">
            <a:extLst xmlns:a="http://schemas.openxmlformats.org/drawingml/2006/main">
              <a:ext uri="{FF2B5EF4-FFF2-40B4-BE49-F238E27FC236}">
                <a16:creationId xmlns:a16="http://schemas.microsoft.com/office/drawing/2014/main" id="{6ACF7547-2310-403C-BDBA-47528AB93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27722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4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FBBE917B-1AD2-40AF-9CEF-5FB085BC8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84486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checkbox">
            <a:extLst xmlns:a="http://schemas.openxmlformats.org/drawingml/2006/main">
              <a:ext uri="{FF2B5EF4-FFF2-40B4-BE49-F238E27FC236}">
                <a16:creationId xmlns:a16="http://schemas.microsoft.com/office/drawing/2014/main" id="{95F406DD-36A5-4FB1-A36F-62334A5D9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63917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48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268A8B78-D56B-477A-B50B-2582CC6D2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881062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text-NOTES">
            <a:extLst xmlns:a="http://schemas.openxmlformats.org/drawingml/2006/main">
              <a:ext uri="{FF2B5EF4-FFF2-40B4-BE49-F238E27FC236}">
                <a16:creationId xmlns:a16="http://schemas.microsoft.com/office/drawing/2014/main" id="{C73ADFF1-ED9B-491C-8270-E511E859B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9530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B61"/>
                </a:solidFill>
              </a:defRPr>
            </a:pPr>
            <a:r>
              <a:rPr sz="1125" b="0" i="0">
                <a:solidFill>
                  <a:srgbClr val="667B61"/>
                </a:solidFill>
              </a:rPr>
              <a:t>NOTES</a:t>
            </a:r>
          </a:p>
        </p:txBody>
      </p:sp>
      <p:sp>
        <p:nvSpPr>
          <p:cNvPr id="5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4076230F-E3A4-49D1-AECC-A1B6C6AE8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3816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A36E989C-044D-4161-B8A0-1F633C02E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7435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21595CF5-9C22-4D1E-A718-6EBEDA799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61055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BDC1AADA-FEB1-4198-8997-BFD2E0F5A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64674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774A4E35-11C1-492C-86AA-1A54A578F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68294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ED6B63DA-DD7F-47C5-B929-167464061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71913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C6442CFF-E40C-4B7E-94BD-A081C10D4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75533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F9575ABB-4297-4B7E-A135-CE23045C5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79152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E93BFB69-C7A3-474D-BD1F-1EA227744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82772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A906F114-C047-4B23-93CC-47F84D0F1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86391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F529EB09-6219-49C4-BA0A-298233F9D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90011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48647185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C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bb2204fa9a42c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7562850" cy="10696575"/>
          </a:xfrm>
          <a:prstGeom xmlns:a="http://schemas.openxmlformats.org/drawingml/2006/main" prst="rect">
            <a:avLst/>
          </a:prstGeom>
        </p:spPr>
      </p:pic>
      <p:sp>
        <p:nvSpPr>
          <p:cNvPr id="2" name="soft-romantic-panel">
            <a:extLst xmlns:a="http://schemas.openxmlformats.org/drawingml/2006/main">
              <a:ext uri="{FF2B5EF4-FFF2-40B4-BE49-F238E27FC236}">
                <a16:creationId xmlns:a16="http://schemas.microsoft.com/office/drawing/2014/main" id="{4B681CFB-841D-4241-B321-4AB9954C1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"/>
            <a:ext cx="6000750" cy="9429750"/>
          </a:xfrm>
          <a:prstGeom xmlns:a="http://schemas.openxmlformats.org/drawingml/2006/main" prst="roundRect">
            <a:avLst>
              <a:gd name="adj" fmla="val 1270"/>
            </a:avLst>
          </a:prstGeom>
          <a:solidFill xmlns:a="http://schemas.openxmlformats.org/drawingml/2006/main">
            <a:srgbClr val="FCF7F3"/>
          </a:solidFill>
          <a:ln xmlns:a="http://schemas.openxmlformats.org/drawingml/2006/main" w="9525">
            <a:solidFill>
              <a:srgbClr val="C79B46"/>
            </a:solidFill>
            <a:prstDash val="solid"/>
          </a:ln>
        </p:spPr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754D4D85-05BC-4DB8-B177-CD6958D3D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42950"/>
            <a:ext cx="5562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75" b="0" i="1">
                <a:solidFill>
                  <a:srgbClr val="52654E"/>
                </a:solidFill>
              </a:defRPr>
            </a:pPr>
            <a:r>
              <a:rPr sz="2475" b="0" i="1">
                <a:solidFill>
                  <a:srgbClr val="52654E"/>
                </a:solidFill>
              </a:rPr>
              <a:t>May Planner</a:t>
            </a:r>
          </a:p>
        </p:txBody>
      </p:sp>
      <p:sp>
        <p:nvSpPr>
          <p:cNvPr id="4" name="page-subtitle">
            <a:extLst xmlns:a="http://schemas.openxmlformats.org/drawingml/2006/main">
              <a:ext uri="{FF2B5EF4-FFF2-40B4-BE49-F238E27FC236}">
                <a16:creationId xmlns:a16="http://schemas.microsoft.com/office/drawing/2014/main" id="{D98C45A5-7DEF-4FFA-957E-9DAF6D214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219200"/>
            <a:ext cx="461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C79B46"/>
                </a:solidFill>
              </a:defRPr>
            </a:pPr>
            <a:r>
              <a:rPr sz="975" b="0" i="0">
                <a:solidFill>
                  <a:srgbClr val="C79B46"/>
                </a:solidFill>
              </a:rPr>
              <a:t>MAY PLANNING PAGE</a:t>
            </a:r>
          </a:p>
        </p:txBody>
      </p:sp>
      <p:sp>
        <p:nvSpPr>
          <p:cNvPr id="5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40718B9E-D159-4367-88C8-BC4932F42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581150"/>
            <a:ext cx="85725" cy="857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C79B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FD931B0-3861-463F-8945-0AF67739F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966787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C79B46"/>
                </a:solidFill>
              </a:defRPr>
            </a:pPr>
            <a:r>
              <a:rPr sz="750" b="0" i="0">
                <a:solidFill>
                  <a:srgbClr val="C79B46"/>
                </a:solidFill>
              </a:rPr>
              <a:t>044</a:t>
            </a:r>
          </a:p>
        </p:txBody>
      </p:sp>
      <p:sp>
        <p:nvSpPr>
          <p:cNvPr id="7" name="text-MONTHLY PRIORITIES">
            <a:extLst xmlns:a="http://schemas.openxmlformats.org/drawingml/2006/main">
              <a:ext uri="{FF2B5EF4-FFF2-40B4-BE49-F238E27FC236}">
                <a16:creationId xmlns:a16="http://schemas.microsoft.com/office/drawing/2014/main" id="{35ED55D9-5A09-43A7-99D9-C76F12E8B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B61"/>
                </a:solidFill>
              </a:defRPr>
            </a:pPr>
            <a:r>
              <a:rPr sz="1125" b="0" i="0">
                <a:solidFill>
                  <a:srgbClr val="667B61"/>
                </a:solidFill>
              </a:rPr>
              <a:t>MONTHLY PRIORITIES</a:t>
            </a:r>
          </a:p>
        </p:txBody>
      </p:sp>
      <p:sp>
        <p:nvSpPr>
          <p:cNvPr id="8" name="checkbox">
            <a:extLst xmlns:a="http://schemas.openxmlformats.org/drawingml/2006/main">
              <a:ext uri="{FF2B5EF4-FFF2-40B4-BE49-F238E27FC236}">
                <a16:creationId xmlns:a16="http://schemas.microsoft.com/office/drawing/2014/main" id="{7C5BFB1D-EE55-4517-AE14-A9913DAC6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3837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8C7CCEAF-B378-4296-9B8E-3EDF0BFEF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40982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heckbox">
            <a:extLst xmlns:a="http://schemas.openxmlformats.org/drawingml/2006/main">
              <a:ext uri="{FF2B5EF4-FFF2-40B4-BE49-F238E27FC236}">
                <a16:creationId xmlns:a16="http://schemas.microsoft.com/office/drawing/2014/main" id="{15053F1D-1EAD-4FC3-BA82-508A1CF54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60032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EBA282A9-0C20-4C6C-870B-93AFE1CA8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7717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checkbox">
            <a:extLst xmlns:a="http://schemas.openxmlformats.org/drawingml/2006/main">
              <a:ext uri="{FF2B5EF4-FFF2-40B4-BE49-F238E27FC236}">
                <a16:creationId xmlns:a16="http://schemas.microsoft.com/office/drawing/2014/main" id="{EF04FA5A-CBAE-41E8-AEAA-6DECD8647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96227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A8E19598-4478-48C9-B584-90B050F56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13372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checkbox">
            <a:extLst xmlns:a="http://schemas.openxmlformats.org/drawingml/2006/main">
              <a:ext uri="{FF2B5EF4-FFF2-40B4-BE49-F238E27FC236}">
                <a16:creationId xmlns:a16="http://schemas.microsoft.com/office/drawing/2014/main" id="{F6B2CE19-0068-4DA3-859E-025C744B9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32422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33FBCF61-DB21-4C51-9C7F-E61CEFFCF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4956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checkbox">
            <a:extLst xmlns:a="http://schemas.openxmlformats.org/drawingml/2006/main">
              <a:ext uri="{FF2B5EF4-FFF2-40B4-BE49-F238E27FC236}">
                <a16:creationId xmlns:a16="http://schemas.microsoft.com/office/drawing/2014/main" id="{C8E6CEB3-1A6A-4FFB-ACC2-3F78F206A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68617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7F62CDFB-A533-404D-B03D-70CE5569D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85762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checkbox">
            <a:extLst xmlns:a="http://schemas.openxmlformats.org/drawingml/2006/main">
              <a:ext uri="{FF2B5EF4-FFF2-40B4-BE49-F238E27FC236}">
                <a16:creationId xmlns:a16="http://schemas.microsoft.com/office/drawing/2014/main" id="{375A57AE-4E82-48B1-B8AC-A0DBB4E4F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04812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F23C9307-CFE6-4545-9E77-8A07F9712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2195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ext-IMPORTANT DATES">
            <a:extLst xmlns:a="http://schemas.openxmlformats.org/drawingml/2006/main">
              <a:ext uri="{FF2B5EF4-FFF2-40B4-BE49-F238E27FC236}">
                <a16:creationId xmlns:a16="http://schemas.microsoft.com/office/drawing/2014/main" id="{60E2E08F-C254-4B46-B179-452A2A654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8097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B61"/>
                </a:solidFill>
              </a:defRPr>
            </a:pPr>
            <a:r>
              <a:rPr sz="1125" b="0" i="0">
                <a:solidFill>
                  <a:srgbClr val="667B61"/>
                </a:solidFill>
              </a:rPr>
              <a:t>IMPORTANT DATES</a:t>
            </a:r>
          </a:p>
        </p:txBody>
      </p:sp>
      <p:sp>
        <p:nvSpPr>
          <p:cNvPr id="2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0266A2EC-F08D-4B05-96CF-9BA8140D2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2383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3ED0579E-B5BE-4E50-B348-20B2E3C8F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6003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608EA73B-F593-4159-8381-17414DAD0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9622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C914A7C0-9CF1-4716-B0B2-0B7A1E5A6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3242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C7013121-54ED-49FB-80CE-C7236D7A1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6861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8C25AFB5-1040-442E-B4F8-67CE7C124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0481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8523A7B7-28C6-4593-9FE8-EA4DD50A8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4100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text-TO DO">
            <a:extLst xmlns:a="http://schemas.openxmlformats.org/drawingml/2006/main">
              <a:ext uri="{FF2B5EF4-FFF2-40B4-BE49-F238E27FC236}">
                <a16:creationId xmlns:a16="http://schemas.microsoft.com/office/drawing/2014/main" id="{8732B193-17EA-4B1E-8120-30D6B5A72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B61"/>
                </a:solidFill>
              </a:defRPr>
            </a:pPr>
            <a:r>
              <a:rPr sz="1125" b="0" i="0">
                <a:solidFill>
                  <a:srgbClr val="667B61"/>
                </a:solidFill>
              </a:rPr>
              <a:t>TO DO</a:t>
            </a:r>
          </a:p>
        </p:txBody>
      </p:sp>
      <p:sp>
        <p:nvSpPr>
          <p:cNvPr id="29" name="checkbox">
            <a:extLst xmlns:a="http://schemas.openxmlformats.org/drawingml/2006/main">
              <a:ext uri="{FF2B5EF4-FFF2-40B4-BE49-F238E27FC236}">
                <a16:creationId xmlns:a16="http://schemas.microsoft.com/office/drawing/2014/main" id="{BA086D74-67D5-4FD3-97D6-76F1E34DB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38162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3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D151E034-F6D1-49A3-B2B6-7F5F40D51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5530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checkbox">
            <a:extLst xmlns:a="http://schemas.openxmlformats.org/drawingml/2006/main">
              <a:ext uri="{FF2B5EF4-FFF2-40B4-BE49-F238E27FC236}">
                <a16:creationId xmlns:a16="http://schemas.microsoft.com/office/drawing/2014/main" id="{340684CF-67DA-49B0-8152-1AC7A4726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74357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3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EFE843EE-9A69-43C4-84FB-DF556C2E2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91502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checkbox">
            <a:extLst xmlns:a="http://schemas.openxmlformats.org/drawingml/2006/main">
              <a:ext uri="{FF2B5EF4-FFF2-40B4-BE49-F238E27FC236}">
                <a16:creationId xmlns:a16="http://schemas.microsoft.com/office/drawing/2014/main" id="{FB0A2252-432D-4FF1-A745-0D2396017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10552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3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45673849-9188-4268-939C-647CB1324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62769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checkbox">
            <a:extLst xmlns:a="http://schemas.openxmlformats.org/drawingml/2006/main">
              <a:ext uri="{FF2B5EF4-FFF2-40B4-BE49-F238E27FC236}">
                <a16:creationId xmlns:a16="http://schemas.microsoft.com/office/drawing/2014/main" id="{19AB1BAD-E83B-42A7-AEA2-45AFF8400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46747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3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EE6608B0-EE08-456E-BAB6-83C7771DD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663892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checkbox">
            <a:extLst xmlns:a="http://schemas.openxmlformats.org/drawingml/2006/main">
              <a:ext uri="{FF2B5EF4-FFF2-40B4-BE49-F238E27FC236}">
                <a16:creationId xmlns:a16="http://schemas.microsoft.com/office/drawing/2014/main" id="{A11672FB-C974-45AE-A718-FC4DEC59A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82942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38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CE70366E-E261-4BB1-A371-31B7A8E3C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70008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checkbox">
            <a:extLst xmlns:a="http://schemas.openxmlformats.org/drawingml/2006/main">
              <a:ext uri="{FF2B5EF4-FFF2-40B4-BE49-F238E27FC236}">
                <a16:creationId xmlns:a16="http://schemas.microsoft.com/office/drawing/2014/main" id="{09327FCE-C1C4-45DE-9A68-4B96F6AF7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19137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4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08824853-716C-4DAE-8757-D2F2D8844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736282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checkbox">
            <a:extLst xmlns:a="http://schemas.openxmlformats.org/drawingml/2006/main">
              <a:ext uri="{FF2B5EF4-FFF2-40B4-BE49-F238E27FC236}">
                <a16:creationId xmlns:a16="http://schemas.microsoft.com/office/drawing/2014/main" id="{E6FCEAC0-9E27-461F-B577-D3FF45A82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55332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4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77E11647-1D30-4DD2-9918-798BA6CC7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77247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checkbox">
            <a:extLst xmlns:a="http://schemas.openxmlformats.org/drawingml/2006/main">
              <a:ext uri="{FF2B5EF4-FFF2-40B4-BE49-F238E27FC236}">
                <a16:creationId xmlns:a16="http://schemas.microsoft.com/office/drawing/2014/main" id="{FA9066C2-2D79-4A3C-A19B-35C420F4C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91527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4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F740ECC6-CFE3-4396-8DE8-E783AB79A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808672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checkbox">
            <a:extLst xmlns:a="http://schemas.openxmlformats.org/drawingml/2006/main">
              <a:ext uri="{FF2B5EF4-FFF2-40B4-BE49-F238E27FC236}">
                <a16:creationId xmlns:a16="http://schemas.microsoft.com/office/drawing/2014/main" id="{3DFD31C6-A32C-4718-ADB3-5D3E5384E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27722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4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8D3B688F-FF0C-4EC3-8180-6F213AB92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84486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checkbox">
            <a:extLst xmlns:a="http://schemas.openxmlformats.org/drawingml/2006/main">
              <a:ext uri="{FF2B5EF4-FFF2-40B4-BE49-F238E27FC236}">
                <a16:creationId xmlns:a16="http://schemas.microsoft.com/office/drawing/2014/main" id="{6B313E5F-A0E1-43B2-BEA5-9BF655D20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63917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48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23E5A7ED-D2B7-4E97-95D8-3605DAC2B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881062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text-NOTES">
            <a:extLst xmlns:a="http://schemas.openxmlformats.org/drawingml/2006/main">
              <a:ext uri="{FF2B5EF4-FFF2-40B4-BE49-F238E27FC236}">
                <a16:creationId xmlns:a16="http://schemas.microsoft.com/office/drawing/2014/main" id="{F1473EA2-3758-4D95-897D-505B4EB57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9530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B61"/>
                </a:solidFill>
              </a:defRPr>
            </a:pPr>
            <a:r>
              <a:rPr sz="1125" b="0" i="0">
                <a:solidFill>
                  <a:srgbClr val="667B61"/>
                </a:solidFill>
              </a:rPr>
              <a:t>NOTES</a:t>
            </a:r>
          </a:p>
        </p:txBody>
      </p:sp>
      <p:sp>
        <p:nvSpPr>
          <p:cNvPr id="5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4ECC5554-952E-4310-A1AF-F231A5A53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3816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49151162-AD3B-4915-87FB-1D0C4E5CB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7435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3286D9FF-7707-47C4-AD05-EA4B02300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61055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74909E0E-E425-4741-9BBA-F843A8F3B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64674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579F1725-12D7-4B8B-9D1C-3FA45BB95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68294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D6F5A01A-C2F4-4E69-ADA2-6E23BE3A7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71913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AD350EC6-A30F-4D59-A467-2CCCB9E3C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75533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4CCDE6EB-AD72-4401-AF30-FB296A4AA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79152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BAD38268-F95B-4508-8625-1B08B25DC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82772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5CD66D8B-9467-4A7C-A1BF-9F7745464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86391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20597C4B-D868-454D-962A-75D42FF99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90011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703893727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C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9a2d1155ad485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7562850" cy="10696575"/>
          </a:xfrm>
          <a:prstGeom xmlns:a="http://schemas.openxmlformats.org/drawingml/2006/main" prst="rect">
            <a:avLst/>
          </a:prstGeom>
        </p:spPr>
      </p:pic>
      <p:sp>
        <p:nvSpPr>
          <p:cNvPr id="2" name="soft-romantic-panel">
            <a:extLst xmlns:a="http://schemas.openxmlformats.org/drawingml/2006/main">
              <a:ext uri="{FF2B5EF4-FFF2-40B4-BE49-F238E27FC236}">
                <a16:creationId xmlns:a16="http://schemas.microsoft.com/office/drawing/2014/main" id="{2170F880-4654-4611-A2F8-46CC72E92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"/>
            <a:ext cx="6000750" cy="9429750"/>
          </a:xfrm>
          <a:prstGeom xmlns:a="http://schemas.openxmlformats.org/drawingml/2006/main" prst="roundRect">
            <a:avLst>
              <a:gd name="adj" fmla="val 1270"/>
            </a:avLst>
          </a:prstGeom>
          <a:solidFill xmlns:a="http://schemas.openxmlformats.org/drawingml/2006/main">
            <a:srgbClr val="FCF7F3"/>
          </a:solidFill>
          <a:ln xmlns:a="http://schemas.openxmlformats.org/drawingml/2006/main" w="9525">
            <a:solidFill>
              <a:srgbClr val="C79B46"/>
            </a:solidFill>
            <a:prstDash val="solid"/>
          </a:ln>
        </p:spPr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2904AA05-903C-46B0-989E-526A289E9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42950"/>
            <a:ext cx="5562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75" b="0" i="1">
                <a:solidFill>
                  <a:srgbClr val="52654E"/>
                </a:solidFill>
              </a:defRPr>
            </a:pPr>
            <a:r>
              <a:rPr sz="2475" b="0" i="1">
                <a:solidFill>
                  <a:srgbClr val="52654E"/>
                </a:solidFill>
              </a:rPr>
              <a:t>June Planner</a:t>
            </a:r>
          </a:p>
        </p:txBody>
      </p:sp>
      <p:sp>
        <p:nvSpPr>
          <p:cNvPr id="4" name="page-subtitle">
            <a:extLst xmlns:a="http://schemas.openxmlformats.org/drawingml/2006/main">
              <a:ext uri="{FF2B5EF4-FFF2-40B4-BE49-F238E27FC236}">
                <a16:creationId xmlns:a16="http://schemas.microsoft.com/office/drawing/2014/main" id="{F9FA0AA2-7567-455C-A491-2C63CBB0B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219200"/>
            <a:ext cx="461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C79B46"/>
                </a:solidFill>
              </a:defRPr>
            </a:pPr>
            <a:r>
              <a:rPr sz="975" b="0" i="0">
                <a:solidFill>
                  <a:srgbClr val="C79B46"/>
                </a:solidFill>
              </a:rPr>
              <a:t>JUNE PLANNING PAGE</a:t>
            </a:r>
          </a:p>
        </p:txBody>
      </p:sp>
      <p:sp>
        <p:nvSpPr>
          <p:cNvPr id="5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CF3A8C04-CE15-4A62-A2D5-0E7006DAD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581150"/>
            <a:ext cx="85725" cy="857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C79B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5BD822BF-DDE8-4A06-AD57-81D136169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966787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C79B46"/>
                </a:solidFill>
              </a:defRPr>
            </a:pPr>
            <a:r>
              <a:rPr sz="750" b="0" i="0">
                <a:solidFill>
                  <a:srgbClr val="C79B46"/>
                </a:solidFill>
              </a:rPr>
              <a:t>045</a:t>
            </a:r>
          </a:p>
        </p:txBody>
      </p:sp>
      <p:sp>
        <p:nvSpPr>
          <p:cNvPr id="7" name="text-MONTHLY PRIORITIES">
            <a:extLst xmlns:a="http://schemas.openxmlformats.org/drawingml/2006/main">
              <a:ext uri="{FF2B5EF4-FFF2-40B4-BE49-F238E27FC236}">
                <a16:creationId xmlns:a16="http://schemas.microsoft.com/office/drawing/2014/main" id="{01F23897-9BFB-404C-BD79-10ABB4B24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B61"/>
                </a:solidFill>
              </a:defRPr>
            </a:pPr>
            <a:r>
              <a:rPr sz="1125" b="0" i="0">
                <a:solidFill>
                  <a:srgbClr val="667B61"/>
                </a:solidFill>
              </a:rPr>
              <a:t>MONTHLY PRIORITIES</a:t>
            </a:r>
          </a:p>
        </p:txBody>
      </p:sp>
      <p:sp>
        <p:nvSpPr>
          <p:cNvPr id="8" name="checkbox">
            <a:extLst xmlns:a="http://schemas.openxmlformats.org/drawingml/2006/main">
              <a:ext uri="{FF2B5EF4-FFF2-40B4-BE49-F238E27FC236}">
                <a16:creationId xmlns:a16="http://schemas.microsoft.com/office/drawing/2014/main" id="{30763A09-1566-4B3E-A8A6-6C4327430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3837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FDE5788A-E2F7-473D-87BB-A48395081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40982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heckbox">
            <a:extLst xmlns:a="http://schemas.openxmlformats.org/drawingml/2006/main">
              <a:ext uri="{FF2B5EF4-FFF2-40B4-BE49-F238E27FC236}">
                <a16:creationId xmlns:a16="http://schemas.microsoft.com/office/drawing/2014/main" id="{34C1AB3A-4C3E-4DE0-ABC5-1BE25FC2B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60032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481AB302-79A6-46A6-8271-2264D2A4B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7717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checkbox">
            <a:extLst xmlns:a="http://schemas.openxmlformats.org/drawingml/2006/main">
              <a:ext uri="{FF2B5EF4-FFF2-40B4-BE49-F238E27FC236}">
                <a16:creationId xmlns:a16="http://schemas.microsoft.com/office/drawing/2014/main" id="{EA9391F5-14AF-4318-BE85-6CBA89346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96227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C4869C85-DF04-4F65-8B2B-0F9E31D53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13372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checkbox">
            <a:extLst xmlns:a="http://schemas.openxmlformats.org/drawingml/2006/main">
              <a:ext uri="{FF2B5EF4-FFF2-40B4-BE49-F238E27FC236}">
                <a16:creationId xmlns:a16="http://schemas.microsoft.com/office/drawing/2014/main" id="{69FD6B95-EDD6-4DCD-8A61-BA4DCE387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32422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FC5E756F-D8A6-42AE-AB11-8ACFA6552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4956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checkbox">
            <a:extLst xmlns:a="http://schemas.openxmlformats.org/drawingml/2006/main">
              <a:ext uri="{FF2B5EF4-FFF2-40B4-BE49-F238E27FC236}">
                <a16:creationId xmlns:a16="http://schemas.microsoft.com/office/drawing/2014/main" id="{1E475768-A8E4-4D14-8542-CE6E9A7E9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68617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35864057-EE50-462F-B317-B73414784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85762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checkbox">
            <a:extLst xmlns:a="http://schemas.openxmlformats.org/drawingml/2006/main">
              <a:ext uri="{FF2B5EF4-FFF2-40B4-BE49-F238E27FC236}">
                <a16:creationId xmlns:a16="http://schemas.microsoft.com/office/drawing/2014/main" id="{0F1B438E-9CA7-429C-9C60-C3C889BEA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04812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38FB1502-8DC4-4D9C-B003-62C6A85FC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2195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ext-IMPORTANT DATES">
            <a:extLst xmlns:a="http://schemas.openxmlformats.org/drawingml/2006/main">
              <a:ext uri="{FF2B5EF4-FFF2-40B4-BE49-F238E27FC236}">
                <a16:creationId xmlns:a16="http://schemas.microsoft.com/office/drawing/2014/main" id="{64E939F0-3501-481E-B33B-1B55A4E69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8097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B61"/>
                </a:solidFill>
              </a:defRPr>
            </a:pPr>
            <a:r>
              <a:rPr sz="1125" b="0" i="0">
                <a:solidFill>
                  <a:srgbClr val="667B61"/>
                </a:solidFill>
              </a:rPr>
              <a:t>IMPORTANT DATES</a:t>
            </a:r>
          </a:p>
        </p:txBody>
      </p:sp>
      <p:sp>
        <p:nvSpPr>
          <p:cNvPr id="2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9EAFF0E2-A1F6-40EA-A8D2-D7A54CC67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2383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4E7D6C4A-2850-400F-8D6C-F9F206C79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6003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CB6DD397-87B0-4FE6-8118-3BB451A8E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9622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962BC7A0-5867-4D0F-B154-519891A00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3242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5ADEFAFD-BCA5-4895-A07F-FBE2555A4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6861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68ED1B3E-B144-48C2-8C30-B251F63D9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0481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ABAE4650-2553-4528-B88C-941215917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4100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text-TO DO">
            <a:extLst xmlns:a="http://schemas.openxmlformats.org/drawingml/2006/main">
              <a:ext uri="{FF2B5EF4-FFF2-40B4-BE49-F238E27FC236}">
                <a16:creationId xmlns:a16="http://schemas.microsoft.com/office/drawing/2014/main" id="{DE9C59F6-5013-40AD-940F-532BEE1B8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B61"/>
                </a:solidFill>
              </a:defRPr>
            </a:pPr>
            <a:r>
              <a:rPr sz="1125" b="0" i="0">
                <a:solidFill>
                  <a:srgbClr val="667B61"/>
                </a:solidFill>
              </a:rPr>
              <a:t>TO DO</a:t>
            </a:r>
          </a:p>
        </p:txBody>
      </p:sp>
      <p:sp>
        <p:nvSpPr>
          <p:cNvPr id="29" name="checkbox">
            <a:extLst xmlns:a="http://schemas.openxmlformats.org/drawingml/2006/main">
              <a:ext uri="{FF2B5EF4-FFF2-40B4-BE49-F238E27FC236}">
                <a16:creationId xmlns:a16="http://schemas.microsoft.com/office/drawing/2014/main" id="{C838E3A8-1AFB-41A9-A1F1-E8279AD36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38162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3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6E05DF55-D906-4AF0-885E-CE9AA92C8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5530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checkbox">
            <a:extLst xmlns:a="http://schemas.openxmlformats.org/drawingml/2006/main">
              <a:ext uri="{FF2B5EF4-FFF2-40B4-BE49-F238E27FC236}">
                <a16:creationId xmlns:a16="http://schemas.microsoft.com/office/drawing/2014/main" id="{5F1B29C3-19B5-4BF3-9D5E-F23EB6672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74357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3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EA823E08-8C95-4A46-A9CE-B0B95EE38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91502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checkbox">
            <a:extLst xmlns:a="http://schemas.openxmlformats.org/drawingml/2006/main">
              <a:ext uri="{FF2B5EF4-FFF2-40B4-BE49-F238E27FC236}">
                <a16:creationId xmlns:a16="http://schemas.microsoft.com/office/drawing/2014/main" id="{41506F3F-1A8D-4F89-856A-46C2D1774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10552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3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862090C5-9079-430C-B6D7-A44F8DDFF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62769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checkbox">
            <a:extLst xmlns:a="http://schemas.openxmlformats.org/drawingml/2006/main">
              <a:ext uri="{FF2B5EF4-FFF2-40B4-BE49-F238E27FC236}">
                <a16:creationId xmlns:a16="http://schemas.microsoft.com/office/drawing/2014/main" id="{45A212EA-2F93-4FE4-BBE0-A2C3B940C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46747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3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B747F115-6995-4C9E-B89F-B077E5AE5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663892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checkbox">
            <a:extLst xmlns:a="http://schemas.openxmlformats.org/drawingml/2006/main">
              <a:ext uri="{FF2B5EF4-FFF2-40B4-BE49-F238E27FC236}">
                <a16:creationId xmlns:a16="http://schemas.microsoft.com/office/drawing/2014/main" id="{BB0C1414-1AD4-4DD3-B2F7-C66247E08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82942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38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AE0BD837-A523-434C-B83B-3648CB504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70008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checkbox">
            <a:extLst xmlns:a="http://schemas.openxmlformats.org/drawingml/2006/main">
              <a:ext uri="{FF2B5EF4-FFF2-40B4-BE49-F238E27FC236}">
                <a16:creationId xmlns:a16="http://schemas.microsoft.com/office/drawing/2014/main" id="{D23DBB7F-42DA-463F-AB7D-4057BEF24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19137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4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067BE8C3-8519-4688-B956-3929EA3E9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736282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checkbox">
            <a:extLst xmlns:a="http://schemas.openxmlformats.org/drawingml/2006/main">
              <a:ext uri="{FF2B5EF4-FFF2-40B4-BE49-F238E27FC236}">
                <a16:creationId xmlns:a16="http://schemas.microsoft.com/office/drawing/2014/main" id="{6C5DE909-7BDC-428D-970D-94CE05506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55332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4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B83A660C-99D7-4B8A-8B12-A00957DA9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77247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checkbox">
            <a:extLst xmlns:a="http://schemas.openxmlformats.org/drawingml/2006/main">
              <a:ext uri="{FF2B5EF4-FFF2-40B4-BE49-F238E27FC236}">
                <a16:creationId xmlns:a16="http://schemas.microsoft.com/office/drawing/2014/main" id="{E5651269-114C-472F-8A46-F2AE18786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91527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4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DBA860C8-AF7A-42DB-A571-D01B857E6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808672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checkbox">
            <a:extLst xmlns:a="http://schemas.openxmlformats.org/drawingml/2006/main">
              <a:ext uri="{FF2B5EF4-FFF2-40B4-BE49-F238E27FC236}">
                <a16:creationId xmlns:a16="http://schemas.microsoft.com/office/drawing/2014/main" id="{A4957978-9C3A-4CD7-AEAA-A5534A481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27722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4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D0308B89-8730-4756-A2AF-4B7003674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84486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checkbox">
            <a:extLst xmlns:a="http://schemas.openxmlformats.org/drawingml/2006/main">
              <a:ext uri="{FF2B5EF4-FFF2-40B4-BE49-F238E27FC236}">
                <a16:creationId xmlns:a16="http://schemas.microsoft.com/office/drawing/2014/main" id="{52538B00-4271-4084-B0B1-709360400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63917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48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D32B7DF5-8D73-4B0C-A4D4-24CF99753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881062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text-NOTES">
            <a:extLst xmlns:a="http://schemas.openxmlformats.org/drawingml/2006/main">
              <a:ext uri="{FF2B5EF4-FFF2-40B4-BE49-F238E27FC236}">
                <a16:creationId xmlns:a16="http://schemas.microsoft.com/office/drawing/2014/main" id="{48900509-82F6-4B0C-A7D0-63ED0F7AE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9530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B61"/>
                </a:solidFill>
              </a:defRPr>
            </a:pPr>
            <a:r>
              <a:rPr sz="1125" b="0" i="0">
                <a:solidFill>
                  <a:srgbClr val="667B61"/>
                </a:solidFill>
              </a:rPr>
              <a:t>NOTES</a:t>
            </a:r>
          </a:p>
        </p:txBody>
      </p:sp>
      <p:sp>
        <p:nvSpPr>
          <p:cNvPr id="5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057AD9E0-C243-4855-A4D2-F44F6E23E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3816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D830ACB1-889C-4EFF-BEC4-2770B304C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7435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EDBE452A-85CB-4B61-AFA3-CA1A8D842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61055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5918FA5A-3139-4F6B-AEF7-372174FF2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64674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15998E76-EFF9-4B1C-BFE8-C7C2898D3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68294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0FA54713-D579-4747-9803-76A7B4B50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71913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C72529DB-1549-4183-B50A-DE48C4821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75533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35E813C0-92FF-4E56-BF69-BF47E5A70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79152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ADD2983D-B838-4DA7-A00E-29F326337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82772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5895E77A-B51F-4F9D-B446-26FFEAB4C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86391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549E71C8-837C-4F7F-AD8F-A2B1D9915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90011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063804591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C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8caf86d70d455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7562850" cy="10696575"/>
          </a:xfrm>
          <a:prstGeom xmlns:a="http://schemas.openxmlformats.org/drawingml/2006/main" prst="rect">
            <a:avLst/>
          </a:prstGeom>
        </p:spPr>
      </p:pic>
      <p:sp>
        <p:nvSpPr>
          <p:cNvPr id="2" name="soft-romantic-panel">
            <a:extLst xmlns:a="http://schemas.openxmlformats.org/drawingml/2006/main">
              <a:ext uri="{FF2B5EF4-FFF2-40B4-BE49-F238E27FC236}">
                <a16:creationId xmlns:a16="http://schemas.microsoft.com/office/drawing/2014/main" id="{76E7E176-5C20-4FC9-875D-139C77A37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"/>
            <a:ext cx="6000750" cy="9429750"/>
          </a:xfrm>
          <a:prstGeom xmlns:a="http://schemas.openxmlformats.org/drawingml/2006/main" prst="roundRect">
            <a:avLst>
              <a:gd name="adj" fmla="val 1270"/>
            </a:avLst>
          </a:prstGeom>
          <a:solidFill xmlns:a="http://schemas.openxmlformats.org/drawingml/2006/main">
            <a:srgbClr val="FCF7F3"/>
          </a:solidFill>
          <a:ln xmlns:a="http://schemas.openxmlformats.org/drawingml/2006/main" w="9525">
            <a:solidFill>
              <a:srgbClr val="C79B46"/>
            </a:solidFill>
            <a:prstDash val="solid"/>
          </a:ln>
        </p:spPr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3D6C3154-1A65-475E-B42B-6A4775799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42950"/>
            <a:ext cx="5562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75" b="0" i="1">
                <a:solidFill>
                  <a:srgbClr val="52654E"/>
                </a:solidFill>
              </a:defRPr>
            </a:pPr>
            <a:r>
              <a:rPr sz="2475" b="0" i="1">
                <a:solidFill>
                  <a:srgbClr val="52654E"/>
                </a:solidFill>
              </a:rPr>
              <a:t>July Planner</a:t>
            </a:r>
          </a:p>
        </p:txBody>
      </p:sp>
      <p:sp>
        <p:nvSpPr>
          <p:cNvPr id="4" name="page-subtitle">
            <a:extLst xmlns:a="http://schemas.openxmlformats.org/drawingml/2006/main">
              <a:ext uri="{FF2B5EF4-FFF2-40B4-BE49-F238E27FC236}">
                <a16:creationId xmlns:a16="http://schemas.microsoft.com/office/drawing/2014/main" id="{97B3445A-F33E-430A-82D4-537884189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219200"/>
            <a:ext cx="461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C79B46"/>
                </a:solidFill>
              </a:defRPr>
            </a:pPr>
            <a:r>
              <a:rPr sz="975" b="0" i="0">
                <a:solidFill>
                  <a:srgbClr val="C79B46"/>
                </a:solidFill>
              </a:rPr>
              <a:t>JULY PLANNING PAGE</a:t>
            </a:r>
          </a:p>
        </p:txBody>
      </p:sp>
      <p:sp>
        <p:nvSpPr>
          <p:cNvPr id="5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7EF4F0D0-BE1E-46FA-AFF2-7C1772EC6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581150"/>
            <a:ext cx="85725" cy="857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C79B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F04C460-0A04-4F3C-9CE3-A5F160782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966787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C79B46"/>
                </a:solidFill>
              </a:defRPr>
            </a:pPr>
            <a:r>
              <a:rPr sz="750" b="0" i="0">
                <a:solidFill>
                  <a:srgbClr val="C79B46"/>
                </a:solidFill>
              </a:rPr>
              <a:t>046</a:t>
            </a:r>
          </a:p>
        </p:txBody>
      </p:sp>
      <p:sp>
        <p:nvSpPr>
          <p:cNvPr id="7" name="text-MONTHLY PRIORITIES">
            <a:extLst xmlns:a="http://schemas.openxmlformats.org/drawingml/2006/main">
              <a:ext uri="{FF2B5EF4-FFF2-40B4-BE49-F238E27FC236}">
                <a16:creationId xmlns:a16="http://schemas.microsoft.com/office/drawing/2014/main" id="{4FDDB4F9-A93F-497B-939D-6C98E75E2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B61"/>
                </a:solidFill>
              </a:defRPr>
            </a:pPr>
            <a:r>
              <a:rPr sz="1125" b="0" i="0">
                <a:solidFill>
                  <a:srgbClr val="667B61"/>
                </a:solidFill>
              </a:rPr>
              <a:t>MONTHLY PRIORITIES</a:t>
            </a:r>
          </a:p>
        </p:txBody>
      </p:sp>
      <p:sp>
        <p:nvSpPr>
          <p:cNvPr id="8" name="checkbox">
            <a:extLst xmlns:a="http://schemas.openxmlformats.org/drawingml/2006/main">
              <a:ext uri="{FF2B5EF4-FFF2-40B4-BE49-F238E27FC236}">
                <a16:creationId xmlns:a16="http://schemas.microsoft.com/office/drawing/2014/main" id="{1E92A6D1-1BB8-478D-A7CD-D7845E93D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3837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635639E2-BBEF-46CA-8A3A-945B7E447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40982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heckbox">
            <a:extLst xmlns:a="http://schemas.openxmlformats.org/drawingml/2006/main">
              <a:ext uri="{FF2B5EF4-FFF2-40B4-BE49-F238E27FC236}">
                <a16:creationId xmlns:a16="http://schemas.microsoft.com/office/drawing/2014/main" id="{6C39EE06-3B29-4F03-AD70-C21CD2DB4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60032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25663C77-9BA5-41F7-BDA9-FFA8DA0A5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7717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checkbox">
            <a:extLst xmlns:a="http://schemas.openxmlformats.org/drawingml/2006/main">
              <a:ext uri="{FF2B5EF4-FFF2-40B4-BE49-F238E27FC236}">
                <a16:creationId xmlns:a16="http://schemas.microsoft.com/office/drawing/2014/main" id="{EAD6A4EC-55D3-41E3-80E4-C0A8D527C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96227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F94DE07B-BDEE-4B3D-9AAB-90839C93F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13372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checkbox">
            <a:extLst xmlns:a="http://schemas.openxmlformats.org/drawingml/2006/main">
              <a:ext uri="{FF2B5EF4-FFF2-40B4-BE49-F238E27FC236}">
                <a16:creationId xmlns:a16="http://schemas.microsoft.com/office/drawing/2014/main" id="{E42EBC95-FDAF-4467-BD21-468929B57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32422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FB205B17-E18A-4DDA-9E8F-830B82EFA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4956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checkbox">
            <a:extLst xmlns:a="http://schemas.openxmlformats.org/drawingml/2006/main">
              <a:ext uri="{FF2B5EF4-FFF2-40B4-BE49-F238E27FC236}">
                <a16:creationId xmlns:a16="http://schemas.microsoft.com/office/drawing/2014/main" id="{0AC4B055-F073-439A-BC1B-D433F5E05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68617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5EBD2B1A-F731-4BCD-BF69-4DDE19CFD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85762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checkbox">
            <a:extLst xmlns:a="http://schemas.openxmlformats.org/drawingml/2006/main">
              <a:ext uri="{FF2B5EF4-FFF2-40B4-BE49-F238E27FC236}">
                <a16:creationId xmlns:a16="http://schemas.microsoft.com/office/drawing/2014/main" id="{4563E488-2134-434B-BB9A-B9858EE04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04812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AC67AFD2-DD5A-46B2-BCEF-B9F46F34F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2195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ext-IMPORTANT DATES">
            <a:extLst xmlns:a="http://schemas.openxmlformats.org/drawingml/2006/main">
              <a:ext uri="{FF2B5EF4-FFF2-40B4-BE49-F238E27FC236}">
                <a16:creationId xmlns:a16="http://schemas.microsoft.com/office/drawing/2014/main" id="{64399E28-FC24-4943-9AFA-DEE396A24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8097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B61"/>
                </a:solidFill>
              </a:defRPr>
            </a:pPr>
            <a:r>
              <a:rPr sz="1125" b="0" i="0">
                <a:solidFill>
                  <a:srgbClr val="667B61"/>
                </a:solidFill>
              </a:rPr>
              <a:t>IMPORTANT DATES</a:t>
            </a:r>
          </a:p>
        </p:txBody>
      </p:sp>
      <p:sp>
        <p:nvSpPr>
          <p:cNvPr id="2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2C4D9DB0-2FB3-4787-A08C-A8E10C7FF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2383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383D8F2D-0259-4F39-B7BC-E781482B0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6003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DC0A01E3-8E9F-48C6-9DA1-1041F400B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9622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18A6A180-E9DB-436F-897D-523CA8BC4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3242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9FCC9972-193F-45D6-9D5C-CCF712B2B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6861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516D417C-A99B-4F31-8FA1-FF150A4AB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0481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5FB30912-F594-41B6-9E91-E97992539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4100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text-TO DO">
            <a:extLst xmlns:a="http://schemas.openxmlformats.org/drawingml/2006/main">
              <a:ext uri="{FF2B5EF4-FFF2-40B4-BE49-F238E27FC236}">
                <a16:creationId xmlns:a16="http://schemas.microsoft.com/office/drawing/2014/main" id="{4BCAB54B-7F84-49FD-BEB8-4C0F6161C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B61"/>
                </a:solidFill>
              </a:defRPr>
            </a:pPr>
            <a:r>
              <a:rPr sz="1125" b="0" i="0">
                <a:solidFill>
                  <a:srgbClr val="667B61"/>
                </a:solidFill>
              </a:rPr>
              <a:t>TO DO</a:t>
            </a:r>
          </a:p>
        </p:txBody>
      </p:sp>
      <p:sp>
        <p:nvSpPr>
          <p:cNvPr id="29" name="checkbox">
            <a:extLst xmlns:a="http://schemas.openxmlformats.org/drawingml/2006/main">
              <a:ext uri="{FF2B5EF4-FFF2-40B4-BE49-F238E27FC236}">
                <a16:creationId xmlns:a16="http://schemas.microsoft.com/office/drawing/2014/main" id="{C861D979-76F2-4B63-A7B9-75D2538B5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38162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3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ABB1333D-5FF1-47E2-A0F0-7D772C9D5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5530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checkbox">
            <a:extLst xmlns:a="http://schemas.openxmlformats.org/drawingml/2006/main">
              <a:ext uri="{FF2B5EF4-FFF2-40B4-BE49-F238E27FC236}">
                <a16:creationId xmlns:a16="http://schemas.microsoft.com/office/drawing/2014/main" id="{C47B8478-621C-4A8F-B9DC-4C13BC414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74357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3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5392849E-E352-4530-806C-99AE03CB9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91502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checkbox">
            <a:extLst xmlns:a="http://schemas.openxmlformats.org/drawingml/2006/main">
              <a:ext uri="{FF2B5EF4-FFF2-40B4-BE49-F238E27FC236}">
                <a16:creationId xmlns:a16="http://schemas.microsoft.com/office/drawing/2014/main" id="{D3ED0419-E750-42EC-86FA-D61B8D384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10552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3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97B2831C-66CE-4E59-A212-E81268411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62769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checkbox">
            <a:extLst xmlns:a="http://schemas.openxmlformats.org/drawingml/2006/main">
              <a:ext uri="{FF2B5EF4-FFF2-40B4-BE49-F238E27FC236}">
                <a16:creationId xmlns:a16="http://schemas.microsoft.com/office/drawing/2014/main" id="{FC37E677-B874-4DF6-A38F-14BEF0AFE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46747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3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CE000109-58D8-4991-B792-57CEF94DF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663892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checkbox">
            <a:extLst xmlns:a="http://schemas.openxmlformats.org/drawingml/2006/main">
              <a:ext uri="{FF2B5EF4-FFF2-40B4-BE49-F238E27FC236}">
                <a16:creationId xmlns:a16="http://schemas.microsoft.com/office/drawing/2014/main" id="{F1E4414B-CC0E-461C-AC1D-63E0E8081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82942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38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118B9FD1-A0AC-4E14-85AB-CB792F51F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70008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checkbox">
            <a:extLst xmlns:a="http://schemas.openxmlformats.org/drawingml/2006/main">
              <a:ext uri="{FF2B5EF4-FFF2-40B4-BE49-F238E27FC236}">
                <a16:creationId xmlns:a16="http://schemas.microsoft.com/office/drawing/2014/main" id="{7957504E-71BB-4459-808F-3B168700E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19137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4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8A36A576-8150-4D60-9695-CDD4C682B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736282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checkbox">
            <a:extLst xmlns:a="http://schemas.openxmlformats.org/drawingml/2006/main">
              <a:ext uri="{FF2B5EF4-FFF2-40B4-BE49-F238E27FC236}">
                <a16:creationId xmlns:a16="http://schemas.microsoft.com/office/drawing/2014/main" id="{C0B0AB88-3714-4303-B05F-532DEE8A8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55332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4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C9BE46E8-E77A-4AEB-9ADF-296381B9E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77247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checkbox">
            <a:extLst xmlns:a="http://schemas.openxmlformats.org/drawingml/2006/main">
              <a:ext uri="{FF2B5EF4-FFF2-40B4-BE49-F238E27FC236}">
                <a16:creationId xmlns:a16="http://schemas.microsoft.com/office/drawing/2014/main" id="{BC715F1D-A64B-4C4C-8F88-8F364B416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91527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4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BF328FEC-8EAD-47DB-8648-CDE7FB5E0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808672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checkbox">
            <a:extLst xmlns:a="http://schemas.openxmlformats.org/drawingml/2006/main">
              <a:ext uri="{FF2B5EF4-FFF2-40B4-BE49-F238E27FC236}">
                <a16:creationId xmlns:a16="http://schemas.microsoft.com/office/drawing/2014/main" id="{97101F1B-F42F-4CC6-8F69-65D7E8AD7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27722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4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7ED63434-898C-4C8D-B0DE-B97871ED8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84486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checkbox">
            <a:extLst xmlns:a="http://schemas.openxmlformats.org/drawingml/2006/main">
              <a:ext uri="{FF2B5EF4-FFF2-40B4-BE49-F238E27FC236}">
                <a16:creationId xmlns:a16="http://schemas.microsoft.com/office/drawing/2014/main" id="{67BBF88C-075F-4BD2-8879-5A837D952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63917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48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21300F5A-BB51-4DDF-824E-3D5A10A81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881062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text-NOTES">
            <a:extLst xmlns:a="http://schemas.openxmlformats.org/drawingml/2006/main">
              <a:ext uri="{FF2B5EF4-FFF2-40B4-BE49-F238E27FC236}">
                <a16:creationId xmlns:a16="http://schemas.microsoft.com/office/drawing/2014/main" id="{10C12F2B-EA32-4C96-B838-4D8CC0A68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9530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B61"/>
                </a:solidFill>
              </a:defRPr>
            </a:pPr>
            <a:r>
              <a:rPr sz="1125" b="0" i="0">
                <a:solidFill>
                  <a:srgbClr val="667B61"/>
                </a:solidFill>
              </a:rPr>
              <a:t>NOTES</a:t>
            </a:r>
          </a:p>
        </p:txBody>
      </p:sp>
      <p:sp>
        <p:nvSpPr>
          <p:cNvPr id="5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606A90CA-F6C6-4FC3-A4CE-9F19E90B5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3816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29CF6301-B782-4191-BDCC-ECDB00162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7435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647534A9-7773-4965-9940-34DA7B56E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61055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0A34A021-3F2B-461C-9AB4-D4AC643C7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64674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2353995A-F5DD-417C-A9A9-0EF7C7857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68294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54357635-B815-4D9E-9F01-496A08301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71913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ED5CE03D-C91E-4CBE-8E3F-924BDBED4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75533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EF913D18-997D-4FDB-B2F7-C707894BF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79152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EFDC86ED-77BE-42CD-8FE3-68698E733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82772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B3C20F62-9B99-4038-B806-ED845A67B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86391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56CD1027-A47A-40B1-AF4E-959DD805D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90011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355841183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C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74bde7f6b845d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7562850" cy="10696575"/>
          </a:xfrm>
          <a:prstGeom xmlns:a="http://schemas.openxmlformats.org/drawingml/2006/main" prst="rect">
            <a:avLst/>
          </a:prstGeom>
        </p:spPr>
      </p:pic>
      <p:sp>
        <p:nvSpPr>
          <p:cNvPr id="2" name="soft-romantic-panel">
            <a:extLst xmlns:a="http://schemas.openxmlformats.org/drawingml/2006/main">
              <a:ext uri="{FF2B5EF4-FFF2-40B4-BE49-F238E27FC236}">
                <a16:creationId xmlns:a16="http://schemas.microsoft.com/office/drawing/2014/main" id="{9842EC85-7944-47ED-BCAE-F9FCAC352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"/>
            <a:ext cx="6000750" cy="9429750"/>
          </a:xfrm>
          <a:prstGeom xmlns:a="http://schemas.openxmlformats.org/drawingml/2006/main" prst="roundRect">
            <a:avLst>
              <a:gd name="adj" fmla="val 1270"/>
            </a:avLst>
          </a:prstGeom>
          <a:solidFill xmlns:a="http://schemas.openxmlformats.org/drawingml/2006/main">
            <a:srgbClr val="FCF7F3"/>
          </a:solidFill>
          <a:ln xmlns:a="http://schemas.openxmlformats.org/drawingml/2006/main" w="9525">
            <a:solidFill>
              <a:srgbClr val="C79B46"/>
            </a:solidFill>
            <a:prstDash val="solid"/>
          </a:ln>
        </p:spPr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D99DAA40-A7DE-4081-B907-0E3DB6471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42950"/>
            <a:ext cx="5562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75" b="0" i="1">
                <a:solidFill>
                  <a:srgbClr val="52654E"/>
                </a:solidFill>
              </a:defRPr>
            </a:pPr>
            <a:r>
              <a:rPr sz="2475" b="0" i="1">
                <a:solidFill>
                  <a:srgbClr val="52654E"/>
                </a:solidFill>
              </a:rPr>
              <a:t>August Planner</a:t>
            </a:r>
          </a:p>
        </p:txBody>
      </p:sp>
      <p:sp>
        <p:nvSpPr>
          <p:cNvPr id="4" name="page-subtitle">
            <a:extLst xmlns:a="http://schemas.openxmlformats.org/drawingml/2006/main">
              <a:ext uri="{FF2B5EF4-FFF2-40B4-BE49-F238E27FC236}">
                <a16:creationId xmlns:a16="http://schemas.microsoft.com/office/drawing/2014/main" id="{84E002F7-F192-4F90-8E3D-AFF57184C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219200"/>
            <a:ext cx="461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C79B46"/>
                </a:solidFill>
              </a:defRPr>
            </a:pPr>
            <a:r>
              <a:rPr sz="975" b="0" i="0">
                <a:solidFill>
                  <a:srgbClr val="C79B46"/>
                </a:solidFill>
              </a:rPr>
              <a:t>AUGUST PLANNING PAGE</a:t>
            </a:r>
          </a:p>
        </p:txBody>
      </p:sp>
      <p:sp>
        <p:nvSpPr>
          <p:cNvPr id="5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2FDA7031-E66C-49B9-9B8A-9A2FEFECA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581150"/>
            <a:ext cx="85725" cy="857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C79B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FC58C7F-C352-4D39-82BC-F220EAAAC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966787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C79B46"/>
                </a:solidFill>
              </a:defRPr>
            </a:pPr>
            <a:r>
              <a:rPr sz="750" b="0" i="0">
                <a:solidFill>
                  <a:srgbClr val="C79B46"/>
                </a:solidFill>
              </a:rPr>
              <a:t>047</a:t>
            </a:r>
          </a:p>
        </p:txBody>
      </p:sp>
      <p:sp>
        <p:nvSpPr>
          <p:cNvPr id="7" name="text-MONTHLY PRIORITIES">
            <a:extLst xmlns:a="http://schemas.openxmlformats.org/drawingml/2006/main">
              <a:ext uri="{FF2B5EF4-FFF2-40B4-BE49-F238E27FC236}">
                <a16:creationId xmlns:a16="http://schemas.microsoft.com/office/drawing/2014/main" id="{66E8E338-6835-4158-94F0-E2D996B98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B61"/>
                </a:solidFill>
              </a:defRPr>
            </a:pPr>
            <a:r>
              <a:rPr sz="1125" b="0" i="0">
                <a:solidFill>
                  <a:srgbClr val="667B61"/>
                </a:solidFill>
              </a:rPr>
              <a:t>MONTHLY PRIORITIES</a:t>
            </a:r>
          </a:p>
        </p:txBody>
      </p:sp>
      <p:sp>
        <p:nvSpPr>
          <p:cNvPr id="8" name="checkbox">
            <a:extLst xmlns:a="http://schemas.openxmlformats.org/drawingml/2006/main">
              <a:ext uri="{FF2B5EF4-FFF2-40B4-BE49-F238E27FC236}">
                <a16:creationId xmlns:a16="http://schemas.microsoft.com/office/drawing/2014/main" id="{3A5B768B-ABBA-4F54-990F-151191E24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3837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103F4086-5737-4F30-80A7-28F9FFFFF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40982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heckbox">
            <a:extLst xmlns:a="http://schemas.openxmlformats.org/drawingml/2006/main">
              <a:ext uri="{FF2B5EF4-FFF2-40B4-BE49-F238E27FC236}">
                <a16:creationId xmlns:a16="http://schemas.microsoft.com/office/drawing/2014/main" id="{14584F83-A8B0-45CB-A675-449B61722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60032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CA870303-73D7-4016-B483-75A562F74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7717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checkbox">
            <a:extLst xmlns:a="http://schemas.openxmlformats.org/drawingml/2006/main">
              <a:ext uri="{FF2B5EF4-FFF2-40B4-BE49-F238E27FC236}">
                <a16:creationId xmlns:a16="http://schemas.microsoft.com/office/drawing/2014/main" id="{73197523-E8CC-411F-96AE-D37ED115E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96227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D0676CEA-129A-4F58-B5EA-8AB99A74D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13372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checkbox">
            <a:extLst xmlns:a="http://schemas.openxmlformats.org/drawingml/2006/main">
              <a:ext uri="{FF2B5EF4-FFF2-40B4-BE49-F238E27FC236}">
                <a16:creationId xmlns:a16="http://schemas.microsoft.com/office/drawing/2014/main" id="{0939284B-A0B0-485F-897E-547EA0E21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32422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AC9C51AA-E5B1-41DD-AF17-2B70FE9E2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4956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checkbox">
            <a:extLst xmlns:a="http://schemas.openxmlformats.org/drawingml/2006/main">
              <a:ext uri="{FF2B5EF4-FFF2-40B4-BE49-F238E27FC236}">
                <a16:creationId xmlns:a16="http://schemas.microsoft.com/office/drawing/2014/main" id="{BC6689A9-32B7-4495-B805-A3FEFF2E2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68617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25F991E4-8B6D-437C-A97D-8B4F5E1BF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85762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checkbox">
            <a:extLst xmlns:a="http://schemas.openxmlformats.org/drawingml/2006/main">
              <a:ext uri="{FF2B5EF4-FFF2-40B4-BE49-F238E27FC236}">
                <a16:creationId xmlns:a16="http://schemas.microsoft.com/office/drawing/2014/main" id="{FEFAA411-E22D-481E-AE0E-3E3DEAB4C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04812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EBA64A61-4C01-4A5E-A57D-BBB50CC73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2195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ext-IMPORTANT DATES">
            <a:extLst xmlns:a="http://schemas.openxmlformats.org/drawingml/2006/main">
              <a:ext uri="{FF2B5EF4-FFF2-40B4-BE49-F238E27FC236}">
                <a16:creationId xmlns:a16="http://schemas.microsoft.com/office/drawing/2014/main" id="{8CD31692-4C74-41EB-96A9-1680B80E3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8097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B61"/>
                </a:solidFill>
              </a:defRPr>
            </a:pPr>
            <a:r>
              <a:rPr sz="1125" b="0" i="0">
                <a:solidFill>
                  <a:srgbClr val="667B61"/>
                </a:solidFill>
              </a:rPr>
              <a:t>IMPORTANT DATES</a:t>
            </a:r>
          </a:p>
        </p:txBody>
      </p:sp>
      <p:sp>
        <p:nvSpPr>
          <p:cNvPr id="2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402B5E8F-83E0-471B-A6DC-43BD2760F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2383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E3F9DDFC-6C52-4A84-835B-E2743562E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6003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9FCBAF7A-5486-4988-87AC-5592A56E9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9622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8966CAD4-552D-437C-B1C1-5299B3A23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3242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C234A033-45AC-498B-A643-0BDF0D61B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6861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D9B682D8-24DB-4C20-B340-E4E51BE22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0481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6D77B1DA-3F4F-4F66-BD5B-866D7C241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4100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text-TO DO">
            <a:extLst xmlns:a="http://schemas.openxmlformats.org/drawingml/2006/main">
              <a:ext uri="{FF2B5EF4-FFF2-40B4-BE49-F238E27FC236}">
                <a16:creationId xmlns:a16="http://schemas.microsoft.com/office/drawing/2014/main" id="{B4477933-59CC-4AF3-B396-A43FF7654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B61"/>
                </a:solidFill>
              </a:defRPr>
            </a:pPr>
            <a:r>
              <a:rPr sz="1125" b="0" i="0">
                <a:solidFill>
                  <a:srgbClr val="667B61"/>
                </a:solidFill>
              </a:rPr>
              <a:t>TO DO</a:t>
            </a:r>
          </a:p>
        </p:txBody>
      </p:sp>
      <p:sp>
        <p:nvSpPr>
          <p:cNvPr id="29" name="checkbox">
            <a:extLst xmlns:a="http://schemas.openxmlformats.org/drawingml/2006/main">
              <a:ext uri="{FF2B5EF4-FFF2-40B4-BE49-F238E27FC236}">
                <a16:creationId xmlns:a16="http://schemas.microsoft.com/office/drawing/2014/main" id="{5C0D7ECC-3EDE-4B9E-ACD1-4B32F1DC9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38162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3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55530F28-3DFF-4C19-A7E3-B7017F397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5530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checkbox">
            <a:extLst xmlns:a="http://schemas.openxmlformats.org/drawingml/2006/main">
              <a:ext uri="{FF2B5EF4-FFF2-40B4-BE49-F238E27FC236}">
                <a16:creationId xmlns:a16="http://schemas.microsoft.com/office/drawing/2014/main" id="{D3762F49-09A6-4B3D-9AE2-5807151A6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74357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3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6DCC2CB2-7651-4787-BCE0-F0D80DF3A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91502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checkbox">
            <a:extLst xmlns:a="http://schemas.openxmlformats.org/drawingml/2006/main">
              <a:ext uri="{FF2B5EF4-FFF2-40B4-BE49-F238E27FC236}">
                <a16:creationId xmlns:a16="http://schemas.microsoft.com/office/drawing/2014/main" id="{F5EDA811-273E-4C6E-A6AC-7C9D8AF36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10552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3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29309FD2-BF50-4229-BAE6-7D55316EE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62769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checkbox">
            <a:extLst xmlns:a="http://schemas.openxmlformats.org/drawingml/2006/main">
              <a:ext uri="{FF2B5EF4-FFF2-40B4-BE49-F238E27FC236}">
                <a16:creationId xmlns:a16="http://schemas.microsoft.com/office/drawing/2014/main" id="{44883B2D-F9A5-4095-9247-2FD35193F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46747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3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14C145A8-A406-4B05-B0C6-20349217B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663892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checkbox">
            <a:extLst xmlns:a="http://schemas.openxmlformats.org/drawingml/2006/main">
              <a:ext uri="{FF2B5EF4-FFF2-40B4-BE49-F238E27FC236}">
                <a16:creationId xmlns:a16="http://schemas.microsoft.com/office/drawing/2014/main" id="{7928A008-71B0-4AB3-8BCF-C15B26DDD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82942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38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F2E4067F-E97E-44AD-8C12-B66BBBC24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70008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checkbox">
            <a:extLst xmlns:a="http://schemas.openxmlformats.org/drawingml/2006/main">
              <a:ext uri="{FF2B5EF4-FFF2-40B4-BE49-F238E27FC236}">
                <a16:creationId xmlns:a16="http://schemas.microsoft.com/office/drawing/2014/main" id="{34F54C18-8B61-419D-8249-D77FC6585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19137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4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98180D51-D1EE-427E-8CA9-49859C6A1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736282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checkbox">
            <a:extLst xmlns:a="http://schemas.openxmlformats.org/drawingml/2006/main">
              <a:ext uri="{FF2B5EF4-FFF2-40B4-BE49-F238E27FC236}">
                <a16:creationId xmlns:a16="http://schemas.microsoft.com/office/drawing/2014/main" id="{B9B67719-B19A-4471-890F-8015011AD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55332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4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4BB1BFBD-6C99-40EB-9F24-7881C39E1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77247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checkbox">
            <a:extLst xmlns:a="http://schemas.openxmlformats.org/drawingml/2006/main">
              <a:ext uri="{FF2B5EF4-FFF2-40B4-BE49-F238E27FC236}">
                <a16:creationId xmlns:a16="http://schemas.microsoft.com/office/drawing/2014/main" id="{05C49295-9DC8-4366-9ECA-4C829B444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91527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4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3EE28669-BCF1-4003-A065-2F9FF3C28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808672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checkbox">
            <a:extLst xmlns:a="http://schemas.openxmlformats.org/drawingml/2006/main">
              <a:ext uri="{FF2B5EF4-FFF2-40B4-BE49-F238E27FC236}">
                <a16:creationId xmlns:a16="http://schemas.microsoft.com/office/drawing/2014/main" id="{1E91C5D3-6ACF-434A-B52E-A769E70B4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27722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4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3940B4B5-33F2-4B00-A404-4C2EF9775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84486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checkbox">
            <a:extLst xmlns:a="http://schemas.openxmlformats.org/drawingml/2006/main">
              <a:ext uri="{FF2B5EF4-FFF2-40B4-BE49-F238E27FC236}">
                <a16:creationId xmlns:a16="http://schemas.microsoft.com/office/drawing/2014/main" id="{43BF504B-3A27-4A81-8BCB-4007BB3AC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63917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48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34969DB9-7055-4BB3-A671-D2ABBF5CC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881062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text-NOTES">
            <a:extLst xmlns:a="http://schemas.openxmlformats.org/drawingml/2006/main">
              <a:ext uri="{FF2B5EF4-FFF2-40B4-BE49-F238E27FC236}">
                <a16:creationId xmlns:a16="http://schemas.microsoft.com/office/drawing/2014/main" id="{AD38FDBD-D781-4054-A42B-5F58207DB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9530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B61"/>
                </a:solidFill>
              </a:defRPr>
            </a:pPr>
            <a:r>
              <a:rPr sz="1125" b="0" i="0">
                <a:solidFill>
                  <a:srgbClr val="667B61"/>
                </a:solidFill>
              </a:rPr>
              <a:t>NOTES</a:t>
            </a:r>
          </a:p>
        </p:txBody>
      </p:sp>
      <p:sp>
        <p:nvSpPr>
          <p:cNvPr id="5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9D4CD136-773E-40A3-B01A-ECD93FD13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3816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71328F5A-F278-4D3F-91DA-45CF94470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7435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F0F92103-E8BF-4E53-B6F6-2A7F4EC74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61055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1ADEEF2A-AB7C-4239-A14E-F19DACF4C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64674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4B68B7C7-B8AC-4EB6-B447-37F5C088D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68294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1BAE5919-094B-4B17-8C60-8FEFBAE91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71913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2360F7DE-CEAC-485E-9826-BD9FFB1A1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75533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186DB377-8825-47CF-90D3-54F601D35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79152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60696C43-B084-4463-9FEB-92FB24EE9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82772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11C0D34F-AF52-4F4A-817D-46F9A720B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86391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A8DAB980-D64D-46C8-ACD2-D7CB52818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90011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284861644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C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c0563b923f4be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7562850" cy="10696575"/>
          </a:xfrm>
          <a:prstGeom xmlns:a="http://schemas.openxmlformats.org/drawingml/2006/main" prst="rect">
            <a:avLst/>
          </a:prstGeom>
        </p:spPr>
      </p:pic>
      <p:sp>
        <p:nvSpPr>
          <p:cNvPr id="2" name="soft-romantic-panel">
            <a:extLst xmlns:a="http://schemas.openxmlformats.org/drawingml/2006/main">
              <a:ext uri="{FF2B5EF4-FFF2-40B4-BE49-F238E27FC236}">
                <a16:creationId xmlns:a16="http://schemas.microsoft.com/office/drawing/2014/main" id="{33FE379B-FDD7-4A62-B911-E81335A5E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"/>
            <a:ext cx="6000750" cy="9429750"/>
          </a:xfrm>
          <a:prstGeom xmlns:a="http://schemas.openxmlformats.org/drawingml/2006/main" prst="roundRect">
            <a:avLst>
              <a:gd name="adj" fmla="val 1270"/>
            </a:avLst>
          </a:prstGeom>
          <a:solidFill xmlns:a="http://schemas.openxmlformats.org/drawingml/2006/main">
            <a:srgbClr val="FCF7F3"/>
          </a:solidFill>
          <a:ln xmlns:a="http://schemas.openxmlformats.org/drawingml/2006/main" w="9525">
            <a:solidFill>
              <a:srgbClr val="C79B46"/>
            </a:solidFill>
            <a:prstDash val="solid"/>
          </a:ln>
        </p:spPr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D316E319-4F6A-47E0-8BC6-C23F8F3F1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42950"/>
            <a:ext cx="5562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75" b="0" i="1">
                <a:solidFill>
                  <a:srgbClr val="52654E"/>
                </a:solidFill>
              </a:defRPr>
            </a:pPr>
            <a:r>
              <a:rPr sz="2475" b="0" i="1">
                <a:solidFill>
                  <a:srgbClr val="52654E"/>
                </a:solidFill>
              </a:rPr>
              <a:t>September Planner</a:t>
            </a:r>
          </a:p>
        </p:txBody>
      </p:sp>
      <p:sp>
        <p:nvSpPr>
          <p:cNvPr id="4" name="page-subtitle">
            <a:extLst xmlns:a="http://schemas.openxmlformats.org/drawingml/2006/main">
              <a:ext uri="{FF2B5EF4-FFF2-40B4-BE49-F238E27FC236}">
                <a16:creationId xmlns:a16="http://schemas.microsoft.com/office/drawing/2014/main" id="{DC8DBE61-DD2D-478C-A3C9-FC24CC988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219200"/>
            <a:ext cx="461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C79B46"/>
                </a:solidFill>
              </a:defRPr>
            </a:pPr>
            <a:r>
              <a:rPr sz="975" b="0" i="0">
                <a:solidFill>
                  <a:srgbClr val="C79B46"/>
                </a:solidFill>
              </a:rPr>
              <a:t>SEPTEMBER PLANNING PAGE</a:t>
            </a:r>
          </a:p>
        </p:txBody>
      </p:sp>
      <p:sp>
        <p:nvSpPr>
          <p:cNvPr id="5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9F474593-CC31-4DDC-A8F3-0F9CD91F3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581150"/>
            <a:ext cx="85725" cy="857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C79B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06392D79-D0A7-49E0-B7CB-9453EE1D6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966787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C79B46"/>
                </a:solidFill>
              </a:defRPr>
            </a:pPr>
            <a:r>
              <a:rPr sz="750" b="0" i="0">
                <a:solidFill>
                  <a:srgbClr val="C79B46"/>
                </a:solidFill>
              </a:rPr>
              <a:t>048</a:t>
            </a:r>
          </a:p>
        </p:txBody>
      </p:sp>
      <p:sp>
        <p:nvSpPr>
          <p:cNvPr id="7" name="text-MONTHLY PRIORITIES">
            <a:extLst xmlns:a="http://schemas.openxmlformats.org/drawingml/2006/main">
              <a:ext uri="{FF2B5EF4-FFF2-40B4-BE49-F238E27FC236}">
                <a16:creationId xmlns:a16="http://schemas.microsoft.com/office/drawing/2014/main" id="{A300A1B2-9D7C-4200-9747-996BD6D1D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B61"/>
                </a:solidFill>
              </a:defRPr>
            </a:pPr>
            <a:r>
              <a:rPr sz="1125" b="0" i="0">
                <a:solidFill>
                  <a:srgbClr val="667B61"/>
                </a:solidFill>
              </a:rPr>
              <a:t>MONTHLY PRIORITIES</a:t>
            </a:r>
          </a:p>
        </p:txBody>
      </p:sp>
      <p:sp>
        <p:nvSpPr>
          <p:cNvPr id="8" name="checkbox">
            <a:extLst xmlns:a="http://schemas.openxmlformats.org/drawingml/2006/main">
              <a:ext uri="{FF2B5EF4-FFF2-40B4-BE49-F238E27FC236}">
                <a16:creationId xmlns:a16="http://schemas.microsoft.com/office/drawing/2014/main" id="{60A19B25-F63C-4A16-9E80-327A41FE9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3837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B29C39C3-54F5-461C-84A0-DEE2546A5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40982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heckbox">
            <a:extLst xmlns:a="http://schemas.openxmlformats.org/drawingml/2006/main">
              <a:ext uri="{FF2B5EF4-FFF2-40B4-BE49-F238E27FC236}">
                <a16:creationId xmlns:a16="http://schemas.microsoft.com/office/drawing/2014/main" id="{F4DC58E4-AA7A-4E6D-964C-F186F7796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60032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4FAB1A04-F3D2-4C8B-A8FF-CBADA169B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7717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checkbox">
            <a:extLst xmlns:a="http://schemas.openxmlformats.org/drawingml/2006/main">
              <a:ext uri="{FF2B5EF4-FFF2-40B4-BE49-F238E27FC236}">
                <a16:creationId xmlns:a16="http://schemas.microsoft.com/office/drawing/2014/main" id="{0F24708A-B0D6-4270-9F89-A5293BE8C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96227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90DABA95-87B7-4070-8B80-4DD6B3CA0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13372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checkbox">
            <a:extLst xmlns:a="http://schemas.openxmlformats.org/drawingml/2006/main">
              <a:ext uri="{FF2B5EF4-FFF2-40B4-BE49-F238E27FC236}">
                <a16:creationId xmlns:a16="http://schemas.microsoft.com/office/drawing/2014/main" id="{7F897A40-122E-4833-8373-83FAF89FF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32422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B2181B53-A914-4908-918F-08B0CD987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4956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checkbox">
            <a:extLst xmlns:a="http://schemas.openxmlformats.org/drawingml/2006/main">
              <a:ext uri="{FF2B5EF4-FFF2-40B4-BE49-F238E27FC236}">
                <a16:creationId xmlns:a16="http://schemas.microsoft.com/office/drawing/2014/main" id="{D837DB6C-F79C-4CCB-9E60-7897E1A48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68617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FC755A48-63A1-42ED-A56D-AEDAE4652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85762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checkbox">
            <a:extLst xmlns:a="http://schemas.openxmlformats.org/drawingml/2006/main">
              <a:ext uri="{FF2B5EF4-FFF2-40B4-BE49-F238E27FC236}">
                <a16:creationId xmlns:a16="http://schemas.microsoft.com/office/drawing/2014/main" id="{276FC68F-04BE-45A1-96F9-628B889D6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04812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DD07FDC2-AE0A-49C1-AE31-25B2E32F8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2195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ext-IMPORTANT DATES">
            <a:extLst xmlns:a="http://schemas.openxmlformats.org/drawingml/2006/main">
              <a:ext uri="{FF2B5EF4-FFF2-40B4-BE49-F238E27FC236}">
                <a16:creationId xmlns:a16="http://schemas.microsoft.com/office/drawing/2014/main" id="{77B4BC01-6313-49A5-9D94-223AEFF91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8097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B61"/>
                </a:solidFill>
              </a:defRPr>
            </a:pPr>
            <a:r>
              <a:rPr sz="1125" b="0" i="0">
                <a:solidFill>
                  <a:srgbClr val="667B61"/>
                </a:solidFill>
              </a:rPr>
              <a:t>IMPORTANT DATES</a:t>
            </a:r>
          </a:p>
        </p:txBody>
      </p:sp>
      <p:sp>
        <p:nvSpPr>
          <p:cNvPr id="2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73141B7D-2057-4295-B115-5F1D059F5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2383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82817350-5B24-4880-820A-BA007C025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6003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34E58585-8D63-494B-9B26-048566247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9622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DFBB140A-4A01-4047-944F-CED375701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3242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79B56AE5-E364-4E8A-AB7D-EE54EF3F8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6861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39CCEF8E-F662-445B-9352-3F5C116A9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0481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37A4C7C5-56AC-4EDE-8B98-672FBEA22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4100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text-TO DO">
            <a:extLst xmlns:a="http://schemas.openxmlformats.org/drawingml/2006/main">
              <a:ext uri="{FF2B5EF4-FFF2-40B4-BE49-F238E27FC236}">
                <a16:creationId xmlns:a16="http://schemas.microsoft.com/office/drawing/2014/main" id="{4122D847-3357-48CE-B69B-FB8209A08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B61"/>
                </a:solidFill>
              </a:defRPr>
            </a:pPr>
            <a:r>
              <a:rPr sz="1125" b="0" i="0">
                <a:solidFill>
                  <a:srgbClr val="667B61"/>
                </a:solidFill>
              </a:rPr>
              <a:t>TO DO</a:t>
            </a:r>
          </a:p>
        </p:txBody>
      </p:sp>
      <p:sp>
        <p:nvSpPr>
          <p:cNvPr id="29" name="checkbox">
            <a:extLst xmlns:a="http://schemas.openxmlformats.org/drawingml/2006/main">
              <a:ext uri="{FF2B5EF4-FFF2-40B4-BE49-F238E27FC236}">
                <a16:creationId xmlns:a16="http://schemas.microsoft.com/office/drawing/2014/main" id="{032F5F09-C6C6-47D8-817E-23FC31A7A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38162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3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C7BF1149-7581-45E0-854D-0D8BF6FA1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5530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checkbox">
            <a:extLst xmlns:a="http://schemas.openxmlformats.org/drawingml/2006/main">
              <a:ext uri="{FF2B5EF4-FFF2-40B4-BE49-F238E27FC236}">
                <a16:creationId xmlns:a16="http://schemas.microsoft.com/office/drawing/2014/main" id="{A6CBB628-8652-41D8-9D2B-C0335D2A8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74357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3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DF92D5D0-7232-49D1-B5FE-3320F8F7E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91502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checkbox">
            <a:extLst xmlns:a="http://schemas.openxmlformats.org/drawingml/2006/main">
              <a:ext uri="{FF2B5EF4-FFF2-40B4-BE49-F238E27FC236}">
                <a16:creationId xmlns:a16="http://schemas.microsoft.com/office/drawing/2014/main" id="{2B54B62B-2B0F-4DB5-B1A8-9518AF3C2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10552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3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B04D14AA-32DC-4704-9135-43828AA12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62769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checkbox">
            <a:extLst xmlns:a="http://schemas.openxmlformats.org/drawingml/2006/main">
              <a:ext uri="{FF2B5EF4-FFF2-40B4-BE49-F238E27FC236}">
                <a16:creationId xmlns:a16="http://schemas.microsoft.com/office/drawing/2014/main" id="{EAC65015-9AEC-4696-AC99-328BE5879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46747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3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39B000C9-1F8E-4BC6-A4C8-8D26D148E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663892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checkbox">
            <a:extLst xmlns:a="http://schemas.openxmlformats.org/drawingml/2006/main">
              <a:ext uri="{FF2B5EF4-FFF2-40B4-BE49-F238E27FC236}">
                <a16:creationId xmlns:a16="http://schemas.microsoft.com/office/drawing/2014/main" id="{46F131FE-4071-48D0-8BFE-68666B63A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82942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38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54995B06-E711-4570-8066-7ABDE7A15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70008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checkbox">
            <a:extLst xmlns:a="http://schemas.openxmlformats.org/drawingml/2006/main">
              <a:ext uri="{FF2B5EF4-FFF2-40B4-BE49-F238E27FC236}">
                <a16:creationId xmlns:a16="http://schemas.microsoft.com/office/drawing/2014/main" id="{3667E088-88DA-4C45-9909-F8DC8C56E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19137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4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60035276-F1C2-4A3A-9270-852A368F6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736282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checkbox">
            <a:extLst xmlns:a="http://schemas.openxmlformats.org/drawingml/2006/main">
              <a:ext uri="{FF2B5EF4-FFF2-40B4-BE49-F238E27FC236}">
                <a16:creationId xmlns:a16="http://schemas.microsoft.com/office/drawing/2014/main" id="{D4103087-860C-4940-BB4F-12178CEE0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55332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4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5A10D8E5-EE68-49DC-9F39-25BAE4C6A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77247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checkbox">
            <a:extLst xmlns:a="http://schemas.openxmlformats.org/drawingml/2006/main">
              <a:ext uri="{FF2B5EF4-FFF2-40B4-BE49-F238E27FC236}">
                <a16:creationId xmlns:a16="http://schemas.microsoft.com/office/drawing/2014/main" id="{D9D3DC13-3D04-4CF6-BC38-BF8017BB3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91527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4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ADE435D5-C808-426A-8552-08C7DB861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808672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checkbox">
            <a:extLst xmlns:a="http://schemas.openxmlformats.org/drawingml/2006/main">
              <a:ext uri="{FF2B5EF4-FFF2-40B4-BE49-F238E27FC236}">
                <a16:creationId xmlns:a16="http://schemas.microsoft.com/office/drawing/2014/main" id="{DE2C9768-926D-49E7-BA8D-AFF22376F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27722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4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E08516EB-662C-42D3-9458-67098F707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84486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checkbox">
            <a:extLst xmlns:a="http://schemas.openxmlformats.org/drawingml/2006/main">
              <a:ext uri="{FF2B5EF4-FFF2-40B4-BE49-F238E27FC236}">
                <a16:creationId xmlns:a16="http://schemas.microsoft.com/office/drawing/2014/main" id="{194FBE9D-32FB-4A50-BC4F-C4DF76FD5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63917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48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C8A65E74-EFAB-49CF-8D8E-EDE67BD61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881062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text-NOTES">
            <a:extLst xmlns:a="http://schemas.openxmlformats.org/drawingml/2006/main">
              <a:ext uri="{FF2B5EF4-FFF2-40B4-BE49-F238E27FC236}">
                <a16:creationId xmlns:a16="http://schemas.microsoft.com/office/drawing/2014/main" id="{157D8B37-044D-4993-A015-CA7063C10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9530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B61"/>
                </a:solidFill>
              </a:defRPr>
            </a:pPr>
            <a:r>
              <a:rPr sz="1125" b="0" i="0">
                <a:solidFill>
                  <a:srgbClr val="667B61"/>
                </a:solidFill>
              </a:rPr>
              <a:t>NOTES</a:t>
            </a:r>
          </a:p>
        </p:txBody>
      </p:sp>
      <p:sp>
        <p:nvSpPr>
          <p:cNvPr id="5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8D4EB6EA-8564-4760-9E74-9D43219AE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3816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FD8393C7-6F4F-4120-80CC-ED66A5C16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7435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776E31DE-7DA9-447A-AA38-0B0FDF474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61055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DF0E70CB-735D-4288-AA4D-744D1060F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64674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FE54E5CF-CBBF-4E17-9123-400CA7374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68294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FF00EC93-F137-4DBC-8530-EBFCB03C7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71913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171F0053-EAB7-42B3-8C7D-657ACB15F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75533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F32C4F7A-45A7-45F3-9DE4-75D292EB0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79152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08F77F32-E9CC-4E89-87EA-1916E365D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82772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BBDC1CD8-362A-45B1-90EB-9A601DE17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86391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47D24B0E-8924-4929-A534-5F3630CFC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90011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844753255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C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8858cced37470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7562850" cy="10696575"/>
          </a:xfrm>
          <a:prstGeom xmlns:a="http://schemas.openxmlformats.org/drawingml/2006/main" prst="rect">
            <a:avLst/>
          </a:prstGeom>
        </p:spPr>
      </p:pic>
      <p:sp>
        <p:nvSpPr>
          <p:cNvPr id="2" name="soft-romantic-panel">
            <a:extLst xmlns:a="http://schemas.openxmlformats.org/drawingml/2006/main">
              <a:ext uri="{FF2B5EF4-FFF2-40B4-BE49-F238E27FC236}">
                <a16:creationId xmlns:a16="http://schemas.microsoft.com/office/drawing/2014/main" id="{20AD7A31-3663-4AC6-BB7E-7DEE082DF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"/>
            <a:ext cx="6000750" cy="9429750"/>
          </a:xfrm>
          <a:prstGeom xmlns:a="http://schemas.openxmlformats.org/drawingml/2006/main" prst="roundRect">
            <a:avLst>
              <a:gd name="adj" fmla="val 1270"/>
            </a:avLst>
          </a:prstGeom>
          <a:solidFill xmlns:a="http://schemas.openxmlformats.org/drawingml/2006/main">
            <a:srgbClr val="FCF7F3"/>
          </a:solidFill>
          <a:ln xmlns:a="http://schemas.openxmlformats.org/drawingml/2006/main" w="9525">
            <a:solidFill>
              <a:srgbClr val="C79B46"/>
            </a:solidFill>
            <a:prstDash val="solid"/>
          </a:ln>
        </p:spPr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9E97D1B8-DC24-4BFF-9966-F573B15DC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42950"/>
            <a:ext cx="5562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75" b="0" i="1">
                <a:solidFill>
                  <a:srgbClr val="52654E"/>
                </a:solidFill>
              </a:defRPr>
            </a:pPr>
            <a:r>
              <a:rPr sz="2475" b="0" i="1">
                <a:solidFill>
                  <a:srgbClr val="52654E"/>
                </a:solidFill>
              </a:rPr>
              <a:t>October Planner</a:t>
            </a:r>
          </a:p>
        </p:txBody>
      </p:sp>
      <p:sp>
        <p:nvSpPr>
          <p:cNvPr id="4" name="page-subtitle">
            <a:extLst xmlns:a="http://schemas.openxmlformats.org/drawingml/2006/main">
              <a:ext uri="{FF2B5EF4-FFF2-40B4-BE49-F238E27FC236}">
                <a16:creationId xmlns:a16="http://schemas.microsoft.com/office/drawing/2014/main" id="{74660B95-2E99-4A37-AD66-162531268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219200"/>
            <a:ext cx="461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C79B46"/>
                </a:solidFill>
              </a:defRPr>
            </a:pPr>
            <a:r>
              <a:rPr sz="975" b="0" i="0">
                <a:solidFill>
                  <a:srgbClr val="C79B46"/>
                </a:solidFill>
              </a:rPr>
              <a:t>OCTOBER PLANNING PAGE</a:t>
            </a:r>
          </a:p>
        </p:txBody>
      </p:sp>
      <p:sp>
        <p:nvSpPr>
          <p:cNvPr id="5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82165C34-F9B5-44B9-A3AF-2D7EDCA3C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581150"/>
            <a:ext cx="85725" cy="857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C79B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0095FB3-1480-4A47-B8E3-956EEB071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966787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C79B46"/>
                </a:solidFill>
              </a:defRPr>
            </a:pPr>
            <a:r>
              <a:rPr sz="750" b="0" i="0">
                <a:solidFill>
                  <a:srgbClr val="C79B46"/>
                </a:solidFill>
              </a:rPr>
              <a:t>049</a:t>
            </a:r>
          </a:p>
        </p:txBody>
      </p:sp>
      <p:sp>
        <p:nvSpPr>
          <p:cNvPr id="7" name="text-MONTHLY PRIORITIES">
            <a:extLst xmlns:a="http://schemas.openxmlformats.org/drawingml/2006/main">
              <a:ext uri="{FF2B5EF4-FFF2-40B4-BE49-F238E27FC236}">
                <a16:creationId xmlns:a16="http://schemas.microsoft.com/office/drawing/2014/main" id="{28AAD0E2-0687-4F57-B879-60B248161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B61"/>
                </a:solidFill>
              </a:defRPr>
            </a:pPr>
            <a:r>
              <a:rPr sz="1125" b="0" i="0">
                <a:solidFill>
                  <a:srgbClr val="667B61"/>
                </a:solidFill>
              </a:rPr>
              <a:t>MONTHLY PRIORITIES</a:t>
            </a:r>
          </a:p>
        </p:txBody>
      </p:sp>
      <p:sp>
        <p:nvSpPr>
          <p:cNvPr id="8" name="checkbox">
            <a:extLst xmlns:a="http://schemas.openxmlformats.org/drawingml/2006/main">
              <a:ext uri="{FF2B5EF4-FFF2-40B4-BE49-F238E27FC236}">
                <a16:creationId xmlns:a16="http://schemas.microsoft.com/office/drawing/2014/main" id="{8D939593-0CA8-445F-845C-B4CF4B552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3837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E64F42A1-4AA9-4726-9D90-CE0638011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40982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heckbox">
            <a:extLst xmlns:a="http://schemas.openxmlformats.org/drawingml/2006/main">
              <a:ext uri="{FF2B5EF4-FFF2-40B4-BE49-F238E27FC236}">
                <a16:creationId xmlns:a16="http://schemas.microsoft.com/office/drawing/2014/main" id="{5BD63BC0-0DF1-47C6-AE10-161261F24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60032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2ABFFF4C-D422-4BD6-AE36-05608BB7A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7717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checkbox">
            <a:extLst xmlns:a="http://schemas.openxmlformats.org/drawingml/2006/main">
              <a:ext uri="{FF2B5EF4-FFF2-40B4-BE49-F238E27FC236}">
                <a16:creationId xmlns:a16="http://schemas.microsoft.com/office/drawing/2014/main" id="{9FA7A833-B74C-47CE-A303-3249884FB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96227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FEA4637D-71B5-494D-B014-96CA3B5C9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13372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checkbox">
            <a:extLst xmlns:a="http://schemas.openxmlformats.org/drawingml/2006/main">
              <a:ext uri="{FF2B5EF4-FFF2-40B4-BE49-F238E27FC236}">
                <a16:creationId xmlns:a16="http://schemas.microsoft.com/office/drawing/2014/main" id="{B0EF7377-6D96-4BE2-A3CA-64B95735A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32422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98EAD781-8F68-4428-8A33-243FB6AC3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4956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checkbox">
            <a:extLst xmlns:a="http://schemas.openxmlformats.org/drawingml/2006/main">
              <a:ext uri="{FF2B5EF4-FFF2-40B4-BE49-F238E27FC236}">
                <a16:creationId xmlns:a16="http://schemas.microsoft.com/office/drawing/2014/main" id="{B7E852C0-D3BE-4BED-A9FB-B518186F3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68617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39E92B50-D1EE-4250-8541-26B38464F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85762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checkbox">
            <a:extLst xmlns:a="http://schemas.openxmlformats.org/drawingml/2006/main">
              <a:ext uri="{FF2B5EF4-FFF2-40B4-BE49-F238E27FC236}">
                <a16:creationId xmlns:a16="http://schemas.microsoft.com/office/drawing/2014/main" id="{58FD445E-A7DE-4904-AD7F-53AD0E91F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04812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75E5C639-1588-46B6-A91A-50E46B746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2195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ext-IMPORTANT DATES">
            <a:extLst xmlns:a="http://schemas.openxmlformats.org/drawingml/2006/main">
              <a:ext uri="{FF2B5EF4-FFF2-40B4-BE49-F238E27FC236}">
                <a16:creationId xmlns:a16="http://schemas.microsoft.com/office/drawing/2014/main" id="{828D01D2-FA08-4197-B637-22EB00ED4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8097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B61"/>
                </a:solidFill>
              </a:defRPr>
            </a:pPr>
            <a:r>
              <a:rPr sz="1125" b="0" i="0">
                <a:solidFill>
                  <a:srgbClr val="667B61"/>
                </a:solidFill>
              </a:rPr>
              <a:t>IMPORTANT DATES</a:t>
            </a:r>
          </a:p>
        </p:txBody>
      </p:sp>
      <p:sp>
        <p:nvSpPr>
          <p:cNvPr id="2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BEF7B9A0-D6B1-426F-8288-6C7D70532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2383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9179F8D5-6DB6-4668-B44E-793BD596F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6003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D32E0917-86E4-4595-BC22-03E1E3A8C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9622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7F93B0E5-69DF-419A-A709-188B2AF84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3242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EE7BF202-3976-4CDA-A405-2352E32E3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6861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5B8D02AE-B4C3-41D0-9E76-165895860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0481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35E6CC02-1D21-41AD-9E7A-605C625C4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4100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text-TO DO">
            <a:extLst xmlns:a="http://schemas.openxmlformats.org/drawingml/2006/main">
              <a:ext uri="{FF2B5EF4-FFF2-40B4-BE49-F238E27FC236}">
                <a16:creationId xmlns:a16="http://schemas.microsoft.com/office/drawing/2014/main" id="{DA17454B-E08A-494B-AA09-985460089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B61"/>
                </a:solidFill>
              </a:defRPr>
            </a:pPr>
            <a:r>
              <a:rPr sz="1125" b="0" i="0">
                <a:solidFill>
                  <a:srgbClr val="667B61"/>
                </a:solidFill>
              </a:rPr>
              <a:t>TO DO</a:t>
            </a:r>
          </a:p>
        </p:txBody>
      </p:sp>
      <p:sp>
        <p:nvSpPr>
          <p:cNvPr id="29" name="checkbox">
            <a:extLst xmlns:a="http://schemas.openxmlformats.org/drawingml/2006/main">
              <a:ext uri="{FF2B5EF4-FFF2-40B4-BE49-F238E27FC236}">
                <a16:creationId xmlns:a16="http://schemas.microsoft.com/office/drawing/2014/main" id="{56E9009D-0335-4787-A441-52C89E438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38162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3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702CDF3B-6F5F-477E-832D-F2BCCF3E9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5530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checkbox">
            <a:extLst xmlns:a="http://schemas.openxmlformats.org/drawingml/2006/main">
              <a:ext uri="{FF2B5EF4-FFF2-40B4-BE49-F238E27FC236}">
                <a16:creationId xmlns:a16="http://schemas.microsoft.com/office/drawing/2014/main" id="{A386EBF4-DF7F-45A5-B768-D99D4C7F6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74357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3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5864827C-01D6-4851-B3A3-E323774D3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91502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checkbox">
            <a:extLst xmlns:a="http://schemas.openxmlformats.org/drawingml/2006/main">
              <a:ext uri="{FF2B5EF4-FFF2-40B4-BE49-F238E27FC236}">
                <a16:creationId xmlns:a16="http://schemas.microsoft.com/office/drawing/2014/main" id="{1F7558C7-7E23-4F2C-9B9D-E56EC3BBC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10552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3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1572E73D-5841-434B-87E5-8F1DFA55A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62769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checkbox">
            <a:extLst xmlns:a="http://schemas.openxmlformats.org/drawingml/2006/main">
              <a:ext uri="{FF2B5EF4-FFF2-40B4-BE49-F238E27FC236}">
                <a16:creationId xmlns:a16="http://schemas.microsoft.com/office/drawing/2014/main" id="{02D78DB8-5A50-4581-9A51-0CAFEF112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46747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3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18D5E2E8-60B4-4878-A881-417428E15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663892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checkbox">
            <a:extLst xmlns:a="http://schemas.openxmlformats.org/drawingml/2006/main">
              <a:ext uri="{FF2B5EF4-FFF2-40B4-BE49-F238E27FC236}">
                <a16:creationId xmlns:a16="http://schemas.microsoft.com/office/drawing/2014/main" id="{5D3E2F98-5BA8-4C83-BBBE-A301A2715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82942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38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311232DB-324A-4938-883E-87420B6E6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70008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checkbox">
            <a:extLst xmlns:a="http://schemas.openxmlformats.org/drawingml/2006/main">
              <a:ext uri="{FF2B5EF4-FFF2-40B4-BE49-F238E27FC236}">
                <a16:creationId xmlns:a16="http://schemas.microsoft.com/office/drawing/2014/main" id="{38DE3E30-F5A2-457F-B794-626A60743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19137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4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AF643947-2F7A-43C3-BED0-962DA6585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736282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checkbox">
            <a:extLst xmlns:a="http://schemas.openxmlformats.org/drawingml/2006/main">
              <a:ext uri="{FF2B5EF4-FFF2-40B4-BE49-F238E27FC236}">
                <a16:creationId xmlns:a16="http://schemas.microsoft.com/office/drawing/2014/main" id="{3E748B40-CC3C-43F9-8F32-73EFB76C1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55332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4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461E63AA-043E-4ACD-A868-5F8AC1026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77247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checkbox">
            <a:extLst xmlns:a="http://schemas.openxmlformats.org/drawingml/2006/main">
              <a:ext uri="{FF2B5EF4-FFF2-40B4-BE49-F238E27FC236}">
                <a16:creationId xmlns:a16="http://schemas.microsoft.com/office/drawing/2014/main" id="{433A397A-26E7-477E-ACC8-449E91709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91527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4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B3020C46-4C81-4E98-98A3-E0A652CBE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808672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checkbox">
            <a:extLst xmlns:a="http://schemas.openxmlformats.org/drawingml/2006/main">
              <a:ext uri="{FF2B5EF4-FFF2-40B4-BE49-F238E27FC236}">
                <a16:creationId xmlns:a16="http://schemas.microsoft.com/office/drawing/2014/main" id="{6DE98A52-4C3B-41BA-AB6B-A42B9F053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27722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4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1DD3AC88-8DAE-491E-8B88-796466F4C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84486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checkbox">
            <a:extLst xmlns:a="http://schemas.openxmlformats.org/drawingml/2006/main">
              <a:ext uri="{FF2B5EF4-FFF2-40B4-BE49-F238E27FC236}">
                <a16:creationId xmlns:a16="http://schemas.microsoft.com/office/drawing/2014/main" id="{208CB2FF-4ED7-4958-8B0B-2F6AAE8A6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63917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48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26E59C8D-0966-4B94-9881-52CE08602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881062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text-NOTES">
            <a:extLst xmlns:a="http://schemas.openxmlformats.org/drawingml/2006/main">
              <a:ext uri="{FF2B5EF4-FFF2-40B4-BE49-F238E27FC236}">
                <a16:creationId xmlns:a16="http://schemas.microsoft.com/office/drawing/2014/main" id="{8145E15D-32D1-4431-A186-7A93BFE0F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9530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B61"/>
                </a:solidFill>
              </a:defRPr>
            </a:pPr>
            <a:r>
              <a:rPr sz="1125" b="0" i="0">
                <a:solidFill>
                  <a:srgbClr val="667B61"/>
                </a:solidFill>
              </a:rPr>
              <a:t>NOTES</a:t>
            </a:r>
          </a:p>
        </p:txBody>
      </p:sp>
      <p:sp>
        <p:nvSpPr>
          <p:cNvPr id="5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38ADC83E-4F8D-465F-9956-520FAEB60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3816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EE21464D-5E7D-497B-B7ED-C63BF8FC3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7435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E388F10D-BC81-4699-BC87-0447038D0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61055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095EF788-785F-4F78-9051-5E1DF562D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64674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444E27B1-1D88-4555-A18E-94198B1F9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68294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F2F74625-839C-47A2-AF14-9E7DE5752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71913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AD84B69D-C16E-4620-9C02-143FF16AE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75533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4DE2F6DC-9498-4807-9FED-0C7CB7A49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79152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591C15A8-C3E2-48A1-BDCA-12106C962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82772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C4991C21-5C0F-40D5-8D12-E5FE9BC53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86391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BFCDBE51-818D-47EC-BD76-7B1DDE4BE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90011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57753082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C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00f9a20838405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7562850" cy="10696575"/>
          </a:xfrm>
          <a:prstGeom xmlns:a="http://schemas.openxmlformats.org/drawingml/2006/main" prst="rect">
            <a:avLst/>
          </a:prstGeom>
        </p:spPr>
      </p:pic>
      <p:sp>
        <p:nvSpPr>
          <p:cNvPr id="2" name="soft-romantic-panel">
            <a:extLst xmlns:a="http://schemas.openxmlformats.org/drawingml/2006/main">
              <a:ext uri="{FF2B5EF4-FFF2-40B4-BE49-F238E27FC236}">
                <a16:creationId xmlns:a16="http://schemas.microsoft.com/office/drawing/2014/main" id="{9773C22E-8051-4FE6-984F-9637DE795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"/>
            <a:ext cx="6000750" cy="9429750"/>
          </a:xfrm>
          <a:prstGeom xmlns:a="http://schemas.openxmlformats.org/drawingml/2006/main" prst="roundRect">
            <a:avLst>
              <a:gd name="adj" fmla="val 1270"/>
            </a:avLst>
          </a:prstGeom>
          <a:solidFill xmlns:a="http://schemas.openxmlformats.org/drawingml/2006/main">
            <a:srgbClr val="FCF7F3"/>
          </a:solidFill>
          <a:ln xmlns:a="http://schemas.openxmlformats.org/drawingml/2006/main" w="9525">
            <a:solidFill>
              <a:srgbClr val="C79B46"/>
            </a:solidFill>
            <a:prstDash val="solid"/>
          </a:ln>
        </p:spPr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038910DD-68EA-404F-B626-28AB74CCC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42950"/>
            <a:ext cx="5562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75" b="0" i="1">
                <a:solidFill>
                  <a:srgbClr val="52654E"/>
                </a:solidFill>
              </a:defRPr>
            </a:pPr>
            <a:r>
              <a:rPr sz="2475" b="0" i="1">
                <a:solidFill>
                  <a:srgbClr val="52654E"/>
                </a:solidFill>
              </a:rPr>
              <a:t>November Planner</a:t>
            </a:r>
          </a:p>
        </p:txBody>
      </p:sp>
      <p:sp>
        <p:nvSpPr>
          <p:cNvPr id="4" name="page-subtitle">
            <a:extLst xmlns:a="http://schemas.openxmlformats.org/drawingml/2006/main">
              <a:ext uri="{FF2B5EF4-FFF2-40B4-BE49-F238E27FC236}">
                <a16:creationId xmlns:a16="http://schemas.microsoft.com/office/drawing/2014/main" id="{3982D732-A328-41EB-9ABD-A3337CE78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219200"/>
            <a:ext cx="461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C79B46"/>
                </a:solidFill>
              </a:defRPr>
            </a:pPr>
            <a:r>
              <a:rPr sz="975" b="0" i="0">
                <a:solidFill>
                  <a:srgbClr val="C79B46"/>
                </a:solidFill>
              </a:rPr>
              <a:t>NOVEMBER PLANNING PAGE</a:t>
            </a:r>
          </a:p>
        </p:txBody>
      </p:sp>
      <p:sp>
        <p:nvSpPr>
          <p:cNvPr id="5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7AE2ED45-0735-4037-8090-FD3470AF1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581150"/>
            <a:ext cx="85725" cy="857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C79B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752A207-2C61-494C-8E35-90556A5E8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966787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C79B46"/>
                </a:solidFill>
              </a:defRPr>
            </a:pPr>
            <a:r>
              <a:rPr sz="750" b="0" i="0">
                <a:solidFill>
                  <a:srgbClr val="C79B46"/>
                </a:solidFill>
              </a:rPr>
              <a:t>050</a:t>
            </a:r>
          </a:p>
        </p:txBody>
      </p:sp>
      <p:sp>
        <p:nvSpPr>
          <p:cNvPr id="7" name="text-MONTHLY PRIORITIES">
            <a:extLst xmlns:a="http://schemas.openxmlformats.org/drawingml/2006/main">
              <a:ext uri="{FF2B5EF4-FFF2-40B4-BE49-F238E27FC236}">
                <a16:creationId xmlns:a16="http://schemas.microsoft.com/office/drawing/2014/main" id="{A220FB36-A23E-4449-A002-A12443450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B61"/>
                </a:solidFill>
              </a:defRPr>
            </a:pPr>
            <a:r>
              <a:rPr sz="1125" b="0" i="0">
                <a:solidFill>
                  <a:srgbClr val="667B61"/>
                </a:solidFill>
              </a:rPr>
              <a:t>MONTHLY PRIORITIES</a:t>
            </a:r>
          </a:p>
        </p:txBody>
      </p:sp>
      <p:sp>
        <p:nvSpPr>
          <p:cNvPr id="8" name="checkbox">
            <a:extLst xmlns:a="http://schemas.openxmlformats.org/drawingml/2006/main">
              <a:ext uri="{FF2B5EF4-FFF2-40B4-BE49-F238E27FC236}">
                <a16:creationId xmlns:a16="http://schemas.microsoft.com/office/drawing/2014/main" id="{32AD5A4B-1155-42B7-B614-44F106F95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3837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29F6D25F-40CD-4FBC-BCCE-9DC52F560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40982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heckbox">
            <a:extLst xmlns:a="http://schemas.openxmlformats.org/drawingml/2006/main">
              <a:ext uri="{FF2B5EF4-FFF2-40B4-BE49-F238E27FC236}">
                <a16:creationId xmlns:a16="http://schemas.microsoft.com/office/drawing/2014/main" id="{A518FA86-4FBA-44A0-940B-DDF010C9A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60032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88563802-F207-4842-97B4-A6A2DF95E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7717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checkbox">
            <a:extLst xmlns:a="http://schemas.openxmlformats.org/drawingml/2006/main">
              <a:ext uri="{FF2B5EF4-FFF2-40B4-BE49-F238E27FC236}">
                <a16:creationId xmlns:a16="http://schemas.microsoft.com/office/drawing/2014/main" id="{551ADB9E-345C-4154-881A-0540F3D8E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96227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F9B434EC-EC7F-4A83-A65E-44EE04995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13372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checkbox">
            <a:extLst xmlns:a="http://schemas.openxmlformats.org/drawingml/2006/main">
              <a:ext uri="{FF2B5EF4-FFF2-40B4-BE49-F238E27FC236}">
                <a16:creationId xmlns:a16="http://schemas.microsoft.com/office/drawing/2014/main" id="{2E31E7D3-FE7F-410E-B4C4-32002EC3D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32422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F3C98B24-F9E5-4E1B-991C-80E9ACB87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4956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checkbox">
            <a:extLst xmlns:a="http://schemas.openxmlformats.org/drawingml/2006/main">
              <a:ext uri="{FF2B5EF4-FFF2-40B4-BE49-F238E27FC236}">
                <a16:creationId xmlns:a16="http://schemas.microsoft.com/office/drawing/2014/main" id="{CD0CC8CC-78B3-4C1A-AC3F-CD4A04C9D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68617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E5788A2D-0004-4729-B4B7-8EA87936C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85762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checkbox">
            <a:extLst xmlns:a="http://schemas.openxmlformats.org/drawingml/2006/main">
              <a:ext uri="{FF2B5EF4-FFF2-40B4-BE49-F238E27FC236}">
                <a16:creationId xmlns:a16="http://schemas.microsoft.com/office/drawing/2014/main" id="{12382771-9E87-41F0-841F-3F8BD05F9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04812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F303238C-B3BC-425E-97D3-F7EA1BDE0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2195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ext-IMPORTANT DATES">
            <a:extLst xmlns:a="http://schemas.openxmlformats.org/drawingml/2006/main">
              <a:ext uri="{FF2B5EF4-FFF2-40B4-BE49-F238E27FC236}">
                <a16:creationId xmlns:a16="http://schemas.microsoft.com/office/drawing/2014/main" id="{94DA58E4-7ECE-4576-BBE0-3533D032B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8097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B61"/>
                </a:solidFill>
              </a:defRPr>
            </a:pPr>
            <a:r>
              <a:rPr sz="1125" b="0" i="0">
                <a:solidFill>
                  <a:srgbClr val="667B61"/>
                </a:solidFill>
              </a:rPr>
              <a:t>IMPORTANT DATES</a:t>
            </a:r>
          </a:p>
        </p:txBody>
      </p:sp>
      <p:sp>
        <p:nvSpPr>
          <p:cNvPr id="2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4ECC9D01-7AFD-4178-8271-D3EF80376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2383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411D6048-51B7-4206-9564-9585FFE43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6003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DD3B17FC-0178-4C3A-83FF-917C1D1DC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9622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06A01B2C-C0D9-4949-975C-73ED69CCA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3242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AB9C6847-D22B-4F67-B4D3-F5C7D3436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6861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82365279-F74C-4663-BC0A-7FC4E49B8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0481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68B97696-E267-4DA6-BE93-56F4DB07D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4100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text-TO DO">
            <a:extLst xmlns:a="http://schemas.openxmlformats.org/drawingml/2006/main">
              <a:ext uri="{FF2B5EF4-FFF2-40B4-BE49-F238E27FC236}">
                <a16:creationId xmlns:a16="http://schemas.microsoft.com/office/drawing/2014/main" id="{4D409519-64FA-43AC-A978-4D1B21C00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B61"/>
                </a:solidFill>
              </a:defRPr>
            </a:pPr>
            <a:r>
              <a:rPr sz="1125" b="0" i="0">
                <a:solidFill>
                  <a:srgbClr val="667B61"/>
                </a:solidFill>
              </a:rPr>
              <a:t>TO DO</a:t>
            </a:r>
          </a:p>
        </p:txBody>
      </p:sp>
      <p:sp>
        <p:nvSpPr>
          <p:cNvPr id="29" name="checkbox">
            <a:extLst xmlns:a="http://schemas.openxmlformats.org/drawingml/2006/main">
              <a:ext uri="{FF2B5EF4-FFF2-40B4-BE49-F238E27FC236}">
                <a16:creationId xmlns:a16="http://schemas.microsoft.com/office/drawing/2014/main" id="{BDDC8934-EEC0-42C7-A562-E1FF22572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38162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3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4DBB493E-AD93-4AB8-9169-D950269A2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5530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checkbox">
            <a:extLst xmlns:a="http://schemas.openxmlformats.org/drawingml/2006/main">
              <a:ext uri="{FF2B5EF4-FFF2-40B4-BE49-F238E27FC236}">
                <a16:creationId xmlns:a16="http://schemas.microsoft.com/office/drawing/2014/main" id="{777EE22F-F28A-4C92-9B0D-CD6382160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74357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3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268598BF-DB72-4507-A945-2D7D0D0BE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91502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checkbox">
            <a:extLst xmlns:a="http://schemas.openxmlformats.org/drawingml/2006/main">
              <a:ext uri="{FF2B5EF4-FFF2-40B4-BE49-F238E27FC236}">
                <a16:creationId xmlns:a16="http://schemas.microsoft.com/office/drawing/2014/main" id="{D3F63208-0858-4C7F-B4FC-189752CAB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10552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3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4DAFF1CB-D5E4-4A2E-9376-B94559A4E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62769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checkbox">
            <a:extLst xmlns:a="http://schemas.openxmlformats.org/drawingml/2006/main">
              <a:ext uri="{FF2B5EF4-FFF2-40B4-BE49-F238E27FC236}">
                <a16:creationId xmlns:a16="http://schemas.microsoft.com/office/drawing/2014/main" id="{1F165367-8739-4473-B2B0-E02A607F1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46747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3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F34FE8D0-1BF6-4C1D-8384-F31F42DF2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663892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checkbox">
            <a:extLst xmlns:a="http://schemas.openxmlformats.org/drawingml/2006/main">
              <a:ext uri="{FF2B5EF4-FFF2-40B4-BE49-F238E27FC236}">
                <a16:creationId xmlns:a16="http://schemas.microsoft.com/office/drawing/2014/main" id="{0AF603DD-B74B-4632-BAF9-0D946512E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82942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38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8DEFF170-8FBE-4BE0-80CF-ED7996F67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70008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checkbox">
            <a:extLst xmlns:a="http://schemas.openxmlformats.org/drawingml/2006/main">
              <a:ext uri="{FF2B5EF4-FFF2-40B4-BE49-F238E27FC236}">
                <a16:creationId xmlns:a16="http://schemas.microsoft.com/office/drawing/2014/main" id="{3099068B-8945-4AD3-B47E-3488B22B6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19137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4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402546FB-394E-4321-8973-9004DC097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736282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checkbox">
            <a:extLst xmlns:a="http://schemas.openxmlformats.org/drawingml/2006/main">
              <a:ext uri="{FF2B5EF4-FFF2-40B4-BE49-F238E27FC236}">
                <a16:creationId xmlns:a16="http://schemas.microsoft.com/office/drawing/2014/main" id="{0B9DD8FA-276F-4CAF-B150-EE77DA206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55332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4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EF49264E-F4AC-4BB3-9A7F-8950BA7F5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77247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checkbox">
            <a:extLst xmlns:a="http://schemas.openxmlformats.org/drawingml/2006/main">
              <a:ext uri="{FF2B5EF4-FFF2-40B4-BE49-F238E27FC236}">
                <a16:creationId xmlns:a16="http://schemas.microsoft.com/office/drawing/2014/main" id="{3DEA8134-D25F-4BB8-AC04-04C03D402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91527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4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441416FE-58B7-4F35-8C95-8DEECF9DA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808672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checkbox">
            <a:extLst xmlns:a="http://schemas.openxmlformats.org/drawingml/2006/main">
              <a:ext uri="{FF2B5EF4-FFF2-40B4-BE49-F238E27FC236}">
                <a16:creationId xmlns:a16="http://schemas.microsoft.com/office/drawing/2014/main" id="{C0569EB5-C2DA-419F-B3C1-7446FEC4E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27722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4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110A84E7-0A2A-4CEE-89B6-1ACA95EE5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84486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checkbox">
            <a:extLst xmlns:a="http://schemas.openxmlformats.org/drawingml/2006/main">
              <a:ext uri="{FF2B5EF4-FFF2-40B4-BE49-F238E27FC236}">
                <a16:creationId xmlns:a16="http://schemas.microsoft.com/office/drawing/2014/main" id="{A4ED2984-8FAC-4FB7-BB89-40C0A5455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63917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48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DBA2A919-470F-4C6E-9B74-962B9F485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881062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text-NOTES">
            <a:extLst xmlns:a="http://schemas.openxmlformats.org/drawingml/2006/main">
              <a:ext uri="{FF2B5EF4-FFF2-40B4-BE49-F238E27FC236}">
                <a16:creationId xmlns:a16="http://schemas.microsoft.com/office/drawing/2014/main" id="{1DA892A5-6D27-49D3-B458-4989BAB80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9530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B61"/>
                </a:solidFill>
              </a:defRPr>
            </a:pPr>
            <a:r>
              <a:rPr sz="1125" b="0" i="0">
                <a:solidFill>
                  <a:srgbClr val="667B61"/>
                </a:solidFill>
              </a:rPr>
              <a:t>NOTES</a:t>
            </a:r>
          </a:p>
        </p:txBody>
      </p:sp>
      <p:sp>
        <p:nvSpPr>
          <p:cNvPr id="5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5B5282E8-F804-4BA1-96B7-0A20E8A10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3816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66DF0E9F-1FA7-40A0-9694-FA1A2FC11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7435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D4BF6C6B-19C0-4B15-9880-AEA3F1572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61055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2D86E1F9-054B-429A-AA9F-606D1D5C8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64674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8F9B29D8-3724-4194-A968-337C9D52A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68294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A98EA65A-AC23-41AC-A1BF-D0B4C36B4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71913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5DCD5153-44DB-47D8-852A-36B885F5A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75533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6D381735-4A2E-43C3-8697-45D086B13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79152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DA717F68-368B-4A15-9C48-8CF665424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82772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A78D1B8E-8836-4ACC-BFA5-E3296DA6D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86391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C80B69A5-1D62-4FE8-9B36-E50A1E454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90011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806840834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FC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a6adc6fc0747f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7562850" cy="10696575"/>
          </a:xfrm>
          <a:prstGeom xmlns:a="http://schemas.openxmlformats.org/drawingml/2006/main" prst="rect">
            <a:avLst/>
          </a:prstGeom>
        </p:spPr>
      </p:pic>
      <p:sp>
        <p:nvSpPr>
          <p:cNvPr id="2" name="soft-romantic-panel">
            <a:extLst xmlns:a="http://schemas.openxmlformats.org/drawingml/2006/main">
              <a:ext uri="{FF2B5EF4-FFF2-40B4-BE49-F238E27FC236}">
                <a16:creationId xmlns:a16="http://schemas.microsoft.com/office/drawing/2014/main" id="{CF5A6102-9154-42AD-AEBE-5202C930E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"/>
            <a:ext cx="6000750" cy="9429750"/>
          </a:xfrm>
          <a:prstGeom xmlns:a="http://schemas.openxmlformats.org/drawingml/2006/main" prst="roundRect">
            <a:avLst>
              <a:gd name="adj" fmla="val 1270"/>
            </a:avLst>
          </a:prstGeom>
          <a:solidFill xmlns:a="http://schemas.openxmlformats.org/drawingml/2006/main">
            <a:srgbClr val="FCF7F3"/>
          </a:solidFill>
          <a:ln xmlns:a="http://schemas.openxmlformats.org/drawingml/2006/main" w="9525">
            <a:solidFill>
              <a:srgbClr val="C79B46"/>
            </a:solidFill>
            <a:prstDash val="solid"/>
          </a:ln>
        </p:spPr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8ADE7356-1784-46E9-A5EE-851F96B26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42950"/>
            <a:ext cx="5562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75" b="0" i="1">
                <a:solidFill>
                  <a:srgbClr val="52654E"/>
                </a:solidFill>
              </a:defRPr>
            </a:pPr>
            <a:r>
              <a:rPr sz="2475" b="0" i="1">
                <a:solidFill>
                  <a:srgbClr val="52654E"/>
                </a:solidFill>
              </a:rPr>
              <a:t>December Planner</a:t>
            </a:r>
          </a:p>
        </p:txBody>
      </p:sp>
      <p:sp>
        <p:nvSpPr>
          <p:cNvPr id="4" name="page-subtitle">
            <a:extLst xmlns:a="http://schemas.openxmlformats.org/drawingml/2006/main">
              <a:ext uri="{FF2B5EF4-FFF2-40B4-BE49-F238E27FC236}">
                <a16:creationId xmlns:a16="http://schemas.microsoft.com/office/drawing/2014/main" id="{5A628982-3C75-4B81-B6B2-6A9CD74E0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219200"/>
            <a:ext cx="461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C79B46"/>
                </a:solidFill>
              </a:defRPr>
            </a:pPr>
            <a:r>
              <a:rPr sz="975" b="0" i="0">
                <a:solidFill>
                  <a:srgbClr val="C79B46"/>
                </a:solidFill>
              </a:rPr>
              <a:t>DECEMBER PLANNING PAGE</a:t>
            </a:r>
          </a:p>
        </p:txBody>
      </p:sp>
      <p:sp>
        <p:nvSpPr>
          <p:cNvPr id="5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51221E27-0045-4BED-BD32-D2F00BBB3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581150"/>
            <a:ext cx="85725" cy="857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C79B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F4091F3-9F36-4F9F-841B-0E37E1A3B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966787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C79B46"/>
                </a:solidFill>
              </a:defRPr>
            </a:pPr>
            <a:r>
              <a:rPr sz="750" b="0" i="0">
                <a:solidFill>
                  <a:srgbClr val="C79B46"/>
                </a:solidFill>
              </a:rPr>
              <a:t>051</a:t>
            </a:r>
          </a:p>
        </p:txBody>
      </p:sp>
      <p:sp>
        <p:nvSpPr>
          <p:cNvPr id="7" name="text-MONTHLY PRIORITIES">
            <a:extLst xmlns:a="http://schemas.openxmlformats.org/drawingml/2006/main">
              <a:ext uri="{FF2B5EF4-FFF2-40B4-BE49-F238E27FC236}">
                <a16:creationId xmlns:a16="http://schemas.microsoft.com/office/drawing/2014/main" id="{DA9E3943-43D1-4D72-B8BC-FAFA2EE1C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B61"/>
                </a:solidFill>
              </a:defRPr>
            </a:pPr>
            <a:r>
              <a:rPr sz="1125" b="0" i="0">
                <a:solidFill>
                  <a:srgbClr val="667B61"/>
                </a:solidFill>
              </a:rPr>
              <a:t>MONTHLY PRIORITIES</a:t>
            </a:r>
          </a:p>
        </p:txBody>
      </p:sp>
      <p:sp>
        <p:nvSpPr>
          <p:cNvPr id="8" name="checkbox">
            <a:extLst xmlns:a="http://schemas.openxmlformats.org/drawingml/2006/main">
              <a:ext uri="{FF2B5EF4-FFF2-40B4-BE49-F238E27FC236}">
                <a16:creationId xmlns:a16="http://schemas.microsoft.com/office/drawing/2014/main" id="{78827E48-6ACC-47C0-8DD0-699E6A7FD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3837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1E5E5887-6C22-4221-9CD5-2CE74EB3D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40982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heckbox">
            <a:extLst xmlns:a="http://schemas.openxmlformats.org/drawingml/2006/main">
              <a:ext uri="{FF2B5EF4-FFF2-40B4-BE49-F238E27FC236}">
                <a16:creationId xmlns:a16="http://schemas.microsoft.com/office/drawing/2014/main" id="{FFD3508B-E027-4910-BB8D-5D51EEA31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60032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871E322F-771B-4D82-8C90-E6FD2B893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7717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checkbox">
            <a:extLst xmlns:a="http://schemas.openxmlformats.org/drawingml/2006/main">
              <a:ext uri="{FF2B5EF4-FFF2-40B4-BE49-F238E27FC236}">
                <a16:creationId xmlns:a16="http://schemas.microsoft.com/office/drawing/2014/main" id="{655AA47B-EE9B-4C75-99C8-FFC8D28D4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96227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DC0AE578-F274-4C53-999E-5B34A848C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13372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checkbox">
            <a:extLst xmlns:a="http://schemas.openxmlformats.org/drawingml/2006/main">
              <a:ext uri="{FF2B5EF4-FFF2-40B4-BE49-F238E27FC236}">
                <a16:creationId xmlns:a16="http://schemas.microsoft.com/office/drawing/2014/main" id="{4C45A76C-8E5F-4A8A-AC51-92DF4F0E7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32422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35FADAA1-6322-42BF-8FF3-D940C416A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4956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checkbox">
            <a:extLst xmlns:a="http://schemas.openxmlformats.org/drawingml/2006/main">
              <a:ext uri="{FF2B5EF4-FFF2-40B4-BE49-F238E27FC236}">
                <a16:creationId xmlns:a16="http://schemas.microsoft.com/office/drawing/2014/main" id="{93C73556-713C-4434-917E-F9A97FC4F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68617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0530B27A-6235-4276-AD11-35617D9FA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85762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checkbox">
            <a:extLst xmlns:a="http://schemas.openxmlformats.org/drawingml/2006/main">
              <a:ext uri="{FF2B5EF4-FFF2-40B4-BE49-F238E27FC236}">
                <a16:creationId xmlns:a16="http://schemas.microsoft.com/office/drawing/2014/main" id="{4B5036A9-C639-4B95-A393-2680BA319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04812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B45B71A8-F2AB-45C4-8B8B-44350A037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2195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ext-IMPORTANT DATES">
            <a:extLst xmlns:a="http://schemas.openxmlformats.org/drawingml/2006/main">
              <a:ext uri="{FF2B5EF4-FFF2-40B4-BE49-F238E27FC236}">
                <a16:creationId xmlns:a16="http://schemas.microsoft.com/office/drawing/2014/main" id="{A2F03D8F-2AD9-4298-960C-6EEA32A34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8097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B61"/>
                </a:solidFill>
              </a:defRPr>
            </a:pPr>
            <a:r>
              <a:rPr sz="1125" b="0" i="0">
                <a:solidFill>
                  <a:srgbClr val="667B61"/>
                </a:solidFill>
              </a:rPr>
              <a:t>IMPORTANT DATES</a:t>
            </a:r>
          </a:p>
        </p:txBody>
      </p:sp>
      <p:sp>
        <p:nvSpPr>
          <p:cNvPr id="2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6A4356BF-83A2-47FD-9BA5-AE71110CA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2383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3057097A-2267-485C-AF67-A3700EDC1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6003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FFA59AB6-435E-45D5-9427-C6BF27395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9622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B1A6CA3B-A5EA-4CFC-A212-74399A1A3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3242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FCCFCA32-7FE9-4399-9928-392B7A342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6861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45CD1300-BFFE-4D9F-BAC0-C7E786D2B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0481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E86F5F7F-2500-4982-95D4-1CCA6B290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4100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text-TO DO">
            <a:extLst xmlns:a="http://schemas.openxmlformats.org/drawingml/2006/main">
              <a:ext uri="{FF2B5EF4-FFF2-40B4-BE49-F238E27FC236}">
                <a16:creationId xmlns:a16="http://schemas.microsoft.com/office/drawing/2014/main" id="{5F3C5289-C179-4BA7-BC24-E95938B8F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B61"/>
                </a:solidFill>
              </a:defRPr>
            </a:pPr>
            <a:r>
              <a:rPr sz="1125" b="0" i="0">
                <a:solidFill>
                  <a:srgbClr val="667B61"/>
                </a:solidFill>
              </a:rPr>
              <a:t>TO DO</a:t>
            </a:r>
          </a:p>
        </p:txBody>
      </p:sp>
      <p:sp>
        <p:nvSpPr>
          <p:cNvPr id="29" name="checkbox">
            <a:extLst xmlns:a="http://schemas.openxmlformats.org/drawingml/2006/main">
              <a:ext uri="{FF2B5EF4-FFF2-40B4-BE49-F238E27FC236}">
                <a16:creationId xmlns:a16="http://schemas.microsoft.com/office/drawing/2014/main" id="{17E719A8-9D29-4A90-9B3C-E4B26D6FB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38162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3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9E1097E8-04C5-45E8-9A54-7531B46DB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5530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checkbox">
            <a:extLst xmlns:a="http://schemas.openxmlformats.org/drawingml/2006/main">
              <a:ext uri="{FF2B5EF4-FFF2-40B4-BE49-F238E27FC236}">
                <a16:creationId xmlns:a16="http://schemas.microsoft.com/office/drawing/2014/main" id="{B92DCB30-DB0F-4894-82D9-377D09837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74357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3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CEC85769-49D7-4998-9180-00B10B3C3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91502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checkbox">
            <a:extLst xmlns:a="http://schemas.openxmlformats.org/drawingml/2006/main">
              <a:ext uri="{FF2B5EF4-FFF2-40B4-BE49-F238E27FC236}">
                <a16:creationId xmlns:a16="http://schemas.microsoft.com/office/drawing/2014/main" id="{6ED9DE59-F572-40B4-8323-FD1B4F5B4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10552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3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B435286D-C05D-40C6-8C3B-359ABF4A1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62769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checkbox">
            <a:extLst xmlns:a="http://schemas.openxmlformats.org/drawingml/2006/main">
              <a:ext uri="{FF2B5EF4-FFF2-40B4-BE49-F238E27FC236}">
                <a16:creationId xmlns:a16="http://schemas.microsoft.com/office/drawing/2014/main" id="{C86F1093-3132-4BB1-8EA1-2FC4236F0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46747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3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F71469E9-4895-49C8-BD6B-38603FA2C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663892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checkbox">
            <a:extLst xmlns:a="http://schemas.openxmlformats.org/drawingml/2006/main">
              <a:ext uri="{FF2B5EF4-FFF2-40B4-BE49-F238E27FC236}">
                <a16:creationId xmlns:a16="http://schemas.microsoft.com/office/drawing/2014/main" id="{7BAAB4A4-68D9-460A-9ACB-779C455A8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82942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38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336E4628-9A54-4D22-B960-DD0F85C28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70008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checkbox">
            <a:extLst xmlns:a="http://schemas.openxmlformats.org/drawingml/2006/main">
              <a:ext uri="{FF2B5EF4-FFF2-40B4-BE49-F238E27FC236}">
                <a16:creationId xmlns:a16="http://schemas.microsoft.com/office/drawing/2014/main" id="{31E16999-786B-47F7-BD33-CFE3B5CE7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19137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4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ABBECAB6-DE88-410D-A636-D27A8CF83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736282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checkbox">
            <a:extLst xmlns:a="http://schemas.openxmlformats.org/drawingml/2006/main">
              <a:ext uri="{FF2B5EF4-FFF2-40B4-BE49-F238E27FC236}">
                <a16:creationId xmlns:a16="http://schemas.microsoft.com/office/drawing/2014/main" id="{B117A938-7748-4EE1-85ED-0FE24909D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55332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4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5F3E5731-EDAC-4714-8DE9-428190DED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77247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checkbox">
            <a:extLst xmlns:a="http://schemas.openxmlformats.org/drawingml/2006/main">
              <a:ext uri="{FF2B5EF4-FFF2-40B4-BE49-F238E27FC236}">
                <a16:creationId xmlns:a16="http://schemas.microsoft.com/office/drawing/2014/main" id="{642CEC21-6212-44F7-8055-60FC0C8A1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91527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4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1C3A1B41-BB9E-45BD-AF0A-7C04CFD92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808672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checkbox">
            <a:extLst xmlns:a="http://schemas.openxmlformats.org/drawingml/2006/main">
              <a:ext uri="{FF2B5EF4-FFF2-40B4-BE49-F238E27FC236}">
                <a16:creationId xmlns:a16="http://schemas.microsoft.com/office/drawing/2014/main" id="{3E645276-6DE0-4B95-9742-364908EB5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27722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4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652260FD-DF69-4208-92CC-92C141CA8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84486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checkbox">
            <a:extLst xmlns:a="http://schemas.openxmlformats.org/drawingml/2006/main">
              <a:ext uri="{FF2B5EF4-FFF2-40B4-BE49-F238E27FC236}">
                <a16:creationId xmlns:a16="http://schemas.microsoft.com/office/drawing/2014/main" id="{B1E5E339-BB38-4430-B78E-F2F347C5D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63917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48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E759BB6E-B9BD-47F0-B76F-9B9B3E6DB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881062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text-NOTES">
            <a:extLst xmlns:a="http://schemas.openxmlformats.org/drawingml/2006/main">
              <a:ext uri="{FF2B5EF4-FFF2-40B4-BE49-F238E27FC236}">
                <a16:creationId xmlns:a16="http://schemas.microsoft.com/office/drawing/2014/main" id="{2A3BC9CF-87E2-491F-8C60-B81853A32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9530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B61"/>
                </a:solidFill>
              </a:defRPr>
            </a:pPr>
            <a:r>
              <a:rPr sz="1125" b="0" i="0">
                <a:solidFill>
                  <a:srgbClr val="667B61"/>
                </a:solidFill>
              </a:rPr>
              <a:t>NOTES</a:t>
            </a:r>
          </a:p>
        </p:txBody>
      </p:sp>
      <p:sp>
        <p:nvSpPr>
          <p:cNvPr id="5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B8C6961D-5509-4AE7-B987-022485675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3816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9B65EF96-29BF-4E2E-9046-54FCACDEE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7435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C7C37002-7CE2-4FF9-A5E3-97574FB94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61055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BAB08713-6D79-4CE0-ADF9-B9E5D778C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64674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65A7FC5E-A189-4571-94FF-B10B9A345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68294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7BFC8ED0-B520-4200-8A19-3F5D80425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71913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AD3D461E-F5E2-41E5-8D36-C6C4E6A8E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75533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1ECC7F5A-B24A-4D8A-8AA2-B2EA194ED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79152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E326BA54-76EA-4A92-B8B7-CCF079E08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82772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3CBC46DE-B74C-49D6-ABC0-D856A4A93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86391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90F67B2A-3311-45FA-8EA3-4789B23BE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90011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872543665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FC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c75963debb46a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7562850" cy="10696575"/>
          </a:xfrm>
          <a:prstGeom xmlns:a="http://schemas.openxmlformats.org/drawingml/2006/main" prst="rect">
            <a:avLst/>
          </a:prstGeom>
        </p:spPr>
      </p:pic>
      <p:sp>
        <p:nvSpPr>
          <p:cNvPr id="2" name="soft-romantic-panel">
            <a:extLst xmlns:a="http://schemas.openxmlformats.org/drawingml/2006/main">
              <a:ext uri="{FF2B5EF4-FFF2-40B4-BE49-F238E27FC236}">
                <a16:creationId xmlns:a16="http://schemas.microsoft.com/office/drawing/2014/main" id="{CCF21350-8E57-41A8-B5EE-4F1BC5F92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"/>
            <a:ext cx="6000750" cy="9429750"/>
          </a:xfrm>
          <a:prstGeom xmlns:a="http://schemas.openxmlformats.org/drawingml/2006/main" prst="roundRect">
            <a:avLst>
              <a:gd name="adj" fmla="val 1270"/>
            </a:avLst>
          </a:prstGeom>
          <a:solidFill xmlns:a="http://schemas.openxmlformats.org/drawingml/2006/main">
            <a:srgbClr val="FCF7F3"/>
          </a:solidFill>
          <a:ln xmlns:a="http://schemas.openxmlformats.org/drawingml/2006/main" w="9525">
            <a:solidFill>
              <a:srgbClr val="C79B46"/>
            </a:solidFill>
            <a:prstDash val="solid"/>
          </a:ln>
        </p:spPr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461CC6E8-DC0A-4419-9DAF-CF48FD601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42950"/>
            <a:ext cx="5562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75" b="0" i="1">
                <a:solidFill>
                  <a:srgbClr val="52654E"/>
                </a:solidFill>
              </a:defRPr>
            </a:pPr>
            <a:r>
              <a:rPr sz="2475" b="0" i="1">
                <a:solidFill>
                  <a:srgbClr val="52654E"/>
                </a:solidFill>
              </a:rPr>
              <a:t>Weekly Planner</a:t>
            </a:r>
          </a:p>
        </p:txBody>
      </p:sp>
      <p:sp>
        <p:nvSpPr>
          <p:cNvPr id="4" name="page-subtitle">
            <a:extLst xmlns:a="http://schemas.openxmlformats.org/drawingml/2006/main">
              <a:ext uri="{FF2B5EF4-FFF2-40B4-BE49-F238E27FC236}">
                <a16:creationId xmlns:a16="http://schemas.microsoft.com/office/drawing/2014/main" id="{2E4C73E4-1B88-4A66-9649-763BF36FF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219200"/>
            <a:ext cx="461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C79B46"/>
                </a:solidFill>
              </a:defRPr>
            </a:pPr>
            <a:r>
              <a:rPr sz="975" b="0" i="0">
                <a:solidFill>
                  <a:srgbClr val="C79B46"/>
                </a:solidFill>
              </a:rPr>
              <a:t>WEEK 1</a:t>
            </a:r>
          </a:p>
        </p:txBody>
      </p:sp>
      <p:sp>
        <p:nvSpPr>
          <p:cNvPr id="5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9F6C1F54-D40B-412B-B524-04F1309D1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581150"/>
            <a:ext cx="85725" cy="857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C79B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9817B7B-4D92-4973-AF0D-635CA446A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966787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C79B46"/>
                </a:solidFill>
              </a:defRPr>
            </a:pPr>
            <a:r>
              <a:rPr sz="750" b="0" i="0">
                <a:solidFill>
                  <a:srgbClr val="C79B46"/>
                </a:solidFill>
              </a:rPr>
              <a:t>052</a:t>
            </a:r>
          </a:p>
        </p:txBody>
      </p:sp>
      <p:sp>
        <p:nvSpPr>
          <p:cNvPr id="7" name="text-MONDAY">
            <a:extLst xmlns:a="http://schemas.openxmlformats.org/drawingml/2006/main">
              <a:ext uri="{FF2B5EF4-FFF2-40B4-BE49-F238E27FC236}">
                <a16:creationId xmlns:a16="http://schemas.microsoft.com/office/drawing/2014/main" id="{F474EE8F-78E7-4F38-A31E-729A1F704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57375"/>
            <a:ext cx="266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67B61"/>
                </a:solidFill>
              </a:defRPr>
            </a:pPr>
            <a:r>
              <a:rPr sz="975" b="0" i="0">
                <a:solidFill>
                  <a:srgbClr val="667B61"/>
                </a:solidFill>
              </a:rPr>
              <a:t>MONDAY</a:t>
            </a:r>
          </a:p>
        </p:txBody>
      </p:sp>
      <p:sp>
        <p:nvSpPr>
          <p:cNvPr id="8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8C36876B-DE69-41D3-850C-AABDCBB53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62175"/>
            <a:ext cx="2667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7B61"/>
            </a:solidFill>
            <a:prstDash val="solid"/>
          </a:ln>
        </p:spPr>
      </p:sp>
      <p:sp>
        <p:nvSpPr>
          <p:cNvPr id="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F822E47F-1D67-40E1-AAB0-C8AAED1ED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5050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92AD0E02-2537-4021-B4FA-49DC2134B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7622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74536B50-193E-46CA-8DEB-66E50E639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0194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054E701A-7A67-4DCD-86E9-5C77E3CEB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27660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-TUESDAY">
            <a:extLst xmlns:a="http://schemas.openxmlformats.org/drawingml/2006/main">
              <a:ext uri="{FF2B5EF4-FFF2-40B4-BE49-F238E27FC236}">
                <a16:creationId xmlns:a16="http://schemas.microsoft.com/office/drawing/2014/main" id="{69F441B3-D352-46BA-9C5D-960351DDB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1857375"/>
            <a:ext cx="266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67B61"/>
                </a:solidFill>
              </a:defRPr>
            </a:pPr>
            <a:r>
              <a:rPr sz="975" b="0" i="0">
                <a:solidFill>
                  <a:srgbClr val="667B61"/>
                </a:solidFill>
              </a:rPr>
              <a:t>TUESDAY</a:t>
            </a:r>
          </a:p>
        </p:txBody>
      </p:sp>
      <p:sp>
        <p:nvSpPr>
          <p:cNvPr id="14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3FF87CE0-1F08-472F-B80E-4AEBF0EEB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2162175"/>
            <a:ext cx="2667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7B61"/>
            </a:solidFill>
            <a:prstDash val="solid"/>
          </a:ln>
        </p:spPr>
      </p:sp>
      <p:sp>
        <p:nvSpPr>
          <p:cNvPr id="1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0F16F24B-7F24-4B90-BB79-6968C9906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5050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66350313-B124-4884-AB7A-27AD10C09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7622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479E0B0A-9732-46A3-A9D9-7B6C3717B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0194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2A61AA6A-5728-4E5E-B9AD-8CF7A2F96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27660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-WEDNESDAY">
            <a:extLst xmlns:a="http://schemas.openxmlformats.org/drawingml/2006/main">
              <a:ext uri="{FF2B5EF4-FFF2-40B4-BE49-F238E27FC236}">
                <a16:creationId xmlns:a16="http://schemas.microsoft.com/office/drawing/2014/main" id="{38B4C638-672F-4220-9C5B-15E4B7F8E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10000"/>
            <a:ext cx="266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67B61"/>
                </a:solidFill>
              </a:defRPr>
            </a:pPr>
            <a:r>
              <a:rPr sz="975" b="0" i="0">
                <a:solidFill>
                  <a:srgbClr val="667B61"/>
                </a:solidFill>
              </a:rPr>
              <a:t>WEDNESDAY</a:t>
            </a:r>
          </a:p>
        </p:txBody>
      </p:sp>
      <p:sp>
        <p:nvSpPr>
          <p:cNvPr id="20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F09846DA-7D42-45E1-A711-B4F412801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14800"/>
            <a:ext cx="2667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7B61"/>
            </a:solidFill>
            <a:prstDash val="solid"/>
          </a:ln>
        </p:spPr>
      </p:sp>
      <p:sp>
        <p:nvSpPr>
          <p:cNvPr id="2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87D5F4F6-A7C5-4862-BDB0-6B6D1FF14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45770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046B5A8B-6B77-461B-999B-D328EAF2B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7148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6C3ABC33-F691-48FA-A0B8-186C9F439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9720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D44E795D-1358-4733-850A-48961A1BE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52292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text-THURSDAY">
            <a:extLst xmlns:a="http://schemas.openxmlformats.org/drawingml/2006/main">
              <a:ext uri="{FF2B5EF4-FFF2-40B4-BE49-F238E27FC236}">
                <a16:creationId xmlns:a16="http://schemas.microsoft.com/office/drawing/2014/main" id="{6087F148-962C-438F-B711-91A91AC70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3810000"/>
            <a:ext cx="266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67B61"/>
                </a:solidFill>
              </a:defRPr>
            </a:pPr>
            <a:r>
              <a:rPr sz="975" b="0" i="0">
                <a:solidFill>
                  <a:srgbClr val="667B61"/>
                </a:solidFill>
              </a:rPr>
              <a:t>THURSDAY</a:t>
            </a:r>
          </a:p>
        </p:txBody>
      </p:sp>
      <p:sp>
        <p:nvSpPr>
          <p:cNvPr id="26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0B2E4EED-492E-4BD1-B1B4-A2C496877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4114800"/>
            <a:ext cx="2667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7B61"/>
            </a:solidFill>
            <a:prstDash val="solid"/>
          </a:ln>
        </p:spPr>
      </p:sp>
      <p:sp>
        <p:nvSpPr>
          <p:cNvPr id="2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1CC2E624-4BD6-4FB9-BFAF-162A01016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45770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C18E1092-C7B9-4459-9496-B1A26A433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7148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9BD71AF5-6F93-4929-AC61-264E6E6F6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9720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6B3450CD-5AD7-47B3-9C58-04F3844D8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2292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text-FRIDAY">
            <a:extLst xmlns:a="http://schemas.openxmlformats.org/drawingml/2006/main">
              <a:ext uri="{FF2B5EF4-FFF2-40B4-BE49-F238E27FC236}">
                <a16:creationId xmlns:a16="http://schemas.microsoft.com/office/drawing/2014/main" id="{85D7DEB7-9BEF-4F23-836D-2E0342F34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62625"/>
            <a:ext cx="266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67B61"/>
                </a:solidFill>
              </a:defRPr>
            </a:pPr>
            <a:r>
              <a:rPr sz="975" b="0" i="0">
                <a:solidFill>
                  <a:srgbClr val="667B61"/>
                </a:solidFill>
              </a:rPr>
              <a:t>FRIDAY</a:t>
            </a:r>
          </a:p>
        </p:txBody>
      </p:sp>
      <p:sp>
        <p:nvSpPr>
          <p:cNvPr id="32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02C71FF0-C150-4A92-987D-6AB5B63DF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067425"/>
            <a:ext cx="2667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7B61"/>
            </a:solidFill>
            <a:prstDash val="solid"/>
          </a:ln>
        </p:spPr>
      </p:sp>
      <p:sp>
        <p:nvSpPr>
          <p:cNvPr id="3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C76A8BA8-7879-4177-91E3-DB0017A11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64103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8351A409-1AFC-4672-B812-B04CA8998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666750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5999148A-7864-45DF-9805-10E5E35F6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69246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A6BC1422-9D25-4248-9BB9-95A6E6061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71818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text-SATURDAY">
            <a:extLst xmlns:a="http://schemas.openxmlformats.org/drawingml/2006/main">
              <a:ext uri="{FF2B5EF4-FFF2-40B4-BE49-F238E27FC236}">
                <a16:creationId xmlns:a16="http://schemas.microsoft.com/office/drawing/2014/main" id="{9E1B615C-89AE-4051-BE63-831C4F2B9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5762625"/>
            <a:ext cx="266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67B61"/>
                </a:solidFill>
              </a:defRPr>
            </a:pPr>
            <a:r>
              <a:rPr sz="975" b="0" i="0">
                <a:solidFill>
                  <a:srgbClr val="667B61"/>
                </a:solidFill>
              </a:rPr>
              <a:t>SATURDAY</a:t>
            </a:r>
          </a:p>
        </p:txBody>
      </p:sp>
      <p:sp>
        <p:nvSpPr>
          <p:cNvPr id="38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97C5FBCD-4408-4BFF-AF24-590B45B23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6067425"/>
            <a:ext cx="2667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7B61"/>
            </a:solidFill>
            <a:prstDash val="solid"/>
          </a:ln>
        </p:spPr>
      </p:sp>
      <p:sp>
        <p:nvSpPr>
          <p:cNvPr id="3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E84295B6-D408-4B81-A1B9-335809886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64103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3DF40533-4F08-4FE5-BB0B-618359A6A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666750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6C061B09-2929-4559-B17A-F4586E11F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69246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3C361EEB-A823-4C6D-9EF3-23F1CC17A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71818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text-SUNDAY">
            <a:extLst xmlns:a="http://schemas.openxmlformats.org/drawingml/2006/main">
              <a:ext uri="{FF2B5EF4-FFF2-40B4-BE49-F238E27FC236}">
                <a16:creationId xmlns:a16="http://schemas.microsoft.com/office/drawing/2014/main" id="{F0D6DFB7-C62A-48B0-B0B7-FBAEBBC31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715250"/>
            <a:ext cx="266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67B61"/>
                </a:solidFill>
              </a:defRPr>
            </a:pPr>
            <a:r>
              <a:rPr sz="975" b="0" i="0">
                <a:solidFill>
                  <a:srgbClr val="667B61"/>
                </a:solidFill>
              </a:rPr>
              <a:t>SUNDAY</a:t>
            </a:r>
          </a:p>
        </p:txBody>
      </p:sp>
      <p:sp>
        <p:nvSpPr>
          <p:cNvPr id="44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41A410BA-22E6-4B59-ABED-E2E07C203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020050"/>
            <a:ext cx="2667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7B61"/>
            </a:solidFill>
            <a:prstDash val="solid"/>
          </a:ln>
        </p:spPr>
      </p:sp>
      <p:sp>
        <p:nvSpPr>
          <p:cNvPr id="4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4570790C-99DF-4A14-B489-8486C1A80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83629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4D65FDA5-1816-4707-B1BC-D47E83BBA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86201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B2B75E27-68FC-4F9A-8AC5-DEB919BB0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887730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DBCE6D58-411B-4458-AA9F-9171A424B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91344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text-WEEKLY NOTES">
            <a:extLst xmlns:a="http://schemas.openxmlformats.org/drawingml/2006/main">
              <a:ext uri="{FF2B5EF4-FFF2-40B4-BE49-F238E27FC236}">
                <a16:creationId xmlns:a16="http://schemas.microsoft.com/office/drawing/2014/main" id="{F0760AC8-3EA4-4FBA-93BD-E3B6CCD72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7715250"/>
            <a:ext cx="266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67B61"/>
                </a:solidFill>
              </a:defRPr>
            </a:pPr>
            <a:r>
              <a:rPr sz="975" b="0" i="0">
                <a:solidFill>
                  <a:srgbClr val="667B61"/>
                </a:solidFill>
              </a:rPr>
              <a:t>WEEKLY NOTES</a:t>
            </a:r>
          </a:p>
        </p:txBody>
      </p:sp>
      <p:sp>
        <p:nvSpPr>
          <p:cNvPr id="50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40F42132-32ED-4A4F-B2E9-1B14724C3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8020050"/>
            <a:ext cx="2667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7B61"/>
            </a:solidFill>
            <a:prstDash val="solid"/>
          </a:ln>
        </p:spPr>
      </p:sp>
      <p:sp>
        <p:nvSpPr>
          <p:cNvPr id="5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69EAC3D7-C863-4726-8CDA-9330C1F14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83629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79D25509-2818-49E8-9721-D4F4A0D9E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86201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16DF1577-FFE9-4286-B938-7D30CD535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887730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18E59028-AA5B-4BE2-869C-991F1E63F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91344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682362457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FC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e14e060920458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7562850" cy="10696575"/>
          </a:xfrm>
          <a:prstGeom xmlns:a="http://schemas.openxmlformats.org/drawingml/2006/main" prst="rect">
            <a:avLst/>
          </a:prstGeom>
        </p:spPr>
      </p:pic>
      <p:sp>
        <p:nvSpPr>
          <p:cNvPr id="2" name="soft-romantic-panel">
            <a:extLst xmlns:a="http://schemas.openxmlformats.org/drawingml/2006/main">
              <a:ext uri="{FF2B5EF4-FFF2-40B4-BE49-F238E27FC236}">
                <a16:creationId xmlns:a16="http://schemas.microsoft.com/office/drawing/2014/main" id="{7E095E59-0855-46E2-9CFC-D7B264818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"/>
            <a:ext cx="6000750" cy="9429750"/>
          </a:xfrm>
          <a:prstGeom xmlns:a="http://schemas.openxmlformats.org/drawingml/2006/main" prst="roundRect">
            <a:avLst>
              <a:gd name="adj" fmla="val 1270"/>
            </a:avLst>
          </a:prstGeom>
          <a:solidFill xmlns:a="http://schemas.openxmlformats.org/drawingml/2006/main">
            <a:srgbClr val="FCF7F3"/>
          </a:solidFill>
          <a:ln xmlns:a="http://schemas.openxmlformats.org/drawingml/2006/main" w="9525">
            <a:solidFill>
              <a:srgbClr val="C79B46"/>
            </a:solidFill>
            <a:prstDash val="solid"/>
          </a:ln>
        </p:spPr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DEFF2366-07B7-4E79-8B99-5A48045D9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42950"/>
            <a:ext cx="5562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75" b="0" i="1">
                <a:solidFill>
                  <a:srgbClr val="52654E"/>
                </a:solidFill>
              </a:defRPr>
            </a:pPr>
            <a:r>
              <a:rPr sz="2475" b="0" i="1">
                <a:solidFill>
                  <a:srgbClr val="52654E"/>
                </a:solidFill>
              </a:rPr>
              <a:t>Weekly Planner</a:t>
            </a:r>
          </a:p>
        </p:txBody>
      </p:sp>
      <p:sp>
        <p:nvSpPr>
          <p:cNvPr id="4" name="page-subtitle">
            <a:extLst xmlns:a="http://schemas.openxmlformats.org/drawingml/2006/main">
              <a:ext uri="{FF2B5EF4-FFF2-40B4-BE49-F238E27FC236}">
                <a16:creationId xmlns:a16="http://schemas.microsoft.com/office/drawing/2014/main" id="{2E353A92-CB3A-4FCE-A44C-4844DAAE6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219200"/>
            <a:ext cx="461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C79B46"/>
                </a:solidFill>
              </a:defRPr>
            </a:pPr>
            <a:r>
              <a:rPr sz="975" b="0" i="0">
                <a:solidFill>
                  <a:srgbClr val="C79B46"/>
                </a:solidFill>
              </a:rPr>
              <a:t>WEEK 2</a:t>
            </a:r>
          </a:p>
        </p:txBody>
      </p:sp>
      <p:sp>
        <p:nvSpPr>
          <p:cNvPr id="5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A257D337-EC10-4DBB-B927-AAE5484AB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581150"/>
            <a:ext cx="85725" cy="857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C79B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AF132D0-B371-4F39-9340-657FC1FEA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966787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C79B46"/>
                </a:solidFill>
              </a:defRPr>
            </a:pPr>
            <a:r>
              <a:rPr sz="750" b="0" i="0">
                <a:solidFill>
                  <a:srgbClr val="C79B46"/>
                </a:solidFill>
              </a:rPr>
              <a:t>053</a:t>
            </a:r>
          </a:p>
        </p:txBody>
      </p:sp>
      <p:sp>
        <p:nvSpPr>
          <p:cNvPr id="7" name="text-MONDAY">
            <a:extLst xmlns:a="http://schemas.openxmlformats.org/drawingml/2006/main">
              <a:ext uri="{FF2B5EF4-FFF2-40B4-BE49-F238E27FC236}">
                <a16:creationId xmlns:a16="http://schemas.microsoft.com/office/drawing/2014/main" id="{F8ADC69A-A776-4E68-B522-CC04C4647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57375"/>
            <a:ext cx="266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67B61"/>
                </a:solidFill>
              </a:defRPr>
            </a:pPr>
            <a:r>
              <a:rPr sz="975" b="0" i="0">
                <a:solidFill>
                  <a:srgbClr val="667B61"/>
                </a:solidFill>
              </a:rPr>
              <a:t>MONDAY</a:t>
            </a:r>
          </a:p>
        </p:txBody>
      </p:sp>
      <p:sp>
        <p:nvSpPr>
          <p:cNvPr id="8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481AF624-0901-4F13-9B4C-45DDC9D33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62175"/>
            <a:ext cx="2667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7B61"/>
            </a:solidFill>
            <a:prstDash val="solid"/>
          </a:ln>
        </p:spPr>
      </p:sp>
      <p:sp>
        <p:nvSpPr>
          <p:cNvPr id="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750803B4-2FCE-4FFC-BF4C-40616A835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5050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EA2520D9-69A1-4E13-A720-795CD980B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7622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7EA29775-B6FF-4BAD-AB43-09E2CA1B1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0194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CEC42359-1B4C-471F-AB98-CE2C01898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27660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-TUESDAY">
            <a:extLst xmlns:a="http://schemas.openxmlformats.org/drawingml/2006/main">
              <a:ext uri="{FF2B5EF4-FFF2-40B4-BE49-F238E27FC236}">
                <a16:creationId xmlns:a16="http://schemas.microsoft.com/office/drawing/2014/main" id="{45E1ED74-B6CB-4090-9604-A6D3A837B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1857375"/>
            <a:ext cx="266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67B61"/>
                </a:solidFill>
              </a:defRPr>
            </a:pPr>
            <a:r>
              <a:rPr sz="975" b="0" i="0">
                <a:solidFill>
                  <a:srgbClr val="667B61"/>
                </a:solidFill>
              </a:rPr>
              <a:t>TUESDAY</a:t>
            </a:r>
          </a:p>
        </p:txBody>
      </p:sp>
      <p:sp>
        <p:nvSpPr>
          <p:cNvPr id="14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B8BEC1C4-FBDD-4BEE-BE93-0F1BE99B4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2162175"/>
            <a:ext cx="2667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7B61"/>
            </a:solidFill>
            <a:prstDash val="solid"/>
          </a:ln>
        </p:spPr>
      </p:sp>
      <p:sp>
        <p:nvSpPr>
          <p:cNvPr id="1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67E2DADD-05EA-4A62-88C8-132F8620B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5050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1B7CB585-182E-4B5A-82A3-D1EB61445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7622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64041880-6254-46E5-9CA7-C5BFDABFA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0194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7CA50F5F-B23F-439E-9472-9AA1C688D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27660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-WEDNESDAY">
            <a:extLst xmlns:a="http://schemas.openxmlformats.org/drawingml/2006/main">
              <a:ext uri="{FF2B5EF4-FFF2-40B4-BE49-F238E27FC236}">
                <a16:creationId xmlns:a16="http://schemas.microsoft.com/office/drawing/2014/main" id="{59C7D502-F065-4618-92BC-E262B067D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10000"/>
            <a:ext cx="266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67B61"/>
                </a:solidFill>
              </a:defRPr>
            </a:pPr>
            <a:r>
              <a:rPr sz="975" b="0" i="0">
                <a:solidFill>
                  <a:srgbClr val="667B61"/>
                </a:solidFill>
              </a:rPr>
              <a:t>WEDNESDAY</a:t>
            </a:r>
          </a:p>
        </p:txBody>
      </p:sp>
      <p:sp>
        <p:nvSpPr>
          <p:cNvPr id="20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CB653D7A-68AA-40B1-8B59-62016CD08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14800"/>
            <a:ext cx="2667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7B61"/>
            </a:solidFill>
            <a:prstDash val="solid"/>
          </a:ln>
        </p:spPr>
      </p:sp>
      <p:sp>
        <p:nvSpPr>
          <p:cNvPr id="2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7323A563-BD5F-4027-87D8-8CFB4B43C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45770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31601EEA-2855-46BC-A956-EDB6502EE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7148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C441F9E5-42B1-4AB4-8A2F-CB1C777A4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9720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C81B550D-E1E2-4DB7-A66B-5281AE9D3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52292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text-THURSDAY">
            <a:extLst xmlns:a="http://schemas.openxmlformats.org/drawingml/2006/main">
              <a:ext uri="{FF2B5EF4-FFF2-40B4-BE49-F238E27FC236}">
                <a16:creationId xmlns:a16="http://schemas.microsoft.com/office/drawing/2014/main" id="{6BC9E8F4-C92D-4034-A560-B9777161A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3810000"/>
            <a:ext cx="266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67B61"/>
                </a:solidFill>
              </a:defRPr>
            </a:pPr>
            <a:r>
              <a:rPr sz="975" b="0" i="0">
                <a:solidFill>
                  <a:srgbClr val="667B61"/>
                </a:solidFill>
              </a:rPr>
              <a:t>THURSDAY</a:t>
            </a:r>
          </a:p>
        </p:txBody>
      </p:sp>
      <p:sp>
        <p:nvSpPr>
          <p:cNvPr id="26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C5146540-7142-44F1-8910-55BF7BB35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4114800"/>
            <a:ext cx="2667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7B61"/>
            </a:solidFill>
            <a:prstDash val="solid"/>
          </a:ln>
        </p:spPr>
      </p:sp>
      <p:sp>
        <p:nvSpPr>
          <p:cNvPr id="2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216A4344-19FE-42A2-98A4-0EA9B85E5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45770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0343FCCE-31F3-4A6D-9D39-56CF3C59F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7148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7E0A1E88-DB0B-4DA2-AC5B-35D6731BF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9720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29A4B230-A182-48F1-A079-AB1A6606A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2292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text-FRIDAY">
            <a:extLst xmlns:a="http://schemas.openxmlformats.org/drawingml/2006/main">
              <a:ext uri="{FF2B5EF4-FFF2-40B4-BE49-F238E27FC236}">
                <a16:creationId xmlns:a16="http://schemas.microsoft.com/office/drawing/2014/main" id="{C059036A-7828-4A1E-94E6-9F2DE1EEA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62625"/>
            <a:ext cx="266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67B61"/>
                </a:solidFill>
              </a:defRPr>
            </a:pPr>
            <a:r>
              <a:rPr sz="975" b="0" i="0">
                <a:solidFill>
                  <a:srgbClr val="667B61"/>
                </a:solidFill>
              </a:rPr>
              <a:t>FRIDAY</a:t>
            </a:r>
          </a:p>
        </p:txBody>
      </p:sp>
      <p:sp>
        <p:nvSpPr>
          <p:cNvPr id="32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A2E46200-37E0-4093-BF12-02194F488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067425"/>
            <a:ext cx="2667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7B61"/>
            </a:solidFill>
            <a:prstDash val="solid"/>
          </a:ln>
        </p:spPr>
      </p:sp>
      <p:sp>
        <p:nvSpPr>
          <p:cNvPr id="3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7A523FA7-D150-44BF-BF14-AE2CD4D17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64103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00247EB7-8F97-49C8-9C64-E77BC1F8A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666750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7C8CFD69-6EFA-434F-8712-B662B6C7A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69246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BA263ADD-1FB2-421E-8A3F-C2E13C26A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71818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text-SATURDAY">
            <a:extLst xmlns:a="http://schemas.openxmlformats.org/drawingml/2006/main">
              <a:ext uri="{FF2B5EF4-FFF2-40B4-BE49-F238E27FC236}">
                <a16:creationId xmlns:a16="http://schemas.microsoft.com/office/drawing/2014/main" id="{15B35B22-927F-4984-A535-D09573D96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5762625"/>
            <a:ext cx="266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67B61"/>
                </a:solidFill>
              </a:defRPr>
            </a:pPr>
            <a:r>
              <a:rPr sz="975" b="0" i="0">
                <a:solidFill>
                  <a:srgbClr val="667B61"/>
                </a:solidFill>
              </a:rPr>
              <a:t>SATURDAY</a:t>
            </a:r>
          </a:p>
        </p:txBody>
      </p:sp>
      <p:sp>
        <p:nvSpPr>
          <p:cNvPr id="38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942E332D-57D1-4CFE-A0B8-459A09E6D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6067425"/>
            <a:ext cx="2667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7B61"/>
            </a:solidFill>
            <a:prstDash val="solid"/>
          </a:ln>
        </p:spPr>
      </p:sp>
      <p:sp>
        <p:nvSpPr>
          <p:cNvPr id="3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E15230D0-DFA6-4C4B-958D-D38BCC408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64103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E3B261DC-02BC-404D-B4FD-7E1D1C071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666750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5AA035E3-CFEB-4735-A654-0A9DE0061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69246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A2149201-A21F-4288-852D-2ED651080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71818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text-SUNDAY">
            <a:extLst xmlns:a="http://schemas.openxmlformats.org/drawingml/2006/main">
              <a:ext uri="{FF2B5EF4-FFF2-40B4-BE49-F238E27FC236}">
                <a16:creationId xmlns:a16="http://schemas.microsoft.com/office/drawing/2014/main" id="{DBC11B4B-739F-4DA6-9F36-8AC1FD574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715250"/>
            <a:ext cx="266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67B61"/>
                </a:solidFill>
              </a:defRPr>
            </a:pPr>
            <a:r>
              <a:rPr sz="975" b="0" i="0">
                <a:solidFill>
                  <a:srgbClr val="667B61"/>
                </a:solidFill>
              </a:rPr>
              <a:t>SUNDAY</a:t>
            </a:r>
          </a:p>
        </p:txBody>
      </p:sp>
      <p:sp>
        <p:nvSpPr>
          <p:cNvPr id="44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90A168D9-A15B-40B7-83E4-F11E30E03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020050"/>
            <a:ext cx="2667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7B61"/>
            </a:solidFill>
            <a:prstDash val="solid"/>
          </a:ln>
        </p:spPr>
      </p:sp>
      <p:sp>
        <p:nvSpPr>
          <p:cNvPr id="4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20774F19-5FE5-4CCD-B209-CCA3621CB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83629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A746F9B1-65AE-4741-9A71-A24C7ABAC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86201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CDE4DED8-C2DD-4005-B36C-C4851EEFA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887730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21E85519-F200-4D5A-815A-2AB4CF635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91344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text-WEEKLY NOTES">
            <a:extLst xmlns:a="http://schemas.openxmlformats.org/drawingml/2006/main">
              <a:ext uri="{FF2B5EF4-FFF2-40B4-BE49-F238E27FC236}">
                <a16:creationId xmlns:a16="http://schemas.microsoft.com/office/drawing/2014/main" id="{312FD567-077E-4172-B323-3160D0D2B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7715250"/>
            <a:ext cx="266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67B61"/>
                </a:solidFill>
              </a:defRPr>
            </a:pPr>
            <a:r>
              <a:rPr sz="975" b="0" i="0">
                <a:solidFill>
                  <a:srgbClr val="667B61"/>
                </a:solidFill>
              </a:rPr>
              <a:t>WEEKLY NOTES</a:t>
            </a:r>
          </a:p>
        </p:txBody>
      </p:sp>
      <p:sp>
        <p:nvSpPr>
          <p:cNvPr id="50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6A3381A4-FE52-42B3-B560-5503EE00E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8020050"/>
            <a:ext cx="2667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7B61"/>
            </a:solidFill>
            <a:prstDash val="solid"/>
          </a:ln>
        </p:spPr>
      </p:sp>
      <p:sp>
        <p:nvSpPr>
          <p:cNvPr id="5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306B4953-C0F4-4E5F-9374-161640450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83629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CE933FED-A36D-45B6-B1F7-8576A169B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86201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A8F9F41D-AB6B-49FD-A7A6-0175C41D0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887730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123EE12F-9E67-41BD-BE92-54899B087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91344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30524351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FC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63f12c6d1a477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7562850" cy="10696575"/>
          </a:xfrm>
          <a:prstGeom xmlns:a="http://schemas.openxmlformats.org/drawingml/2006/main" prst="rect">
            <a:avLst/>
          </a:prstGeom>
        </p:spPr>
      </p:pic>
      <p:sp>
        <p:nvSpPr>
          <p:cNvPr id="2" name="soft-romantic-panel">
            <a:extLst xmlns:a="http://schemas.openxmlformats.org/drawingml/2006/main">
              <a:ext uri="{FF2B5EF4-FFF2-40B4-BE49-F238E27FC236}">
                <a16:creationId xmlns:a16="http://schemas.microsoft.com/office/drawing/2014/main" id="{E471F30E-194A-4CFA-9178-9A1F846AD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"/>
            <a:ext cx="6000750" cy="9429750"/>
          </a:xfrm>
          <a:prstGeom xmlns:a="http://schemas.openxmlformats.org/drawingml/2006/main" prst="roundRect">
            <a:avLst>
              <a:gd name="adj" fmla="val 1270"/>
            </a:avLst>
          </a:prstGeom>
          <a:solidFill xmlns:a="http://schemas.openxmlformats.org/drawingml/2006/main">
            <a:srgbClr val="FCF7F3"/>
          </a:solidFill>
          <a:ln xmlns:a="http://schemas.openxmlformats.org/drawingml/2006/main" w="9525">
            <a:solidFill>
              <a:srgbClr val="C79B46"/>
            </a:solidFill>
            <a:prstDash val="solid"/>
          </a:ln>
        </p:spPr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DCEBE5A3-DCF6-42DA-A82C-A047CE34A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42950"/>
            <a:ext cx="5562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75" b="0" i="1">
                <a:solidFill>
                  <a:srgbClr val="52654E"/>
                </a:solidFill>
              </a:defRPr>
            </a:pPr>
            <a:r>
              <a:rPr sz="2475" b="0" i="1">
                <a:solidFill>
                  <a:srgbClr val="52654E"/>
                </a:solidFill>
              </a:rPr>
              <a:t>Weekly Planner</a:t>
            </a:r>
          </a:p>
        </p:txBody>
      </p:sp>
      <p:sp>
        <p:nvSpPr>
          <p:cNvPr id="4" name="page-subtitle">
            <a:extLst xmlns:a="http://schemas.openxmlformats.org/drawingml/2006/main">
              <a:ext uri="{FF2B5EF4-FFF2-40B4-BE49-F238E27FC236}">
                <a16:creationId xmlns:a16="http://schemas.microsoft.com/office/drawing/2014/main" id="{E5DCCF5B-95CE-43B1-AA9D-F4F7CA21D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219200"/>
            <a:ext cx="461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C79B46"/>
                </a:solidFill>
              </a:defRPr>
            </a:pPr>
            <a:r>
              <a:rPr sz="975" b="0" i="0">
                <a:solidFill>
                  <a:srgbClr val="C79B46"/>
                </a:solidFill>
              </a:rPr>
              <a:t>WEEK 3</a:t>
            </a:r>
          </a:p>
        </p:txBody>
      </p:sp>
      <p:sp>
        <p:nvSpPr>
          <p:cNvPr id="5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2F5F667F-14B2-4E91-BED8-8FD5A09F0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581150"/>
            <a:ext cx="85725" cy="857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C79B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A71FCAD-B0DC-43F0-B22F-4807572B3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966787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C79B46"/>
                </a:solidFill>
              </a:defRPr>
            </a:pPr>
            <a:r>
              <a:rPr sz="750" b="0" i="0">
                <a:solidFill>
                  <a:srgbClr val="C79B46"/>
                </a:solidFill>
              </a:rPr>
              <a:t>054</a:t>
            </a:r>
          </a:p>
        </p:txBody>
      </p:sp>
      <p:sp>
        <p:nvSpPr>
          <p:cNvPr id="7" name="text-MONDAY">
            <a:extLst xmlns:a="http://schemas.openxmlformats.org/drawingml/2006/main">
              <a:ext uri="{FF2B5EF4-FFF2-40B4-BE49-F238E27FC236}">
                <a16:creationId xmlns:a16="http://schemas.microsoft.com/office/drawing/2014/main" id="{26ED32D5-98B3-4102-B89C-29B4F6551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57375"/>
            <a:ext cx="266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67B61"/>
                </a:solidFill>
              </a:defRPr>
            </a:pPr>
            <a:r>
              <a:rPr sz="975" b="0" i="0">
                <a:solidFill>
                  <a:srgbClr val="667B61"/>
                </a:solidFill>
              </a:rPr>
              <a:t>MONDAY</a:t>
            </a:r>
          </a:p>
        </p:txBody>
      </p:sp>
      <p:sp>
        <p:nvSpPr>
          <p:cNvPr id="8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7210C063-F5A2-46C3-9B23-5D51D82AC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62175"/>
            <a:ext cx="2667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7B61"/>
            </a:solidFill>
            <a:prstDash val="solid"/>
          </a:ln>
        </p:spPr>
      </p:sp>
      <p:sp>
        <p:nvSpPr>
          <p:cNvPr id="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D14148E5-5438-4D7D-9A3F-C96E25DD4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5050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59A37634-1411-4BC8-AB4A-7B8F4A93C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7622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70FED9A8-3DA3-4FAB-BB76-EC5072A3E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0194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9D52ADA0-8530-4E1E-9248-142E4DD4B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27660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-TUESDAY">
            <a:extLst xmlns:a="http://schemas.openxmlformats.org/drawingml/2006/main">
              <a:ext uri="{FF2B5EF4-FFF2-40B4-BE49-F238E27FC236}">
                <a16:creationId xmlns:a16="http://schemas.microsoft.com/office/drawing/2014/main" id="{A0360DC7-A234-4EB6-854A-1684FF6C1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1857375"/>
            <a:ext cx="266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67B61"/>
                </a:solidFill>
              </a:defRPr>
            </a:pPr>
            <a:r>
              <a:rPr sz="975" b="0" i="0">
                <a:solidFill>
                  <a:srgbClr val="667B61"/>
                </a:solidFill>
              </a:rPr>
              <a:t>TUESDAY</a:t>
            </a:r>
          </a:p>
        </p:txBody>
      </p:sp>
      <p:sp>
        <p:nvSpPr>
          <p:cNvPr id="14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D2E1DE2C-AD80-4CAE-ADA1-D641ED4BB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2162175"/>
            <a:ext cx="2667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7B61"/>
            </a:solidFill>
            <a:prstDash val="solid"/>
          </a:ln>
        </p:spPr>
      </p:sp>
      <p:sp>
        <p:nvSpPr>
          <p:cNvPr id="1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7097E9BA-2A05-4C59-8D80-B9C707AF2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5050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F0B3D212-5035-4982-9D26-97D461D2D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7622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8FA7E775-ACA2-4340-BEEC-9CB33970E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0194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09B24ECF-AE99-4389-91CB-787E20D50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27660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-WEDNESDAY">
            <a:extLst xmlns:a="http://schemas.openxmlformats.org/drawingml/2006/main">
              <a:ext uri="{FF2B5EF4-FFF2-40B4-BE49-F238E27FC236}">
                <a16:creationId xmlns:a16="http://schemas.microsoft.com/office/drawing/2014/main" id="{2F8F1ED5-D372-4C74-B217-96FA70035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10000"/>
            <a:ext cx="266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67B61"/>
                </a:solidFill>
              </a:defRPr>
            </a:pPr>
            <a:r>
              <a:rPr sz="975" b="0" i="0">
                <a:solidFill>
                  <a:srgbClr val="667B61"/>
                </a:solidFill>
              </a:rPr>
              <a:t>WEDNESDAY</a:t>
            </a:r>
          </a:p>
        </p:txBody>
      </p:sp>
      <p:sp>
        <p:nvSpPr>
          <p:cNvPr id="20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96601388-6EC8-4CB3-8015-B2C851D24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14800"/>
            <a:ext cx="2667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7B61"/>
            </a:solidFill>
            <a:prstDash val="solid"/>
          </a:ln>
        </p:spPr>
      </p:sp>
      <p:sp>
        <p:nvSpPr>
          <p:cNvPr id="2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5C18079C-B5A8-4237-BF81-F526EF3F3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45770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52F4997F-DF6D-4CD1-A754-9B3F6B6B8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7148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C3374926-E4CD-4D63-8973-11F5BA914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9720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61E0410B-49F3-4897-BE05-0DAC35C13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52292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text-THURSDAY">
            <a:extLst xmlns:a="http://schemas.openxmlformats.org/drawingml/2006/main">
              <a:ext uri="{FF2B5EF4-FFF2-40B4-BE49-F238E27FC236}">
                <a16:creationId xmlns:a16="http://schemas.microsoft.com/office/drawing/2014/main" id="{8953232C-1628-4DE8-8C26-F2C1303BD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3810000"/>
            <a:ext cx="266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67B61"/>
                </a:solidFill>
              </a:defRPr>
            </a:pPr>
            <a:r>
              <a:rPr sz="975" b="0" i="0">
                <a:solidFill>
                  <a:srgbClr val="667B61"/>
                </a:solidFill>
              </a:rPr>
              <a:t>THURSDAY</a:t>
            </a:r>
          </a:p>
        </p:txBody>
      </p:sp>
      <p:sp>
        <p:nvSpPr>
          <p:cNvPr id="26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C100EDFA-BB05-406D-ADCE-DE76455EE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4114800"/>
            <a:ext cx="2667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7B61"/>
            </a:solidFill>
            <a:prstDash val="solid"/>
          </a:ln>
        </p:spPr>
      </p:sp>
      <p:sp>
        <p:nvSpPr>
          <p:cNvPr id="2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C11C01FC-7A2C-4EA5-8B18-BD7D102F3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45770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6EBF9301-C8E8-4E64-AB62-962B1DB35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7148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08238F47-2501-4AF9-AE34-9E1BFF188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9720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421E96EC-CC18-47FD-8761-08BF96CA9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2292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text-FRIDAY">
            <a:extLst xmlns:a="http://schemas.openxmlformats.org/drawingml/2006/main">
              <a:ext uri="{FF2B5EF4-FFF2-40B4-BE49-F238E27FC236}">
                <a16:creationId xmlns:a16="http://schemas.microsoft.com/office/drawing/2014/main" id="{A72B0560-DD45-46F3-8D49-F9345A364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62625"/>
            <a:ext cx="266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67B61"/>
                </a:solidFill>
              </a:defRPr>
            </a:pPr>
            <a:r>
              <a:rPr sz="975" b="0" i="0">
                <a:solidFill>
                  <a:srgbClr val="667B61"/>
                </a:solidFill>
              </a:rPr>
              <a:t>FRIDAY</a:t>
            </a:r>
          </a:p>
        </p:txBody>
      </p:sp>
      <p:sp>
        <p:nvSpPr>
          <p:cNvPr id="32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9C3AF432-AEA3-4368-A35E-CFC02526C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067425"/>
            <a:ext cx="2667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7B61"/>
            </a:solidFill>
            <a:prstDash val="solid"/>
          </a:ln>
        </p:spPr>
      </p:sp>
      <p:sp>
        <p:nvSpPr>
          <p:cNvPr id="3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2FF1FD11-F61B-43A3-9E89-D9D0CFDBD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64103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97BB3EF8-5562-48BD-A3A2-196E3F6A4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666750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F9B55B99-78F1-43AB-BEE2-8F878A169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69246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C257E09D-A2BB-42F0-8D83-B07202061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71818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text-SATURDAY">
            <a:extLst xmlns:a="http://schemas.openxmlformats.org/drawingml/2006/main">
              <a:ext uri="{FF2B5EF4-FFF2-40B4-BE49-F238E27FC236}">
                <a16:creationId xmlns:a16="http://schemas.microsoft.com/office/drawing/2014/main" id="{A8925DFB-BAC5-4CD9-99FA-0849FFE5F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5762625"/>
            <a:ext cx="266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67B61"/>
                </a:solidFill>
              </a:defRPr>
            </a:pPr>
            <a:r>
              <a:rPr sz="975" b="0" i="0">
                <a:solidFill>
                  <a:srgbClr val="667B61"/>
                </a:solidFill>
              </a:rPr>
              <a:t>SATURDAY</a:t>
            </a:r>
          </a:p>
        </p:txBody>
      </p:sp>
      <p:sp>
        <p:nvSpPr>
          <p:cNvPr id="38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0CC81803-1741-46CC-B40C-88003BC88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6067425"/>
            <a:ext cx="2667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7B61"/>
            </a:solidFill>
            <a:prstDash val="solid"/>
          </a:ln>
        </p:spPr>
      </p:sp>
      <p:sp>
        <p:nvSpPr>
          <p:cNvPr id="3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30A334BE-E692-4653-B408-456001DE5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64103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13BF3EF9-8F61-4FC7-870F-5B8E2E993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666750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1732741D-400C-455C-94E3-F46B76D29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69246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BDED5476-B174-46B5-88E3-0FE98DF84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71818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text-SUNDAY">
            <a:extLst xmlns:a="http://schemas.openxmlformats.org/drawingml/2006/main">
              <a:ext uri="{FF2B5EF4-FFF2-40B4-BE49-F238E27FC236}">
                <a16:creationId xmlns:a16="http://schemas.microsoft.com/office/drawing/2014/main" id="{AD1A7B09-9CA8-444D-B0DA-3B6B95496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715250"/>
            <a:ext cx="266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67B61"/>
                </a:solidFill>
              </a:defRPr>
            </a:pPr>
            <a:r>
              <a:rPr sz="975" b="0" i="0">
                <a:solidFill>
                  <a:srgbClr val="667B61"/>
                </a:solidFill>
              </a:rPr>
              <a:t>SUNDAY</a:t>
            </a:r>
          </a:p>
        </p:txBody>
      </p:sp>
      <p:sp>
        <p:nvSpPr>
          <p:cNvPr id="44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74AE2971-D67C-4B04-82FC-8CA4E043E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020050"/>
            <a:ext cx="2667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7B61"/>
            </a:solidFill>
            <a:prstDash val="solid"/>
          </a:ln>
        </p:spPr>
      </p:sp>
      <p:sp>
        <p:nvSpPr>
          <p:cNvPr id="4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09C88FAC-652B-4B6F-A025-FAA6C9084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83629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9086699B-CF6E-4A49-9339-A56CB6F9A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86201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2095E509-5851-4A45-A43B-26FFCF8C6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887730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18593C76-EC28-48C5-8886-4A067665C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91344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text-WEEKLY NOTES">
            <a:extLst xmlns:a="http://schemas.openxmlformats.org/drawingml/2006/main">
              <a:ext uri="{FF2B5EF4-FFF2-40B4-BE49-F238E27FC236}">
                <a16:creationId xmlns:a16="http://schemas.microsoft.com/office/drawing/2014/main" id="{BB2DDADE-4B5A-41A8-8FEB-96923C631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7715250"/>
            <a:ext cx="266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67B61"/>
                </a:solidFill>
              </a:defRPr>
            </a:pPr>
            <a:r>
              <a:rPr sz="975" b="0" i="0">
                <a:solidFill>
                  <a:srgbClr val="667B61"/>
                </a:solidFill>
              </a:rPr>
              <a:t>WEEKLY NOTES</a:t>
            </a:r>
          </a:p>
        </p:txBody>
      </p:sp>
      <p:sp>
        <p:nvSpPr>
          <p:cNvPr id="50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6731F855-B8D6-4316-B89A-601A59056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8020050"/>
            <a:ext cx="2667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7B61"/>
            </a:solidFill>
            <a:prstDash val="solid"/>
          </a:ln>
        </p:spPr>
      </p:sp>
      <p:sp>
        <p:nvSpPr>
          <p:cNvPr id="5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C0B794CF-BAED-4EDF-9004-4300BC8D7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83629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B0C85393-98EC-4860-8A20-43A5770BC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86201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72627BE8-B5F2-4D02-891D-37260913E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887730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E304725E-5A61-47FF-B70D-6FB1057B5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91344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484880997"/>
      </p:ext>
    </p:extLst>
  </p:cSld>
</p:sld>
</file>

<file path=ppt/slides/slide55.xml><?xml version="1.0" encoding="utf-8"?>
<p:sld xmlns:p="http://schemas.openxmlformats.org/presentationml/2006/main">
  <p:cSld>
    <p:bg>
      <p:bgPr>
        <a:solidFill xmlns:a="http://schemas.openxmlformats.org/drawingml/2006/main">
          <a:srgbClr val="FC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dd020c783e41b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7562850" cy="10696575"/>
          </a:xfrm>
          <a:prstGeom xmlns:a="http://schemas.openxmlformats.org/drawingml/2006/main" prst="rect">
            <a:avLst/>
          </a:prstGeom>
        </p:spPr>
      </p:pic>
      <p:sp>
        <p:nvSpPr>
          <p:cNvPr id="2" name="soft-romantic-panel">
            <a:extLst xmlns:a="http://schemas.openxmlformats.org/drawingml/2006/main">
              <a:ext uri="{FF2B5EF4-FFF2-40B4-BE49-F238E27FC236}">
                <a16:creationId xmlns:a16="http://schemas.microsoft.com/office/drawing/2014/main" id="{C70E2CC1-0ED5-4E9F-A6DA-E54B89DE2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"/>
            <a:ext cx="6000750" cy="9429750"/>
          </a:xfrm>
          <a:prstGeom xmlns:a="http://schemas.openxmlformats.org/drawingml/2006/main" prst="roundRect">
            <a:avLst>
              <a:gd name="adj" fmla="val 1270"/>
            </a:avLst>
          </a:prstGeom>
          <a:solidFill xmlns:a="http://schemas.openxmlformats.org/drawingml/2006/main">
            <a:srgbClr val="FCF7F3"/>
          </a:solidFill>
          <a:ln xmlns:a="http://schemas.openxmlformats.org/drawingml/2006/main" w="9525">
            <a:solidFill>
              <a:srgbClr val="C79B46"/>
            </a:solidFill>
            <a:prstDash val="solid"/>
          </a:ln>
        </p:spPr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81DCA524-9BB8-488B-9B8E-406D46C04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42950"/>
            <a:ext cx="5562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75" b="0" i="1">
                <a:solidFill>
                  <a:srgbClr val="52654E"/>
                </a:solidFill>
              </a:defRPr>
            </a:pPr>
            <a:r>
              <a:rPr sz="2475" b="0" i="1">
                <a:solidFill>
                  <a:srgbClr val="52654E"/>
                </a:solidFill>
              </a:rPr>
              <a:t>Weekly Planner</a:t>
            </a:r>
          </a:p>
        </p:txBody>
      </p:sp>
      <p:sp>
        <p:nvSpPr>
          <p:cNvPr id="4" name="page-subtitle">
            <a:extLst xmlns:a="http://schemas.openxmlformats.org/drawingml/2006/main">
              <a:ext uri="{FF2B5EF4-FFF2-40B4-BE49-F238E27FC236}">
                <a16:creationId xmlns:a16="http://schemas.microsoft.com/office/drawing/2014/main" id="{F4735188-6627-41BE-9570-B2A17E846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219200"/>
            <a:ext cx="461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C79B46"/>
                </a:solidFill>
              </a:defRPr>
            </a:pPr>
            <a:r>
              <a:rPr sz="975" b="0" i="0">
                <a:solidFill>
                  <a:srgbClr val="C79B46"/>
                </a:solidFill>
              </a:rPr>
              <a:t>WEEK 4</a:t>
            </a:r>
          </a:p>
        </p:txBody>
      </p:sp>
      <p:sp>
        <p:nvSpPr>
          <p:cNvPr id="5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7A3572D2-9C1B-49E2-9F62-1D84CCC4C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581150"/>
            <a:ext cx="85725" cy="857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C79B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4CBA609-D6D7-45E5-844E-A00C3A5B6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966787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C79B46"/>
                </a:solidFill>
              </a:defRPr>
            </a:pPr>
            <a:r>
              <a:rPr sz="750" b="0" i="0">
                <a:solidFill>
                  <a:srgbClr val="C79B46"/>
                </a:solidFill>
              </a:rPr>
              <a:t>055</a:t>
            </a:r>
          </a:p>
        </p:txBody>
      </p:sp>
      <p:sp>
        <p:nvSpPr>
          <p:cNvPr id="7" name="text-MONDAY">
            <a:extLst xmlns:a="http://schemas.openxmlformats.org/drawingml/2006/main">
              <a:ext uri="{FF2B5EF4-FFF2-40B4-BE49-F238E27FC236}">
                <a16:creationId xmlns:a16="http://schemas.microsoft.com/office/drawing/2014/main" id="{4F2EB269-7E31-4804-8E61-A29ABCD28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57375"/>
            <a:ext cx="266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67B61"/>
                </a:solidFill>
              </a:defRPr>
            </a:pPr>
            <a:r>
              <a:rPr sz="975" b="0" i="0">
                <a:solidFill>
                  <a:srgbClr val="667B61"/>
                </a:solidFill>
              </a:rPr>
              <a:t>MONDAY</a:t>
            </a:r>
          </a:p>
        </p:txBody>
      </p:sp>
      <p:sp>
        <p:nvSpPr>
          <p:cNvPr id="8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7452008C-CF46-41FE-9A5E-E39B91C49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62175"/>
            <a:ext cx="2667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7B61"/>
            </a:solidFill>
            <a:prstDash val="solid"/>
          </a:ln>
        </p:spPr>
      </p:sp>
      <p:sp>
        <p:nvSpPr>
          <p:cNvPr id="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F9FB3C3D-55C8-4B41-A51C-D690DD03F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5050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4EC55DAF-7183-4157-8912-D1C6E5C5C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7622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DA8ED0B4-66A6-4E25-A660-492D12728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0194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AE706905-C68E-439D-A749-9A6491610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27660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-TUESDAY">
            <a:extLst xmlns:a="http://schemas.openxmlformats.org/drawingml/2006/main">
              <a:ext uri="{FF2B5EF4-FFF2-40B4-BE49-F238E27FC236}">
                <a16:creationId xmlns:a16="http://schemas.microsoft.com/office/drawing/2014/main" id="{9FFD520F-23A1-467F-AEE0-A47B043C4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1857375"/>
            <a:ext cx="266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67B61"/>
                </a:solidFill>
              </a:defRPr>
            </a:pPr>
            <a:r>
              <a:rPr sz="975" b="0" i="0">
                <a:solidFill>
                  <a:srgbClr val="667B61"/>
                </a:solidFill>
              </a:rPr>
              <a:t>TUESDAY</a:t>
            </a:r>
          </a:p>
        </p:txBody>
      </p:sp>
      <p:sp>
        <p:nvSpPr>
          <p:cNvPr id="14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739EB12B-9FBF-448C-B406-1D4512602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2162175"/>
            <a:ext cx="2667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7B61"/>
            </a:solidFill>
            <a:prstDash val="solid"/>
          </a:ln>
        </p:spPr>
      </p:sp>
      <p:sp>
        <p:nvSpPr>
          <p:cNvPr id="1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5DB30C8C-994D-4EE8-B913-79AFD92E0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5050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74C9CD4D-3FD5-4DDF-B82A-945CF3106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7622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55E667DE-523E-4AAB-82ED-A55388D7F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0194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30BF0F3C-DEEC-4F36-84F1-BD29082A8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27660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-WEDNESDAY">
            <a:extLst xmlns:a="http://schemas.openxmlformats.org/drawingml/2006/main">
              <a:ext uri="{FF2B5EF4-FFF2-40B4-BE49-F238E27FC236}">
                <a16:creationId xmlns:a16="http://schemas.microsoft.com/office/drawing/2014/main" id="{F2C7A469-5F08-414D-BC62-492349839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10000"/>
            <a:ext cx="266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67B61"/>
                </a:solidFill>
              </a:defRPr>
            </a:pPr>
            <a:r>
              <a:rPr sz="975" b="0" i="0">
                <a:solidFill>
                  <a:srgbClr val="667B61"/>
                </a:solidFill>
              </a:rPr>
              <a:t>WEDNESDAY</a:t>
            </a:r>
          </a:p>
        </p:txBody>
      </p:sp>
      <p:sp>
        <p:nvSpPr>
          <p:cNvPr id="20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96A65D0E-352C-46BF-B5F9-4C18303DF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14800"/>
            <a:ext cx="2667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7B61"/>
            </a:solidFill>
            <a:prstDash val="solid"/>
          </a:ln>
        </p:spPr>
      </p:sp>
      <p:sp>
        <p:nvSpPr>
          <p:cNvPr id="2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AEB70C1B-EA87-438D-AEC8-CDD844751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45770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380EA28C-C1B8-4EC9-8351-7347C6C5C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7148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5BD89039-56DA-4E7C-8774-FE2F15354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9720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AA53BCC7-BD12-4DB7-83DD-48BCF2B3D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52292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text-THURSDAY">
            <a:extLst xmlns:a="http://schemas.openxmlformats.org/drawingml/2006/main">
              <a:ext uri="{FF2B5EF4-FFF2-40B4-BE49-F238E27FC236}">
                <a16:creationId xmlns:a16="http://schemas.microsoft.com/office/drawing/2014/main" id="{BF5F41A6-C674-45F4-B7E7-DCB187909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3810000"/>
            <a:ext cx="266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67B61"/>
                </a:solidFill>
              </a:defRPr>
            </a:pPr>
            <a:r>
              <a:rPr sz="975" b="0" i="0">
                <a:solidFill>
                  <a:srgbClr val="667B61"/>
                </a:solidFill>
              </a:rPr>
              <a:t>THURSDAY</a:t>
            </a:r>
          </a:p>
        </p:txBody>
      </p:sp>
      <p:sp>
        <p:nvSpPr>
          <p:cNvPr id="26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E957D029-FDFF-4455-9A9D-6C66DEC03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4114800"/>
            <a:ext cx="2667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7B61"/>
            </a:solidFill>
            <a:prstDash val="solid"/>
          </a:ln>
        </p:spPr>
      </p:sp>
      <p:sp>
        <p:nvSpPr>
          <p:cNvPr id="2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D77C2526-4C74-4717-9B23-7AD644E73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45770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277EFA6B-862A-45D6-A3E1-18F4BA30D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7148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1F861C57-FF6A-440E-A48F-BF19D819A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9720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D9D41A19-5F00-4E6C-9212-53F34B836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2292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text-FRIDAY">
            <a:extLst xmlns:a="http://schemas.openxmlformats.org/drawingml/2006/main">
              <a:ext uri="{FF2B5EF4-FFF2-40B4-BE49-F238E27FC236}">
                <a16:creationId xmlns:a16="http://schemas.microsoft.com/office/drawing/2014/main" id="{6370BA7E-ABE1-439C-A7ED-B7CE5BCDF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62625"/>
            <a:ext cx="266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67B61"/>
                </a:solidFill>
              </a:defRPr>
            </a:pPr>
            <a:r>
              <a:rPr sz="975" b="0" i="0">
                <a:solidFill>
                  <a:srgbClr val="667B61"/>
                </a:solidFill>
              </a:rPr>
              <a:t>FRIDAY</a:t>
            </a:r>
          </a:p>
        </p:txBody>
      </p:sp>
      <p:sp>
        <p:nvSpPr>
          <p:cNvPr id="32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6584ED24-8EF9-4FDA-BD26-758D1E685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067425"/>
            <a:ext cx="2667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7B61"/>
            </a:solidFill>
            <a:prstDash val="solid"/>
          </a:ln>
        </p:spPr>
      </p:sp>
      <p:sp>
        <p:nvSpPr>
          <p:cNvPr id="3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27109836-D812-44C5-96E3-422AAABBD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64103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0C41AE08-384C-498F-BB73-DB3768EE0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666750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7699472D-1AC4-4B7F-9AF3-D1B6CBA84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69246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E3AB8C79-5C1A-4EB6-9AC9-43E51D19F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71818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text-SATURDAY">
            <a:extLst xmlns:a="http://schemas.openxmlformats.org/drawingml/2006/main">
              <a:ext uri="{FF2B5EF4-FFF2-40B4-BE49-F238E27FC236}">
                <a16:creationId xmlns:a16="http://schemas.microsoft.com/office/drawing/2014/main" id="{65BDAE8A-AF63-4A25-9EC6-416B1EDCE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5762625"/>
            <a:ext cx="266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67B61"/>
                </a:solidFill>
              </a:defRPr>
            </a:pPr>
            <a:r>
              <a:rPr sz="975" b="0" i="0">
                <a:solidFill>
                  <a:srgbClr val="667B61"/>
                </a:solidFill>
              </a:rPr>
              <a:t>SATURDAY</a:t>
            </a:r>
          </a:p>
        </p:txBody>
      </p:sp>
      <p:sp>
        <p:nvSpPr>
          <p:cNvPr id="38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21FBAD28-DAC5-4AC2-9F2E-0356424F5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6067425"/>
            <a:ext cx="2667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7B61"/>
            </a:solidFill>
            <a:prstDash val="solid"/>
          </a:ln>
        </p:spPr>
      </p:sp>
      <p:sp>
        <p:nvSpPr>
          <p:cNvPr id="3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143F62CD-89D7-4ED1-8728-F592688DA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64103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E8AAB5AB-434C-4F18-8111-4B782D963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666750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EF6CB0B0-CDEB-4272-8EE4-36843736E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69246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427F93C5-F47E-4829-BB6F-200F48F78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71818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text-SUNDAY">
            <a:extLst xmlns:a="http://schemas.openxmlformats.org/drawingml/2006/main">
              <a:ext uri="{FF2B5EF4-FFF2-40B4-BE49-F238E27FC236}">
                <a16:creationId xmlns:a16="http://schemas.microsoft.com/office/drawing/2014/main" id="{F7BDE458-B8F0-46AB-B71C-9A447AEDB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715250"/>
            <a:ext cx="266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67B61"/>
                </a:solidFill>
              </a:defRPr>
            </a:pPr>
            <a:r>
              <a:rPr sz="975" b="0" i="0">
                <a:solidFill>
                  <a:srgbClr val="667B61"/>
                </a:solidFill>
              </a:rPr>
              <a:t>SUNDAY</a:t>
            </a:r>
          </a:p>
        </p:txBody>
      </p:sp>
      <p:sp>
        <p:nvSpPr>
          <p:cNvPr id="44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5BFDA0B3-763F-4AE6-94E7-2481599E7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020050"/>
            <a:ext cx="2667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7B61"/>
            </a:solidFill>
            <a:prstDash val="solid"/>
          </a:ln>
        </p:spPr>
      </p:sp>
      <p:sp>
        <p:nvSpPr>
          <p:cNvPr id="4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DB1A1E9D-BAC7-4D94-9D96-6E7E74EBA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83629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62BDA34C-5CA3-464D-BF90-5FDB1F5E6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86201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B8619218-C36D-448D-B3DB-AC3D97842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887730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C482E7D6-8E4F-4A70-A24B-096D80F95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91344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text-WEEKLY NOTES">
            <a:extLst xmlns:a="http://schemas.openxmlformats.org/drawingml/2006/main">
              <a:ext uri="{FF2B5EF4-FFF2-40B4-BE49-F238E27FC236}">
                <a16:creationId xmlns:a16="http://schemas.microsoft.com/office/drawing/2014/main" id="{DBCDB6EF-906E-4890-B6C7-38A544175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7715250"/>
            <a:ext cx="266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67B61"/>
                </a:solidFill>
              </a:defRPr>
            </a:pPr>
            <a:r>
              <a:rPr sz="975" b="0" i="0">
                <a:solidFill>
                  <a:srgbClr val="667B61"/>
                </a:solidFill>
              </a:rPr>
              <a:t>WEEKLY NOTES</a:t>
            </a:r>
          </a:p>
        </p:txBody>
      </p:sp>
      <p:sp>
        <p:nvSpPr>
          <p:cNvPr id="50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53CA8A5F-2CCE-44CA-94B5-BC8177069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8020050"/>
            <a:ext cx="2667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7B61"/>
            </a:solidFill>
            <a:prstDash val="solid"/>
          </a:ln>
        </p:spPr>
      </p:sp>
      <p:sp>
        <p:nvSpPr>
          <p:cNvPr id="5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43DD75F8-826E-44DA-9362-789020588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83629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5C51D033-422A-468D-9BEB-8570DA7DB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86201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CBAC6774-774F-4DEA-8400-D97185B9E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887730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774B1E91-666C-49ED-B75E-E276B0B37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91344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689450341"/>
      </p:ext>
    </p:extLst>
  </p:cSld>
</p:sld>
</file>

<file path=ppt/slides/slide56.xml><?xml version="1.0" encoding="utf-8"?>
<p:sld xmlns:p="http://schemas.openxmlformats.org/presentationml/2006/main">
  <p:cSld>
    <p:bg>
      <p:bgPr>
        <a:solidFill xmlns:a="http://schemas.openxmlformats.org/drawingml/2006/main">
          <a:srgbClr val="FC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0c05bf714b469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7562850" cy="10696575"/>
          </a:xfrm>
          <a:prstGeom xmlns:a="http://schemas.openxmlformats.org/drawingml/2006/main" prst="rect">
            <a:avLst/>
          </a:prstGeom>
        </p:spPr>
      </p:pic>
      <p:sp>
        <p:nvSpPr>
          <p:cNvPr id="2" name="soft-romantic-panel">
            <a:extLst xmlns:a="http://schemas.openxmlformats.org/drawingml/2006/main">
              <a:ext uri="{FF2B5EF4-FFF2-40B4-BE49-F238E27FC236}">
                <a16:creationId xmlns:a16="http://schemas.microsoft.com/office/drawing/2014/main" id="{A566C712-8402-44D2-BAC0-A5B568684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"/>
            <a:ext cx="6000750" cy="9429750"/>
          </a:xfrm>
          <a:prstGeom xmlns:a="http://schemas.openxmlformats.org/drawingml/2006/main" prst="roundRect">
            <a:avLst>
              <a:gd name="adj" fmla="val 1270"/>
            </a:avLst>
          </a:prstGeom>
          <a:solidFill xmlns:a="http://schemas.openxmlformats.org/drawingml/2006/main">
            <a:srgbClr val="FCF7F3"/>
          </a:solidFill>
          <a:ln xmlns:a="http://schemas.openxmlformats.org/drawingml/2006/main" w="9525">
            <a:solidFill>
              <a:srgbClr val="C79B46"/>
            </a:solidFill>
            <a:prstDash val="solid"/>
          </a:ln>
        </p:spPr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09B16A27-6922-43C9-ABBF-F7255FCCB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42950"/>
            <a:ext cx="5562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75" b="0" i="1">
                <a:solidFill>
                  <a:srgbClr val="52654E"/>
                </a:solidFill>
              </a:defRPr>
            </a:pPr>
            <a:r>
              <a:rPr sz="2475" b="0" i="1">
                <a:solidFill>
                  <a:srgbClr val="52654E"/>
                </a:solidFill>
              </a:rPr>
              <a:t>Guest Summary</a:t>
            </a:r>
          </a:p>
        </p:txBody>
      </p:sp>
      <p:sp>
        <p:nvSpPr>
          <p:cNvPr id="4" name="page-subtitle">
            <a:extLst xmlns:a="http://schemas.openxmlformats.org/drawingml/2006/main">
              <a:ext uri="{FF2B5EF4-FFF2-40B4-BE49-F238E27FC236}">
                <a16:creationId xmlns:a16="http://schemas.microsoft.com/office/drawing/2014/main" id="{8C2C452B-9925-48DC-B773-E95F8C6EE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219200"/>
            <a:ext cx="461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C79B46"/>
                </a:solidFill>
              </a:defRPr>
            </a:pPr>
            <a:r>
              <a:rPr sz="975" b="0" i="0">
                <a:solidFill>
                  <a:srgbClr val="C79B46"/>
                </a:solidFill>
              </a:rPr>
              <a:t>A CLEAR VIEW OF THE DETAILS</a:t>
            </a:r>
          </a:p>
        </p:txBody>
      </p:sp>
      <p:sp>
        <p:nvSpPr>
          <p:cNvPr id="5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90344979-07C2-400E-85DE-8569A05B3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581150"/>
            <a:ext cx="85725" cy="857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C79B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EF9B0F0-7B69-4CB4-BF60-768E5E4D6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966787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C79B46"/>
                </a:solidFill>
              </a:defRPr>
            </a:pPr>
            <a:r>
              <a:rPr sz="750" b="0" i="0">
                <a:solidFill>
                  <a:srgbClr val="C79B46"/>
                </a:solidFill>
              </a:rPr>
              <a:t>056</a:t>
            </a:r>
          </a:p>
        </p:txBody>
      </p:sp>
      <p:sp>
        <p:nvSpPr>
          <p:cNvPr id="7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C238055C-F5D1-40DA-A0DC-AEFF40C65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95500"/>
            <a:ext cx="2571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8" name="text-INVITED">
            <a:extLst xmlns:a="http://schemas.openxmlformats.org/drawingml/2006/main">
              <a:ext uri="{FF2B5EF4-FFF2-40B4-BE49-F238E27FC236}">
                <a16:creationId xmlns:a16="http://schemas.microsoft.com/office/drawing/2014/main" id="{B7D112F4-BC28-4F86-96A9-94B857D16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0980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667B61"/>
                </a:solidFill>
              </a:defRPr>
            </a:pPr>
            <a:r>
              <a:rPr sz="975" b="0" i="0">
                <a:solidFill>
                  <a:srgbClr val="667B61"/>
                </a:solidFill>
              </a:rPr>
              <a:t>INVITED</a:t>
            </a:r>
          </a:p>
        </p:txBody>
      </p:sp>
      <p:sp>
        <p:nvSpPr>
          <p:cNvPr id="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9DF21690-53C8-4707-8D71-F2A637E6E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38450"/>
            <a:ext cx="171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F8A65548-6B89-430F-ABBE-FA5EF4949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095500"/>
            <a:ext cx="2571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1" name="text-ACCEPTED">
            <a:extLst xmlns:a="http://schemas.openxmlformats.org/drawingml/2006/main">
              <a:ext uri="{FF2B5EF4-FFF2-40B4-BE49-F238E27FC236}">
                <a16:creationId xmlns:a16="http://schemas.microsoft.com/office/drawing/2014/main" id="{E9DC05B0-B29B-4E6E-BAAC-7B75CA5D3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20980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667B61"/>
                </a:solidFill>
              </a:defRPr>
            </a:pPr>
            <a:r>
              <a:rPr sz="975" b="0" i="0">
                <a:solidFill>
                  <a:srgbClr val="667B61"/>
                </a:solidFill>
              </a:rPr>
              <a:t>ACCEPTED</a:t>
            </a:r>
          </a:p>
        </p:txBody>
      </p:sp>
      <p:sp>
        <p:nvSpPr>
          <p:cNvPr id="1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1BFB81A0-8DB1-436E-A00F-276D31D42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838450"/>
            <a:ext cx="171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7D927272-676D-40EE-A528-7E9BD366F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524250"/>
            <a:ext cx="2571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4" name="text-DECLINED">
            <a:extLst xmlns:a="http://schemas.openxmlformats.org/drawingml/2006/main">
              <a:ext uri="{FF2B5EF4-FFF2-40B4-BE49-F238E27FC236}">
                <a16:creationId xmlns:a16="http://schemas.microsoft.com/office/drawing/2014/main" id="{1287EEA1-3F90-4BBD-AD9E-41178BBDA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3855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667B61"/>
                </a:solidFill>
              </a:defRPr>
            </a:pPr>
            <a:r>
              <a:rPr sz="975" b="0" i="0">
                <a:solidFill>
                  <a:srgbClr val="667B61"/>
                </a:solidFill>
              </a:rPr>
              <a:t>DECLINED</a:t>
            </a:r>
          </a:p>
        </p:txBody>
      </p:sp>
      <p:sp>
        <p:nvSpPr>
          <p:cNvPr id="1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2730E21E-B2A1-441B-B9CA-0CF306BE1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267200"/>
            <a:ext cx="171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2790B1CE-97A7-413B-83CD-A89AACAE6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524250"/>
            <a:ext cx="2571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7" name="text-AWAITING RSVP">
            <a:extLst xmlns:a="http://schemas.openxmlformats.org/drawingml/2006/main">
              <a:ext uri="{FF2B5EF4-FFF2-40B4-BE49-F238E27FC236}">
                <a16:creationId xmlns:a16="http://schemas.microsoft.com/office/drawing/2014/main" id="{7922971D-6CE9-42FC-92D7-85C12ED4F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63855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667B61"/>
                </a:solidFill>
              </a:defRPr>
            </a:pPr>
            <a:r>
              <a:rPr sz="975" b="0" i="0">
                <a:solidFill>
                  <a:srgbClr val="667B61"/>
                </a:solidFill>
              </a:rPr>
              <a:t>AWAITING RSVP</a:t>
            </a:r>
          </a:p>
        </p:txBody>
      </p:sp>
      <p:sp>
        <p:nvSpPr>
          <p:cNvPr id="18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BB934E39-BBFF-4B0B-8AB2-91EBCD03B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267200"/>
            <a:ext cx="171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E42B8DC3-5CE7-4F72-8B52-342F0824F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953000"/>
            <a:ext cx="2571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20" name="text-ADULTS">
            <a:extLst xmlns:a="http://schemas.openxmlformats.org/drawingml/2006/main">
              <a:ext uri="{FF2B5EF4-FFF2-40B4-BE49-F238E27FC236}">
                <a16:creationId xmlns:a16="http://schemas.microsoft.com/office/drawing/2014/main" id="{AC7DF06A-88FE-4C9D-8849-163F9530F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06730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667B61"/>
                </a:solidFill>
              </a:defRPr>
            </a:pPr>
            <a:r>
              <a:rPr sz="975" b="0" i="0">
                <a:solidFill>
                  <a:srgbClr val="667B61"/>
                </a:solidFill>
              </a:rPr>
              <a:t>ADULTS</a:t>
            </a:r>
          </a:p>
        </p:txBody>
      </p:sp>
      <p:sp>
        <p:nvSpPr>
          <p:cNvPr id="2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DAFDD06F-F907-4C7D-86CE-2DB9A647D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695950"/>
            <a:ext cx="171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296BEE37-1261-4859-907D-20A81158D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953000"/>
            <a:ext cx="2571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23" name="text-CHILDREN">
            <a:extLst xmlns:a="http://schemas.openxmlformats.org/drawingml/2006/main">
              <a:ext uri="{FF2B5EF4-FFF2-40B4-BE49-F238E27FC236}">
                <a16:creationId xmlns:a16="http://schemas.microsoft.com/office/drawing/2014/main" id="{69B43C34-979D-48CE-859E-B315F1497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06730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667B61"/>
                </a:solidFill>
              </a:defRPr>
            </a:pPr>
            <a:r>
              <a:rPr sz="975" b="0" i="0">
                <a:solidFill>
                  <a:srgbClr val="667B61"/>
                </a:solidFill>
              </a:rPr>
              <a:t>CHILDREN</a:t>
            </a:r>
          </a:p>
        </p:txBody>
      </p:sp>
      <p:sp>
        <p:nvSpPr>
          <p:cNvPr id="2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DF013371-3F4E-4039-BFF6-143510868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695950"/>
            <a:ext cx="171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AC3D3E67-A189-454F-8A11-69CAE8B21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381750"/>
            <a:ext cx="2571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26" name="text-SPECIAL MEALS">
            <a:extLst xmlns:a="http://schemas.openxmlformats.org/drawingml/2006/main">
              <a:ext uri="{FF2B5EF4-FFF2-40B4-BE49-F238E27FC236}">
                <a16:creationId xmlns:a16="http://schemas.microsoft.com/office/drawing/2014/main" id="{CF2B5634-F931-4850-B314-A492CDDC8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49605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667B61"/>
                </a:solidFill>
              </a:defRPr>
            </a:pPr>
            <a:r>
              <a:rPr sz="975" b="0" i="0">
                <a:solidFill>
                  <a:srgbClr val="667B61"/>
                </a:solidFill>
              </a:rPr>
              <a:t>SPECIAL MEALS</a:t>
            </a:r>
          </a:p>
        </p:txBody>
      </p:sp>
      <p:sp>
        <p:nvSpPr>
          <p:cNvPr id="2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D90ECA23-A3AA-4D23-BFA0-F2D1FB540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7124700"/>
            <a:ext cx="171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1E8A1F5A-24DC-4DC9-81B6-40886C6C2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6381750"/>
            <a:ext cx="2571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29" name="text-ACCOMMODATION NEEDED">
            <a:extLst xmlns:a="http://schemas.openxmlformats.org/drawingml/2006/main">
              <a:ext uri="{FF2B5EF4-FFF2-40B4-BE49-F238E27FC236}">
                <a16:creationId xmlns:a16="http://schemas.microsoft.com/office/drawing/2014/main" id="{6ED3D520-A734-4DD6-BCFB-CB7236B47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49605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667B61"/>
                </a:solidFill>
              </a:defRPr>
            </a:pPr>
            <a:r>
              <a:rPr sz="975" b="0" i="0">
                <a:solidFill>
                  <a:srgbClr val="667B61"/>
                </a:solidFill>
              </a:rPr>
              <a:t>ACCOMMODATION NEEDED</a:t>
            </a:r>
          </a:p>
        </p:txBody>
      </p:sp>
      <p:sp>
        <p:nvSpPr>
          <p:cNvPr id="3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0B4813AC-874B-43DC-BFBE-910EDAF8B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7124700"/>
            <a:ext cx="171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text-NOTES">
            <a:extLst xmlns:a="http://schemas.openxmlformats.org/drawingml/2006/main">
              <a:ext uri="{FF2B5EF4-FFF2-40B4-BE49-F238E27FC236}">
                <a16:creationId xmlns:a16="http://schemas.microsoft.com/office/drawing/2014/main" id="{3B12821D-0468-42CE-8FEE-BBCE95F28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6858000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667B61"/>
                </a:solidFill>
              </a:defRPr>
            </a:pPr>
            <a:r>
              <a:rPr sz="1125" b="0" i="0">
                <a:solidFill>
                  <a:srgbClr val="667B61"/>
                </a:solidFill>
              </a:rPr>
              <a:t>NOTES</a:t>
            </a:r>
          </a:p>
        </p:txBody>
      </p:sp>
      <p:sp>
        <p:nvSpPr>
          <p:cNvPr id="3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8FD87171-8F10-45F2-8C81-6EBB9270B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33425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DEAA6917-2908-4F2F-B7AE-0900390E2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629525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7818C43B-9F9F-4732-919B-54A370597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92480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F536B135-DB47-4C70-B5CF-FDDD02941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220075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DE0C6601-3CB6-40BC-8633-FFEFD6F9F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51535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562060AC-02B0-412D-BFFA-F6F37E779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810625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F84C366A-98EA-449C-9392-7B5A746FB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910590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6ECE0BFA-4865-4D67-9905-DE3844C04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9401175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614794274"/>
      </p:ext>
    </p:extLst>
  </p:cSld>
</p:sld>
</file>

<file path=ppt/slides/slide57.xml><?xml version="1.0" encoding="utf-8"?>
<p:sld xmlns:p="http://schemas.openxmlformats.org/presentationml/2006/main">
  <p:cSld>
    <p:bg>
      <p:bgPr>
        <a:solidFill xmlns:a="http://schemas.openxmlformats.org/drawingml/2006/main">
          <a:srgbClr val="FC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4de7bf4b954ed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7562850" cy="10696575"/>
          </a:xfrm>
          <a:prstGeom xmlns:a="http://schemas.openxmlformats.org/drawingml/2006/main" prst="rect">
            <a:avLst/>
          </a:prstGeom>
        </p:spPr>
      </p:pic>
      <p:sp>
        <p:nvSpPr>
          <p:cNvPr id="2" name="soft-romantic-panel">
            <a:extLst xmlns:a="http://schemas.openxmlformats.org/drawingml/2006/main">
              <a:ext uri="{FF2B5EF4-FFF2-40B4-BE49-F238E27FC236}">
                <a16:creationId xmlns:a16="http://schemas.microsoft.com/office/drawing/2014/main" id="{57BA5767-41D3-479C-8C2D-05AC68C8C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"/>
            <a:ext cx="6000750" cy="9429750"/>
          </a:xfrm>
          <a:prstGeom xmlns:a="http://schemas.openxmlformats.org/drawingml/2006/main" prst="roundRect">
            <a:avLst>
              <a:gd name="adj" fmla="val 1270"/>
            </a:avLst>
          </a:prstGeom>
          <a:solidFill xmlns:a="http://schemas.openxmlformats.org/drawingml/2006/main">
            <a:srgbClr val="FCF7F3"/>
          </a:solidFill>
          <a:ln xmlns:a="http://schemas.openxmlformats.org/drawingml/2006/main" w="9525">
            <a:solidFill>
              <a:srgbClr val="C79B46"/>
            </a:solidFill>
            <a:prstDash val="solid"/>
          </a:ln>
        </p:spPr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D37CDF56-BCA9-428D-94E5-191F776B1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42950"/>
            <a:ext cx="5562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75" b="0" i="1">
                <a:solidFill>
                  <a:srgbClr val="52654E"/>
                </a:solidFill>
              </a:defRPr>
            </a:pPr>
            <a:r>
              <a:rPr sz="2475" b="0" i="1">
                <a:solidFill>
                  <a:srgbClr val="52654E"/>
                </a:solidFill>
              </a:rPr>
              <a:t>Guest List</a:t>
            </a:r>
          </a:p>
        </p:txBody>
      </p:sp>
      <p:sp>
        <p:nvSpPr>
          <p:cNvPr id="4" name="page-subtitle">
            <a:extLst xmlns:a="http://schemas.openxmlformats.org/drawingml/2006/main">
              <a:ext uri="{FF2B5EF4-FFF2-40B4-BE49-F238E27FC236}">
                <a16:creationId xmlns:a16="http://schemas.microsoft.com/office/drawing/2014/main" id="{1C91E8EE-3358-48A4-A168-D6BA62571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219200"/>
            <a:ext cx="461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C79B46"/>
                </a:solidFill>
              </a:defRPr>
            </a:pPr>
            <a:r>
              <a:rPr sz="975" b="0" i="0">
                <a:solidFill>
                  <a:srgbClr val="C79B46"/>
                </a:solidFill>
              </a:rPr>
              <a:t>EVERYONE WHO WILL SHARE THE DAY</a:t>
            </a:r>
          </a:p>
        </p:txBody>
      </p:sp>
      <p:sp>
        <p:nvSpPr>
          <p:cNvPr id="5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B28FA0F2-1707-497A-9EBC-E91AE5DE4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581150"/>
            <a:ext cx="85725" cy="857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C79B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7C616E2-898D-4D97-B0E2-AA7F1ACFE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966787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C79B46"/>
                </a:solidFill>
              </a:defRPr>
            </a:pPr>
            <a:r>
              <a:rPr sz="750" b="0" i="0">
                <a:solidFill>
                  <a:srgbClr val="C79B46"/>
                </a:solidFill>
              </a:rPr>
              <a:t>057</a:t>
            </a:r>
          </a:p>
        </p:txBody>
      </p:sp>
      <p:sp>
        <p:nvSpPr>
          <p:cNvPr id="7" name="table-header">
            <a:extLst xmlns:a="http://schemas.openxmlformats.org/drawingml/2006/main">
              <a:ext uri="{FF2B5EF4-FFF2-40B4-BE49-F238E27FC236}">
                <a16:creationId xmlns:a16="http://schemas.microsoft.com/office/drawing/2014/main" id="{4F5E7267-0287-498E-B74E-9B0CB4BBF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57340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8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CD6A73A4-A69B-4F0F-B727-15248B005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5734050" cy="7229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7B61"/>
            </a:solidFill>
            <a:prstDash val="solid"/>
          </a:ln>
        </p:spPr>
      </p:sp>
      <p:sp>
        <p:nvSpPr>
          <p:cNvPr id="9" name="table-v">
            <a:extLst xmlns:a="http://schemas.openxmlformats.org/drawingml/2006/main">
              <a:ext uri="{FF2B5EF4-FFF2-40B4-BE49-F238E27FC236}">
                <a16:creationId xmlns:a16="http://schemas.microsoft.com/office/drawing/2014/main" id="{05AFCC46-6D91-4968-B96F-C27FFE2BF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1210" y="2000250"/>
            <a:ext cx="6668" cy="7229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able-v">
            <a:extLst xmlns:a="http://schemas.openxmlformats.org/drawingml/2006/main">
              <a:ext uri="{FF2B5EF4-FFF2-40B4-BE49-F238E27FC236}">
                <a16:creationId xmlns:a16="http://schemas.microsoft.com/office/drawing/2014/main" id="{8C514298-C67B-4B52-8549-371A2684A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8020" y="2000250"/>
            <a:ext cx="6668" cy="7229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able-v">
            <a:extLst xmlns:a="http://schemas.openxmlformats.org/drawingml/2006/main">
              <a:ext uri="{FF2B5EF4-FFF2-40B4-BE49-F238E27FC236}">
                <a16:creationId xmlns:a16="http://schemas.microsoft.com/office/drawing/2014/main" id="{AC057A95-9D72-4103-9618-4AF69A8FB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4830" y="2000250"/>
            <a:ext cx="6668" cy="7229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able-v">
            <a:extLst xmlns:a="http://schemas.openxmlformats.org/drawingml/2006/main">
              <a:ext uri="{FF2B5EF4-FFF2-40B4-BE49-F238E27FC236}">
                <a16:creationId xmlns:a16="http://schemas.microsoft.com/office/drawing/2014/main" id="{D4E11409-9D01-4134-A564-D187A8BDF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1640" y="2000250"/>
            <a:ext cx="6668" cy="7229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able-h">
            <a:extLst xmlns:a="http://schemas.openxmlformats.org/drawingml/2006/main">
              <a:ext uri="{FF2B5EF4-FFF2-40B4-BE49-F238E27FC236}">
                <a16:creationId xmlns:a16="http://schemas.microsoft.com/office/drawing/2014/main" id="{44F61DA8-F64B-4721-BB01-128A91FD2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1457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able-h">
            <a:extLst xmlns:a="http://schemas.openxmlformats.org/drawingml/2006/main">
              <a:ext uri="{FF2B5EF4-FFF2-40B4-BE49-F238E27FC236}">
                <a16:creationId xmlns:a16="http://schemas.microsoft.com/office/drawing/2014/main" id="{CF8CFF57-15C0-4504-A2C0-027DD0E48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2890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able-h">
            <a:extLst xmlns:a="http://schemas.openxmlformats.org/drawingml/2006/main">
              <a:ext uri="{FF2B5EF4-FFF2-40B4-BE49-F238E27FC236}">
                <a16:creationId xmlns:a16="http://schemas.microsoft.com/office/drawing/2014/main" id="{5A5E8E3D-84F0-41D3-A39C-B0FF66CDC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4322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able-h">
            <a:extLst xmlns:a="http://schemas.openxmlformats.org/drawingml/2006/main">
              <a:ext uri="{FF2B5EF4-FFF2-40B4-BE49-F238E27FC236}">
                <a16:creationId xmlns:a16="http://schemas.microsoft.com/office/drawing/2014/main" id="{B6E0A973-3D91-4ACC-AC3A-201732CF8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5755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able-h">
            <a:extLst xmlns:a="http://schemas.openxmlformats.org/drawingml/2006/main">
              <a:ext uri="{FF2B5EF4-FFF2-40B4-BE49-F238E27FC236}">
                <a16:creationId xmlns:a16="http://schemas.microsoft.com/office/drawing/2014/main" id="{A153C665-FD12-4B21-A707-77CCB9CFC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7187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able-h">
            <a:extLst xmlns:a="http://schemas.openxmlformats.org/drawingml/2006/main">
              <a:ext uri="{FF2B5EF4-FFF2-40B4-BE49-F238E27FC236}">
                <a16:creationId xmlns:a16="http://schemas.microsoft.com/office/drawing/2014/main" id="{BF5A0220-7D0D-4B44-B8AE-A7EA49932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8620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able-h">
            <a:extLst xmlns:a="http://schemas.openxmlformats.org/drawingml/2006/main">
              <a:ext uri="{FF2B5EF4-FFF2-40B4-BE49-F238E27FC236}">
                <a16:creationId xmlns:a16="http://schemas.microsoft.com/office/drawing/2014/main" id="{1503299B-D70F-4345-866B-DE32871FD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0052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able-h">
            <a:extLst xmlns:a="http://schemas.openxmlformats.org/drawingml/2006/main">
              <a:ext uri="{FF2B5EF4-FFF2-40B4-BE49-F238E27FC236}">
                <a16:creationId xmlns:a16="http://schemas.microsoft.com/office/drawing/2014/main" id="{7C88637F-344C-411E-808C-CCE29DF9E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1485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able-h">
            <a:extLst xmlns:a="http://schemas.openxmlformats.org/drawingml/2006/main">
              <a:ext uri="{FF2B5EF4-FFF2-40B4-BE49-F238E27FC236}">
                <a16:creationId xmlns:a16="http://schemas.microsoft.com/office/drawing/2014/main" id="{AB89D712-F7D4-4B12-A9A1-C9DC0E877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2917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able-h">
            <a:extLst xmlns:a="http://schemas.openxmlformats.org/drawingml/2006/main">
              <a:ext uri="{FF2B5EF4-FFF2-40B4-BE49-F238E27FC236}">
                <a16:creationId xmlns:a16="http://schemas.microsoft.com/office/drawing/2014/main" id="{3A547C4D-F161-4B40-8A2B-5E5A554CE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4350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able-h">
            <a:extLst xmlns:a="http://schemas.openxmlformats.org/drawingml/2006/main">
              <a:ext uri="{FF2B5EF4-FFF2-40B4-BE49-F238E27FC236}">
                <a16:creationId xmlns:a16="http://schemas.microsoft.com/office/drawing/2014/main" id="{9361744C-092F-4915-B9B1-E6AD53A96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5782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able-h">
            <a:extLst xmlns:a="http://schemas.openxmlformats.org/drawingml/2006/main">
              <a:ext uri="{FF2B5EF4-FFF2-40B4-BE49-F238E27FC236}">
                <a16:creationId xmlns:a16="http://schemas.microsoft.com/office/drawing/2014/main" id="{556CD912-2625-467D-9A7F-F13480F9E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7215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table-h">
            <a:extLst xmlns:a="http://schemas.openxmlformats.org/drawingml/2006/main">
              <a:ext uri="{FF2B5EF4-FFF2-40B4-BE49-F238E27FC236}">
                <a16:creationId xmlns:a16="http://schemas.microsoft.com/office/drawing/2014/main" id="{50B03C28-D6FE-4056-B776-DD32617BF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8647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table-h">
            <a:extLst xmlns:a="http://schemas.openxmlformats.org/drawingml/2006/main">
              <a:ext uri="{FF2B5EF4-FFF2-40B4-BE49-F238E27FC236}">
                <a16:creationId xmlns:a16="http://schemas.microsoft.com/office/drawing/2014/main" id="{EA0235B3-9769-4043-B1D2-BF8D26B2A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0080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table-h">
            <a:extLst xmlns:a="http://schemas.openxmlformats.org/drawingml/2006/main">
              <a:ext uri="{FF2B5EF4-FFF2-40B4-BE49-F238E27FC236}">
                <a16:creationId xmlns:a16="http://schemas.microsoft.com/office/drawing/2014/main" id="{CE637DC7-C124-447A-BEA8-246D1DC25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71512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table-h">
            <a:extLst xmlns:a="http://schemas.openxmlformats.org/drawingml/2006/main">
              <a:ext uri="{FF2B5EF4-FFF2-40B4-BE49-F238E27FC236}">
                <a16:creationId xmlns:a16="http://schemas.microsoft.com/office/drawing/2014/main" id="{1B59CFA8-27B4-4FDA-AA14-57C214A2D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02945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table-h">
            <a:extLst xmlns:a="http://schemas.openxmlformats.org/drawingml/2006/main">
              <a:ext uri="{FF2B5EF4-FFF2-40B4-BE49-F238E27FC236}">
                <a16:creationId xmlns:a16="http://schemas.microsoft.com/office/drawing/2014/main" id="{1DFD8EC5-76EF-43FF-A320-5F100AF82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34377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table-h">
            <a:extLst xmlns:a="http://schemas.openxmlformats.org/drawingml/2006/main">
              <a:ext uri="{FF2B5EF4-FFF2-40B4-BE49-F238E27FC236}">
                <a16:creationId xmlns:a16="http://schemas.microsoft.com/office/drawing/2014/main" id="{7FBE0B51-AE18-4841-B3BC-D4A77B87B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65810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table-h">
            <a:extLst xmlns:a="http://schemas.openxmlformats.org/drawingml/2006/main">
              <a:ext uri="{FF2B5EF4-FFF2-40B4-BE49-F238E27FC236}">
                <a16:creationId xmlns:a16="http://schemas.microsoft.com/office/drawing/2014/main" id="{274C7710-E665-4604-B570-F61ACFDA8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97242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table-h">
            <a:extLst xmlns:a="http://schemas.openxmlformats.org/drawingml/2006/main">
              <a:ext uri="{FF2B5EF4-FFF2-40B4-BE49-F238E27FC236}">
                <a16:creationId xmlns:a16="http://schemas.microsoft.com/office/drawing/2014/main" id="{56E757E9-91ED-4413-8EB6-7B349610C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28675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table-h">
            <a:extLst xmlns:a="http://schemas.openxmlformats.org/drawingml/2006/main">
              <a:ext uri="{FF2B5EF4-FFF2-40B4-BE49-F238E27FC236}">
                <a16:creationId xmlns:a16="http://schemas.microsoft.com/office/drawing/2014/main" id="{715D169D-8EC5-4861-9606-0259BD716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60107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table-h">
            <a:extLst xmlns:a="http://schemas.openxmlformats.org/drawingml/2006/main">
              <a:ext uri="{FF2B5EF4-FFF2-40B4-BE49-F238E27FC236}">
                <a16:creationId xmlns:a16="http://schemas.microsoft.com/office/drawing/2014/main" id="{27A58BCE-DDB9-4241-BC33-C1D986B2E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91540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text-NAME">
            <a:extLst xmlns:a="http://schemas.openxmlformats.org/drawingml/2006/main">
              <a:ext uri="{FF2B5EF4-FFF2-40B4-BE49-F238E27FC236}">
                <a16:creationId xmlns:a16="http://schemas.microsoft.com/office/drawing/2014/main" id="{F64B6E1E-4470-4F79-AB4D-A6356FE34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114681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FFFFFF"/>
                </a:solidFill>
              </a:defRPr>
            </a:pPr>
            <a:r>
              <a:rPr sz="825" b="0" i="0">
                <a:solidFill>
                  <a:srgbClr val="FFFFFF"/>
                </a:solidFill>
              </a:rPr>
              <a:t>NAME</a:t>
            </a:r>
          </a:p>
        </p:txBody>
      </p:sp>
      <p:sp>
        <p:nvSpPr>
          <p:cNvPr id="36" name="text-SIDE">
            <a:extLst xmlns:a="http://schemas.openxmlformats.org/drawingml/2006/main">
              <a:ext uri="{FF2B5EF4-FFF2-40B4-BE49-F238E27FC236}">
                <a16:creationId xmlns:a16="http://schemas.microsoft.com/office/drawing/2014/main" id="{F6E81E77-C1DC-432F-82FE-DF201F2E6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1210" y="2000250"/>
            <a:ext cx="114681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FFFFFF"/>
                </a:solidFill>
              </a:defRPr>
            </a:pPr>
            <a:r>
              <a:rPr sz="825" b="0" i="0">
                <a:solidFill>
                  <a:srgbClr val="FFFFFF"/>
                </a:solidFill>
              </a:rPr>
              <a:t>SIDE</a:t>
            </a:r>
          </a:p>
        </p:txBody>
      </p:sp>
      <p:sp>
        <p:nvSpPr>
          <p:cNvPr id="37" name="text-INVITE">
            <a:extLst xmlns:a="http://schemas.openxmlformats.org/drawingml/2006/main">
              <a:ext uri="{FF2B5EF4-FFF2-40B4-BE49-F238E27FC236}">
                <a16:creationId xmlns:a16="http://schemas.microsoft.com/office/drawing/2014/main" id="{D2C4388B-110D-4452-BD92-2A273D528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8020" y="2000250"/>
            <a:ext cx="114681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FFFFFF"/>
                </a:solidFill>
              </a:defRPr>
            </a:pPr>
            <a:r>
              <a:rPr sz="825" b="0" i="0">
                <a:solidFill>
                  <a:srgbClr val="FFFFFF"/>
                </a:solidFill>
              </a:rPr>
              <a:t>INVITE</a:t>
            </a:r>
          </a:p>
        </p:txBody>
      </p:sp>
      <p:sp>
        <p:nvSpPr>
          <p:cNvPr id="38" name="text-RSVP">
            <a:extLst xmlns:a="http://schemas.openxmlformats.org/drawingml/2006/main">
              <a:ext uri="{FF2B5EF4-FFF2-40B4-BE49-F238E27FC236}">
                <a16:creationId xmlns:a16="http://schemas.microsoft.com/office/drawing/2014/main" id="{24948140-5CFE-4139-9C3D-F3BD87157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4830" y="2000250"/>
            <a:ext cx="114681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FFFFFF"/>
                </a:solidFill>
              </a:defRPr>
            </a:pPr>
            <a:r>
              <a:rPr sz="825" b="0" i="0">
                <a:solidFill>
                  <a:srgbClr val="FFFFFF"/>
                </a:solidFill>
              </a:rPr>
              <a:t>RSVP</a:t>
            </a:r>
          </a:p>
        </p:txBody>
      </p:sp>
      <p:sp>
        <p:nvSpPr>
          <p:cNvPr id="39" name="text-MEAL">
            <a:extLst xmlns:a="http://schemas.openxmlformats.org/drawingml/2006/main">
              <a:ext uri="{FF2B5EF4-FFF2-40B4-BE49-F238E27FC236}">
                <a16:creationId xmlns:a16="http://schemas.microsoft.com/office/drawing/2014/main" id="{1896DEFE-FAFB-458C-90EF-58C19E7C5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1640" y="2000250"/>
            <a:ext cx="114681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FFFFFF"/>
                </a:solidFill>
              </a:defRPr>
            </a:pPr>
            <a:r>
              <a:rPr sz="825" b="0" i="0">
                <a:solidFill>
                  <a:srgbClr val="FFFFFF"/>
                </a:solidFill>
              </a:rPr>
              <a:t>MEAL</a:t>
            </a:r>
          </a:p>
        </p:txBody>
      </p:sp>
    </p:spTree>
    <p:extLst>
      <p:ext uri="{BB962C8B-B14F-4D97-AF65-F5344CB8AC3E}">
        <p14:creationId xmlns:p14="http://schemas.microsoft.com/office/powerpoint/2010/main" val="966326497"/>
      </p:ext>
    </p:extLst>
  </p:cSld>
</p:sld>
</file>

<file path=ppt/slides/slide58.xml><?xml version="1.0" encoding="utf-8"?>
<p:sld xmlns:p="http://schemas.openxmlformats.org/presentationml/2006/main">
  <p:cSld>
    <p:bg>
      <p:bgPr>
        <a:solidFill xmlns:a="http://schemas.openxmlformats.org/drawingml/2006/main">
          <a:srgbClr val="FC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e9f2fa5ae6482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7562850" cy="10696575"/>
          </a:xfrm>
          <a:prstGeom xmlns:a="http://schemas.openxmlformats.org/drawingml/2006/main" prst="rect">
            <a:avLst/>
          </a:prstGeom>
        </p:spPr>
      </p:pic>
      <p:sp>
        <p:nvSpPr>
          <p:cNvPr id="2" name="soft-romantic-panel">
            <a:extLst xmlns:a="http://schemas.openxmlformats.org/drawingml/2006/main">
              <a:ext uri="{FF2B5EF4-FFF2-40B4-BE49-F238E27FC236}">
                <a16:creationId xmlns:a16="http://schemas.microsoft.com/office/drawing/2014/main" id="{C51379EC-6EAE-4C66-B049-A60BC936A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"/>
            <a:ext cx="6000750" cy="9429750"/>
          </a:xfrm>
          <a:prstGeom xmlns:a="http://schemas.openxmlformats.org/drawingml/2006/main" prst="roundRect">
            <a:avLst>
              <a:gd name="adj" fmla="val 1270"/>
            </a:avLst>
          </a:prstGeom>
          <a:solidFill xmlns:a="http://schemas.openxmlformats.org/drawingml/2006/main">
            <a:srgbClr val="FCF7F3"/>
          </a:solidFill>
          <a:ln xmlns:a="http://schemas.openxmlformats.org/drawingml/2006/main" w="9525">
            <a:solidFill>
              <a:srgbClr val="C79B46"/>
            </a:solidFill>
            <a:prstDash val="solid"/>
          </a:ln>
        </p:spPr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6768052C-1F87-4E40-BA42-C9281AECF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42950"/>
            <a:ext cx="5562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75" b="0" i="1">
                <a:solidFill>
                  <a:srgbClr val="52654E"/>
                </a:solidFill>
              </a:defRPr>
            </a:pPr>
            <a:r>
              <a:rPr sz="2475" b="0" i="1">
                <a:solidFill>
                  <a:srgbClr val="52654E"/>
                </a:solidFill>
              </a:rPr>
              <a:t>RSVP Tracker</a:t>
            </a:r>
          </a:p>
        </p:txBody>
      </p:sp>
      <p:sp>
        <p:nvSpPr>
          <p:cNvPr id="4" name="page-subtitle">
            <a:extLst xmlns:a="http://schemas.openxmlformats.org/drawingml/2006/main">
              <a:ext uri="{FF2B5EF4-FFF2-40B4-BE49-F238E27FC236}">
                <a16:creationId xmlns:a16="http://schemas.microsoft.com/office/drawing/2014/main" id="{6BAD086E-AAE0-4430-8620-831DE17FE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219200"/>
            <a:ext cx="461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C79B46"/>
                </a:solidFill>
              </a:defRPr>
            </a:pPr>
            <a:r>
              <a:rPr sz="975" b="0" i="0">
                <a:solidFill>
                  <a:srgbClr val="C79B46"/>
                </a:solidFill>
              </a:rPr>
              <a:t>KEEP RESPONSES ORGANIZED</a:t>
            </a:r>
          </a:p>
        </p:txBody>
      </p:sp>
      <p:sp>
        <p:nvSpPr>
          <p:cNvPr id="5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215CAB95-6D9B-418E-AB84-A8C0F015B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581150"/>
            <a:ext cx="85725" cy="857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C79B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F85B5D0-9304-4A45-8F18-BE5B64C51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966787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C79B46"/>
                </a:solidFill>
              </a:defRPr>
            </a:pPr>
            <a:r>
              <a:rPr sz="750" b="0" i="0">
                <a:solidFill>
                  <a:srgbClr val="C79B46"/>
                </a:solidFill>
              </a:rPr>
              <a:t>058</a:t>
            </a:r>
          </a:p>
        </p:txBody>
      </p:sp>
      <p:sp>
        <p:nvSpPr>
          <p:cNvPr id="7" name="table-header">
            <a:extLst xmlns:a="http://schemas.openxmlformats.org/drawingml/2006/main">
              <a:ext uri="{FF2B5EF4-FFF2-40B4-BE49-F238E27FC236}">
                <a16:creationId xmlns:a16="http://schemas.microsoft.com/office/drawing/2014/main" id="{9B2FE2D4-EEDC-4934-9CF6-D1C7409F6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57340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8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315BEAD8-9B39-4D46-A155-DAB2BDAF9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5734050" cy="7229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7B61"/>
            </a:solidFill>
            <a:prstDash val="solid"/>
          </a:ln>
        </p:spPr>
      </p:sp>
      <p:sp>
        <p:nvSpPr>
          <p:cNvPr id="9" name="table-v">
            <a:extLst xmlns:a="http://schemas.openxmlformats.org/drawingml/2006/main">
              <a:ext uri="{FF2B5EF4-FFF2-40B4-BE49-F238E27FC236}">
                <a16:creationId xmlns:a16="http://schemas.microsoft.com/office/drawing/2014/main" id="{4AC540D6-894A-43E3-ADCD-991F97089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1210" y="2000250"/>
            <a:ext cx="6668" cy="7229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able-v">
            <a:extLst xmlns:a="http://schemas.openxmlformats.org/drawingml/2006/main">
              <a:ext uri="{FF2B5EF4-FFF2-40B4-BE49-F238E27FC236}">
                <a16:creationId xmlns:a16="http://schemas.microsoft.com/office/drawing/2014/main" id="{9A147A3E-06E8-48F8-BE0E-E8CE4D9E3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8020" y="2000250"/>
            <a:ext cx="6668" cy="7229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able-v">
            <a:extLst xmlns:a="http://schemas.openxmlformats.org/drawingml/2006/main">
              <a:ext uri="{FF2B5EF4-FFF2-40B4-BE49-F238E27FC236}">
                <a16:creationId xmlns:a16="http://schemas.microsoft.com/office/drawing/2014/main" id="{EB1C32D2-3297-4C53-81A8-0585E543C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4830" y="2000250"/>
            <a:ext cx="6668" cy="7229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able-v">
            <a:extLst xmlns:a="http://schemas.openxmlformats.org/drawingml/2006/main">
              <a:ext uri="{FF2B5EF4-FFF2-40B4-BE49-F238E27FC236}">
                <a16:creationId xmlns:a16="http://schemas.microsoft.com/office/drawing/2014/main" id="{B1E3DEC0-08D2-469E-A3D9-3D5071B1B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1640" y="2000250"/>
            <a:ext cx="6668" cy="7229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able-h">
            <a:extLst xmlns:a="http://schemas.openxmlformats.org/drawingml/2006/main">
              <a:ext uri="{FF2B5EF4-FFF2-40B4-BE49-F238E27FC236}">
                <a16:creationId xmlns:a16="http://schemas.microsoft.com/office/drawing/2014/main" id="{A33F8D37-B9D1-42F4-910F-83D4464D6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1457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able-h">
            <a:extLst xmlns:a="http://schemas.openxmlformats.org/drawingml/2006/main">
              <a:ext uri="{FF2B5EF4-FFF2-40B4-BE49-F238E27FC236}">
                <a16:creationId xmlns:a16="http://schemas.microsoft.com/office/drawing/2014/main" id="{9B817B12-0B51-4CD3-AE30-BF99BB24E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2890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able-h">
            <a:extLst xmlns:a="http://schemas.openxmlformats.org/drawingml/2006/main">
              <a:ext uri="{FF2B5EF4-FFF2-40B4-BE49-F238E27FC236}">
                <a16:creationId xmlns:a16="http://schemas.microsoft.com/office/drawing/2014/main" id="{B0937A0C-6628-4BF9-8A66-054FB3F69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4322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able-h">
            <a:extLst xmlns:a="http://schemas.openxmlformats.org/drawingml/2006/main">
              <a:ext uri="{FF2B5EF4-FFF2-40B4-BE49-F238E27FC236}">
                <a16:creationId xmlns:a16="http://schemas.microsoft.com/office/drawing/2014/main" id="{E1062139-4705-4E04-9449-DAB5A21FC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5755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able-h">
            <a:extLst xmlns:a="http://schemas.openxmlformats.org/drawingml/2006/main">
              <a:ext uri="{FF2B5EF4-FFF2-40B4-BE49-F238E27FC236}">
                <a16:creationId xmlns:a16="http://schemas.microsoft.com/office/drawing/2014/main" id="{62F24378-71DF-4745-B38B-1F7CEB3BC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7187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able-h">
            <a:extLst xmlns:a="http://schemas.openxmlformats.org/drawingml/2006/main">
              <a:ext uri="{FF2B5EF4-FFF2-40B4-BE49-F238E27FC236}">
                <a16:creationId xmlns:a16="http://schemas.microsoft.com/office/drawing/2014/main" id="{E6CAFB6D-8C08-49AD-A152-D74821C79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8620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able-h">
            <a:extLst xmlns:a="http://schemas.openxmlformats.org/drawingml/2006/main">
              <a:ext uri="{FF2B5EF4-FFF2-40B4-BE49-F238E27FC236}">
                <a16:creationId xmlns:a16="http://schemas.microsoft.com/office/drawing/2014/main" id="{6ACBBE58-0BA5-4ACE-944A-D17932944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0052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able-h">
            <a:extLst xmlns:a="http://schemas.openxmlformats.org/drawingml/2006/main">
              <a:ext uri="{FF2B5EF4-FFF2-40B4-BE49-F238E27FC236}">
                <a16:creationId xmlns:a16="http://schemas.microsoft.com/office/drawing/2014/main" id="{E580C316-B232-4BAE-AAF6-E24A166B5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1485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able-h">
            <a:extLst xmlns:a="http://schemas.openxmlformats.org/drawingml/2006/main">
              <a:ext uri="{FF2B5EF4-FFF2-40B4-BE49-F238E27FC236}">
                <a16:creationId xmlns:a16="http://schemas.microsoft.com/office/drawing/2014/main" id="{53E8AA9C-C546-43F4-862F-E70C69A1F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2917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able-h">
            <a:extLst xmlns:a="http://schemas.openxmlformats.org/drawingml/2006/main">
              <a:ext uri="{FF2B5EF4-FFF2-40B4-BE49-F238E27FC236}">
                <a16:creationId xmlns:a16="http://schemas.microsoft.com/office/drawing/2014/main" id="{9ACB1016-6567-43EE-AF44-655619352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4350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able-h">
            <a:extLst xmlns:a="http://schemas.openxmlformats.org/drawingml/2006/main">
              <a:ext uri="{FF2B5EF4-FFF2-40B4-BE49-F238E27FC236}">
                <a16:creationId xmlns:a16="http://schemas.microsoft.com/office/drawing/2014/main" id="{560577BE-0A4A-4D3C-8D60-B91974A2E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5782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able-h">
            <a:extLst xmlns:a="http://schemas.openxmlformats.org/drawingml/2006/main">
              <a:ext uri="{FF2B5EF4-FFF2-40B4-BE49-F238E27FC236}">
                <a16:creationId xmlns:a16="http://schemas.microsoft.com/office/drawing/2014/main" id="{80A161A0-C641-4C9E-911F-4A86D3502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7215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table-h">
            <a:extLst xmlns:a="http://schemas.openxmlformats.org/drawingml/2006/main">
              <a:ext uri="{FF2B5EF4-FFF2-40B4-BE49-F238E27FC236}">
                <a16:creationId xmlns:a16="http://schemas.microsoft.com/office/drawing/2014/main" id="{55A8F63F-D3F4-4841-9557-56BBB6456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8647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table-h">
            <a:extLst xmlns:a="http://schemas.openxmlformats.org/drawingml/2006/main">
              <a:ext uri="{FF2B5EF4-FFF2-40B4-BE49-F238E27FC236}">
                <a16:creationId xmlns:a16="http://schemas.microsoft.com/office/drawing/2014/main" id="{B05A449F-B464-44B5-9BB6-C22150FCB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0080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table-h">
            <a:extLst xmlns:a="http://schemas.openxmlformats.org/drawingml/2006/main">
              <a:ext uri="{FF2B5EF4-FFF2-40B4-BE49-F238E27FC236}">
                <a16:creationId xmlns:a16="http://schemas.microsoft.com/office/drawing/2014/main" id="{166732A7-9D86-428C-A62F-A557B2243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71512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table-h">
            <a:extLst xmlns:a="http://schemas.openxmlformats.org/drawingml/2006/main">
              <a:ext uri="{FF2B5EF4-FFF2-40B4-BE49-F238E27FC236}">
                <a16:creationId xmlns:a16="http://schemas.microsoft.com/office/drawing/2014/main" id="{B8511E8F-D137-4B86-93BA-55DD80C7E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02945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table-h">
            <a:extLst xmlns:a="http://schemas.openxmlformats.org/drawingml/2006/main">
              <a:ext uri="{FF2B5EF4-FFF2-40B4-BE49-F238E27FC236}">
                <a16:creationId xmlns:a16="http://schemas.microsoft.com/office/drawing/2014/main" id="{29A3A31F-F890-4F6C-B704-957570E38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34377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table-h">
            <a:extLst xmlns:a="http://schemas.openxmlformats.org/drawingml/2006/main">
              <a:ext uri="{FF2B5EF4-FFF2-40B4-BE49-F238E27FC236}">
                <a16:creationId xmlns:a16="http://schemas.microsoft.com/office/drawing/2014/main" id="{E444C8A3-85BB-49A1-AB3E-5680C20C2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65810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table-h">
            <a:extLst xmlns:a="http://schemas.openxmlformats.org/drawingml/2006/main">
              <a:ext uri="{FF2B5EF4-FFF2-40B4-BE49-F238E27FC236}">
                <a16:creationId xmlns:a16="http://schemas.microsoft.com/office/drawing/2014/main" id="{0DCD28F8-4B25-4954-ADA9-AE1A9C92F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97242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table-h">
            <a:extLst xmlns:a="http://schemas.openxmlformats.org/drawingml/2006/main">
              <a:ext uri="{FF2B5EF4-FFF2-40B4-BE49-F238E27FC236}">
                <a16:creationId xmlns:a16="http://schemas.microsoft.com/office/drawing/2014/main" id="{7B74098B-6F20-4AB3-BFA7-EB7350027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28675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table-h">
            <a:extLst xmlns:a="http://schemas.openxmlformats.org/drawingml/2006/main">
              <a:ext uri="{FF2B5EF4-FFF2-40B4-BE49-F238E27FC236}">
                <a16:creationId xmlns:a16="http://schemas.microsoft.com/office/drawing/2014/main" id="{AA190AFA-4A45-40BC-98C3-73D35C229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60107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table-h">
            <a:extLst xmlns:a="http://schemas.openxmlformats.org/drawingml/2006/main">
              <a:ext uri="{FF2B5EF4-FFF2-40B4-BE49-F238E27FC236}">
                <a16:creationId xmlns:a16="http://schemas.microsoft.com/office/drawing/2014/main" id="{1D9EA2FE-EF53-45F2-AA57-9F6401864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91540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text-GUEST">
            <a:extLst xmlns:a="http://schemas.openxmlformats.org/drawingml/2006/main">
              <a:ext uri="{FF2B5EF4-FFF2-40B4-BE49-F238E27FC236}">
                <a16:creationId xmlns:a16="http://schemas.microsoft.com/office/drawing/2014/main" id="{660E0D0A-AACC-4377-990A-C89F114FF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114681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FFFFFF"/>
                </a:solidFill>
              </a:defRPr>
            </a:pPr>
            <a:r>
              <a:rPr sz="825" b="0" i="0">
                <a:solidFill>
                  <a:srgbClr val="FFFFFF"/>
                </a:solidFill>
              </a:rPr>
              <a:t>GUEST</a:t>
            </a:r>
          </a:p>
        </p:txBody>
      </p:sp>
      <p:sp>
        <p:nvSpPr>
          <p:cNvPr id="36" name="text-SENT">
            <a:extLst xmlns:a="http://schemas.openxmlformats.org/drawingml/2006/main">
              <a:ext uri="{FF2B5EF4-FFF2-40B4-BE49-F238E27FC236}">
                <a16:creationId xmlns:a16="http://schemas.microsoft.com/office/drawing/2014/main" id="{B098EAE1-7FE7-4D3A-B6B6-322C6B88B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1210" y="2000250"/>
            <a:ext cx="114681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FFFFFF"/>
                </a:solidFill>
              </a:defRPr>
            </a:pPr>
            <a:r>
              <a:rPr sz="825" b="0" i="0">
                <a:solidFill>
                  <a:srgbClr val="FFFFFF"/>
                </a:solidFill>
              </a:rPr>
              <a:t>SENT</a:t>
            </a:r>
          </a:p>
        </p:txBody>
      </p:sp>
      <p:sp>
        <p:nvSpPr>
          <p:cNvPr id="37" name="text-REPLY">
            <a:extLst xmlns:a="http://schemas.openxmlformats.org/drawingml/2006/main">
              <a:ext uri="{FF2B5EF4-FFF2-40B4-BE49-F238E27FC236}">
                <a16:creationId xmlns:a16="http://schemas.microsoft.com/office/drawing/2014/main" id="{FD096C70-69BA-4867-AD06-212C7E89E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8020" y="2000250"/>
            <a:ext cx="114681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FFFFFF"/>
                </a:solidFill>
              </a:defRPr>
            </a:pPr>
            <a:r>
              <a:rPr sz="825" b="0" i="0">
                <a:solidFill>
                  <a:srgbClr val="FFFFFF"/>
                </a:solidFill>
              </a:rPr>
              <a:t>REPLY</a:t>
            </a:r>
          </a:p>
        </p:txBody>
      </p:sp>
      <p:sp>
        <p:nvSpPr>
          <p:cNvPr id="38" name="text-GUESTS">
            <a:extLst xmlns:a="http://schemas.openxmlformats.org/drawingml/2006/main">
              <a:ext uri="{FF2B5EF4-FFF2-40B4-BE49-F238E27FC236}">
                <a16:creationId xmlns:a16="http://schemas.microsoft.com/office/drawing/2014/main" id="{60373A98-7F91-45C6-9312-8450D7928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4830" y="2000250"/>
            <a:ext cx="114681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FFFFFF"/>
                </a:solidFill>
              </a:defRPr>
            </a:pPr>
            <a:r>
              <a:rPr sz="825" b="0" i="0">
                <a:solidFill>
                  <a:srgbClr val="FFFFFF"/>
                </a:solidFill>
              </a:rPr>
              <a:t>GUESTS</a:t>
            </a:r>
          </a:p>
        </p:txBody>
      </p:sp>
      <p:sp>
        <p:nvSpPr>
          <p:cNvPr id="39" name="text-NOTES">
            <a:extLst xmlns:a="http://schemas.openxmlformats.org/drawingml/2006/main">
              <a:ext uri="{FF2B5EF4-FFF2-40B4-BE49-F238E27FC236}">
                <a16:creationId xmlns:a16="http://schemas.microsoft.com/office/drawing/2014/main" id="{47405B3D-E83D-4078-BE7E-AA54C3EB8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1640" y="2000250"/>
            <a:ext cx="114681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FFFFFF"/>
                </a:solidFill>
              </a:defRPr>
            </a:pPr>
            <a:r>
              <a:rPr sz="825" b="0" i="0">
                <a:solidFill>
                  <a:srgbClr val="FFFFFF"/>
                </a:solidFill>
              </a:rPr>
              <a:t>NOTES</a:t>
            </a:r>
          </a:p>
        </p:txBody>
      </p:sp>
    </p:spTree>
    <p:extLst>
      <p:ext uri="{BB962C8B-B14F-4D97-AF65-F5344CB8AC3E}">
        <p14:creationId xmlns:p14="http://schemas.microsoft.com/office/powerpoint/2010/main" val="1176738366"/>
      </p:ext>
    </p:extLst>
  </p:cSld>
</p:sld>
</file>

<file path=ppt/slides/slide59.xml><?xml version="1.0" encoding="utf-8"?>
<p:sld xmlns:p="http://schemas.openxmlformats.org/presentationml/2006/main">
  <p:cSld>
    <p:bg>
      <p:bgPr>
        <a:solidFill xmlns:a="http://schemas.openxmlformats.org/drawingml/2006/main">
          <a:srgbClr val="FC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c3ff88968f4cc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7562850" cy="10696575"/>
          </a:xfrm>
          <a:prstGeom xmlns:a="http://schemas.openxmlformats.org/drawingml/2006/main" prst="rect">
            <a:avLst/>
          </a:prstGeom>
        </p:spPr>
      </p:pic>
      <p:sp>
        <p:nvSpPr>
          <p:cNvPr id="2" name="soft-romantic-panel">
            <a:extLst xmlns:a="http://schemas.openxmlformats.org/drawingml/2006/main">
              <a:ext uri="{FF2B5EF4-FFF2-40B4-BE49-F238E27FC236}">
                <a16:creationId xmlns:a16="http://schemas.microsoft.com/office/drawing/2014/main" id="{AB875F4F-B4F8-4A0F-BB84-0C1846B8F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"/>
            <a:ext cx="6000750" cy="9429750"/>
          </a:xfrm>
          <a:prstGeom xmlns:a="http://schemas.openxmlformats.org/drawingml/2006/main" prst="roundRect">
            <a:avLst>
              <a:gd name="adj" fmla="val 1270"/>
            </a:avLst>
          </a:prstGeom>
          <a:solidFill xmlns:a="http://schemas.openxmlformats.org/drawingml/2006/main">
            <a:srgbClr val="FCF7F3"/>
          </a:solidFill>
          <a:ln xmlns:a="http://schemas.openxmlformats.org/drawingml/2006/main" w="9525">
            <a:solidFill>
              <a:srgbClr val="C79B46"/>
            </a:solidFill>
            <a:prstDash val="solid"/>
          </a:ln>
        </p:spPr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50AE3110-7022-4B70-A395-B91A56FD7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42950"/>
            <a:ext cx="5562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75" b="0" i="1">
                <a:solidFill>
                  <a:srgbClr val="52654E"/>
                </a:solidFill>
              </a:defRPr>
            </a:pPr>
            <a:r>
              <a:rPr sz="2475" b="0" i="1">
                <a:solidFill>
                  <a:srgbClr val="52654E"/>
                </a:solidFill>
              </a:rPr>
              <a:t>Meal Choice Tracker</a:t>
            </a:r>
          </a:p>
        </p:txBody>
      </p:sp>
      <p:sp>
        <p:nvSpPr>
          <p:cNvPr id="4" name="page-subtitle">
            <a:extLst xmlns:a="http://schemas.openxmlformats.org/drawingml/2006/main">
              <a:ext uri="{FF2B5EF4-FFF2-40B4-BE49-F238E27FC236}">
                <a16:creationId xmlns:a16="http://schemas.microsoft.com/office/drawing/2014/main" id="{E67D7469-4FB5-400F-B693-275F81D26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219200"/>
            <a:ext cx="461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C79B46"/>
                </a:solidFill>
              </a:defRPr>
            </a:pPr>
            <a:r>
              <a:rPr sz="975" b="0" i="0">
                <a:solidFill>
                  <a:srgbClr val="C79B46"/>
                </a:solidFill>
              </a:rPr>
              <a:t>CAPTURE EVERY MEAL PREFERENCE</a:t>
            </a:r>
          </a:p>
        </p:txBody>
      </p:sp>
      <p:sp>
        <p:nvSpPr>
          <p:cNvPr id="5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F5166227-D437-4182-B8F0-7B3218571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581150"/>
            <a:ext cx="85725" cy="857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C79B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54E25A84-B4CF-4C4F-8172-FC6CEFD72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966787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C79B46"/>
                </a:solidFill>
              </a:defRPr>
            </a:pPr>
            <a:r>
              <a:rPr sz="750" b="0" i="0">
                <a:solidFill>
                  <a:srgbClr val="C79B46"/>
                </a:solidFill>
              </a:rPr>
              <a:t>059</a:t>
            </a:r>
          </a:p>
        </p:txBody>
      </p:sp>
      <p:sp>
        <p:nvSpPr>
          <p:cNvPr id="7" name="table-header">
            <a:extLst xmlns:a="http://schemas.openxmlformats.org/drawingml/2006/main">
              <a:ext uri="{FF2B5EF4-FFF2-40B4-BE49-F238E27FC236}">
                <a16:creationId xmlns:a16="http://schemas.microsoft.com/office/drawing/2014/main" id="{FF2F2EDF-0291-4718-A276-7D60A9366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57340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8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BC304376-490A-4ECD-A55B-D1F4C47F0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5734050" cy="7229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7B61"/>
            </a:solidFill>
            <a:prstDash val="solid"/>
          </a:ln>
        </p:spPr>
      </p:sp>
      <p:sp>
        <p:nvSpPr>
          <p:cNvPr id="9" name="table-v">
            <a:extLst xmlns:a="http://schemas.openxmlformats.org/drawingml/2006/main">
              <a:ext uri="{FF2B5EF4-FFF2-40B4-BE49-F238E27FC236}">
                <a16:creationId xmlns:a16="http://schemas.microsoft.com/office/drawing/2014/main" id="{1F0D8720-6680-4617-A27F-7F374D0A4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1210" y="2000250"/>
            <a:ext cx="6668" cy="7229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able-v">
            <a:extLst xmlns:a="http://schemas.openxmlformats.org/drawingml/2006/main">
              <a:ext uri="{FF2B5EF4-FFF2-40B4-BE49-F238E27FC236}">
                <a16:creationId xmlns:a16="http://schemas.microsoft.com/office/drawing/2014/main" id="{C3A37265-DF26-4FDA-B586-6942178F0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8020" y="2000250"/>
            <a:ext cx="6668" cy="7229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able-v">
            <a:extLst xmlns:a="http://schemas.openxmlformats.org/drawingml/2006/main">
              <a:ext uri="{FF2B5EF4-FFF2-40B4-BE49-F238E27FC236}">
                <a16:creationId xmlns:a16="http://schemas.microsoft.com/office/drawing/2014/main" id="{2513A6A1-DD8B-467F-914B-06BC51E2B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4830" y="2000250"/>
            <a:ext cx="6668" cy="7229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able-v">
            <a:extLst xmlns:a="http://schemas.openxmlformats.org/drawingml/2006/main">
              <a:ext uri="{FF2B5EF4-FFF2-40B4-BE49-F238E27FC236}">
                <a16:creationId xmlns:a16="http://schemas.microsoft.com/office/drawing/2014/main" id="{6E0DBF2E-03A2-4DF7-BBA2-A0A791263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1640" y="2000250"/>
            <a:ext cx="6668" cy="7229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able-h">
            <a:extLst xmlns:a="http://schemas.openxmlformats.org/drawingml/2006/main">
              <a:ext uri="{FF2B5EF4-FFF2-40B4-BE49-F238E27FC236}">
                <a16:creationId xmlns:a16="http://schemas.microsoft.com/office/drawing/2014/main" id="{88515DCD-BE87-450E-920D-9C6F8D82B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1457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able-h">
            <a:extLst xmlns:a="http://schemas.openxmlformats.org/drawingml/2006/main">
              <a:ext uri="{FF2B5EF4-FFF2-40B4-BE49-F238E27FC236}">
                <a16:creationId xmlns:a16="http://schemas.microsoft.com/office/drawing/2014/main" id="{465FCDA1-A23B-4B10-9076-985B0BB12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2890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able-h">
            <a:extLst xmlns:a="http://schemas.openxmlformats.org/drawingml/2006/main">
              <a:ext uri="{FF2B5EF4-FFF2-40B4-BE49-F238E27FC236}">
                <a16:creationId xmlns:a16="http://schemas.microsoft.com/office/drawing/2014/main" id="{32627365-7E73-4E8E-A4A4-C5DB696E4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4322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able-h">
            <a:extLst xmlns:a="http://schemas.openxmlformats.org/drawingml/2006/main">
              <a:ext uri="{FF2B5EF4-FFF2-40B4-BE49-F238E27FC236}">
                <a16:creationId xmlns:a16="http://schemas.microsoft.com/office/drawing/2014/main" id="{656F5596-3D72-4918-AFF9-D62946663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5755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able-h">
            <a:extLst xmlns:a="http://schemas.openxmlformats.org/drawingml/2006/main">
              <a:ext uri="{FF2B5EF4-FFF2-40B4-BE49-F238E27FC236}">
                <a16:creationId xmlns:a16="http://schemas.microsoft.com/office/drawing/2014/main" id="{EE92CE48-8C18-4D1D-8543-F5008B46F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7187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able-h">
            <a:extLst xmlns:a="http://schemas.openxmlformats.org/drawingml/2006/main">
              <a:ext uri="{FF2B5EF4-FFF2-40B4-BE49-F238E27FC236}">
                <a16:creationId xmlns:a16="http://schemas.microsoft.com/office/drawing/2014/main" id="{7C2E506E-43B6-4A79-A7C1-BE1F2DA24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8620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able-h">
            <a:extLst xmlns:a="http://schemas.openxmlformats.org/drawingml/2006/main">
              <a:ext uri="{FF2B5EF4-FFF2-40B4-BE49-F238E27FC236}">
                <a16:creationId xmlns:a16="http://schemas.microsoft.com/office/drawing/2014/main" id="{3E35A481-B3FE-4C7D-A292-FBD83F011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0052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able-h">
            <a:extLst xmlns:a="http://schemas.openxmlformats.org/drawingml/2006/main">
              <a:ext uri="{FF2B5EF4-FFF2-40B4-BE49-F238E27FC236}">
                <a16:creationId xmlns:a16="http://schemas.microsoft.com/office/drawing/2014/main" id="{7C049A9F-036B-4A9C-9EBA-89BAE88C1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1485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able-h">
            <a:extLst xmlns:a="http://schemas.openxmlformats.org/drawingml/2006/main">
              <a:ext uri="{FF2B5EF4-FFF2-40B4-BE49-F238E27FC236}">
                <a16:creationId xmlns:a16="http://schemas.microsoft.com/office/drawing/2014/main" id="{A09D73E0-3D84-4556-BFD1-E01224601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2917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able-h">
            <a:extLst xmlns:a="http://schemas.openxmlformats.org/drawingml/2006/main">
              <a:ext uri="{FF2B5EF4-FFF2-40B4-BE49-F238E27FC236}">
                <a16:creationId xmlns:a16="http://schemas.microsoft.com/office/drawing/2014/main" id="{193C1F3A-ED5B-457B-9385-202B66D41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4350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able-h">
            <a:extLst xmlns:a="http://schemas.openxmlformats.org/drawingml/2006/main">
              <a:ext uri="{FF2B5EF4-FFF2-40B4-BE49-F238E27FC236}">
                <a16:creationId xmlns:a16="http://schemas.microsoft.com/office/drawing/2014/main" id="{6BAB0110-14EA-4D53-A1A5-34E898E96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5782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able-h">
            <a:extLst xmlns:a="http://schemas.openxmlformats.org/drawingml/2006/main">
              <a:ext uri="{FF2B5EF4-FFF2-40B4-BE49-F238E27FC236}">
                <a16:creationId xmlns:a16="http://schemas.microsoft.com/office/drawing/2014/main" id="{B7642DEF-699D-489D-9598-F68276D95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7215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table-h">
            <a:extLst xmlns:a="http://schemas.openxmlformats.org/drawingml/2006/main">
              <a:ext uri="{FF2B5EF4-FFF2-40B4-BE49-F238E27FC236}">
                <a16:creationId xmlns:a16="http://schemas.microsoft.com/office/drawing/2014/main" id="{9E1FE21B-AEC6-45E2-9763-1847BCF03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8647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table-h">
            <a:extLst xmlns:a="http://schemas.openxmlformats.org/drawingml/2006/main">
              <a:ext uri="{FF2B5EF4-FFF2-40B4-BE49-F238E27FC236}">
                <a16:creationId xmlns:a16="http://schemas.microsoft.com/office/drawing/2014/main" id="{AD33E64E-0FAA-4B68-9D21-CC3327FDE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0080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table-h">
            <a:extLst xmlns:a="http://schemas.openxmlformats.org/drawingml/2006/main">
              <a:ext uri="{FF2B5EF4-FFF2-40B4-BE49-F238E27FC236}">
                <a16:creationId xmlns:a16="http://schemas.microsoft.com/office/drawing/2014/main" id="{92875C9A-4D3C-4EB1-A952-35240AC5F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71512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table-h">
            <a:extLst xmlns:a="http://schemas.openxmlformats.org/drawingml/2006/main">
              <a:ext uri="{FF2B5EF4-FFF2-40B4-BE49-F238E27FC236}">
                <a16:creationId xmlns:a16="http://schemas.microsoft.com/office/drawing/2014/main" id="{482ABE25-3646-4DE9-8710-407C729C0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02945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table-h">
            <a:extLst xmlns:a="http://schemas.openxmlformats.org/drawingml/2006/main">
              <a:ext uri="{FF2B5EF4-FFF2-40B4-BE49-F238E27FC236}">
                <a16:creationId xmlns:a16="http://schemas.microsoft.com/office/drawing/2014/main" id="{09BDBF63-AA59-494A-92C9-AAE5B0122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34377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table-h">
            <a:extLst xmlns:a="http://schemas.openxmlformats.org/drawingml/2006/main">
              <a:ext uri="{FF2B5EF4-FFF2-40B4-BE49-F238E27FC236}">
                <a16:creationId xmlns:a16="http://schemas.microsoft.com/office/drawing/2014/main" id="{E6CF71F6-DBC1-4FFA-A0CF-EC21AFA1D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65810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table-h">
            <a:extLst xmlns:a="http://schemas.openxmlformats.org/drawingml/2006/main">
              <a:ext uri="{FF2B5EF4-FFF2-40B4-BE49-F238E27FC236}">
                <a16:creationId xmlns:a16="http://schemas.microsoft.com/office/drawing/2014/main" id="{0E347CC4-F82A-441C-B7EC-40FCE8AE1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97242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table-h">
            <a:extLst xmlns:a="http://schemas.openxmlformats.org/drawingml/2006/main">
              <a:ext uri="{FF2B5EF4-FFF2-40B4-BE49-F238E27FC236}">
                <a16:creationId xmlns:a16="http://schemas.microsoft.com/office/drawing/2014/main" id="{A893EE69-5D9C-4EED-AD57-21B5469CA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28675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table-h">
            <a:extLst xmlns:a="http://schemas.openxmlformats.org/drawingml/2006/main">
              <a:ext uri="{FF2B5EF4-FFF2-40B4-BE49-F238E27FC236}">
                <a16:creationId xmlns:a16="http://schemas.microsoft.com/office/drawing/2014/main" id="{EB03FC5C-8600-4043-AA32-6B39D4E28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60107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table-h">
            <a:extLst xmlns:a="http://schemas.openxmlformats.org/drawingml/2006/main">
              <a:ext uri="{FF2B5EF4-FFF2-40B4-BE49-F238E27FC236}">
                <a16:creationId xmlns:a16="http://schemas.microsoft.com/office/drawing/2014/main" id="{725AD921-C210-462B-B174-8DD87A64C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91540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text-GUEST">
            <a:extLst xmlns:a="http://schemas.openxmlformats.org/drawingml/2006/main">
              <a:ext uri="{FF2B5EF4-FFF2-40B4-BE49-F238E27FC236}">
                <a16:creationId xmlns:a16="http://schemas.microsoft.com/office/drawing/2014/main" id="{84DD6B6D-04AC-4ACC-8D31-0B39768CF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114681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FFFFFF"/>
                </a:solidFill>
              </a:defRPr>
            </a:pPr>
            <a:r>
              <a:rPr sz="825" b="0" i="0">
                <a:solidFill>
                  <a:srgbClr val="FFFFFF"/>
                </a:solidFill>
              </a:rPr>
              <a:t>GUEST</a:t>
            </a:r>
          </a:p>
        </p:txBody>
      </p:sp>
      <p:sp>
        <p:nvSpPr>
          <p:cNvPr id="36" name="text-STARTER">
            <a:extLst xmlns:a="http://schemas.openxmlformats.org/drawingml/2006/main">
              <a:ext uri="{FF2B5EF4-FFF2-40B4-BE49-F238E27FC236}">
                <a16:creationId xmlns:a16="http://schemas.microsoft.com/office/drawing/2014/main" id="{8D1AAF53-F948-4E25-8907-876D3AA88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1210" y="2000250"/>
            <a:ext cx="114681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FFFFFF"/>
                </a:solidFill>
              </a:defRPr>
            </a:pPr>
            <a:r>
              <a:rPr sz="825" b="0" i="0">
                <a:solidFill>
                  <a:srgbClr val="FFFFFF"/>
                </a:solidFill>
              </a:rPr>
              <a:t>STARTER</a:t>
            </a:r>
          </a:p>
        </p:txBody>
      </p:sp>
      <p:sp>
        <p:nvSpPr>
          <p:cNvPr id="37" name="text-MAIN">
            <a:extLst xmlns:a="http://schemas.openxmlformats.org/drawingml/2006/main">
              <a:ext uri="{FF2B5EF4-FFF2-40B4-BE49-F238E27FC236}">
                <a16:creationId xmlns:a16="http://schemas.microsoft.com/office/drawing/2014/main" id="{75AF5355-F412-418C-9358-81CA11E5C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8020" y="2000250"/>
            <a:ext cx="114681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FFFFFF"/>
                </a:solidFill>
              </a:defRPr>
            </a:pPr>
            <a:r>
              <a:rPr sz="825" b="0" i="0">
                <a:solidFill>
                  <a:srgbClr val="FFFFFF"/>
                </a:solidFill>
              </a:rPr>
              <a:t>MAIN</a:t>
            </a:r>
          </a:p>
        </p:txBody>
      </p:sp>
      <p:sp>
        <p:nvSpPr>
          <p:cNvPr id="38" name="text-DESSERT">
            <a:extLst xmlns:a="http://schemas.openxmlformats.org/drawingml/2006/main">
              <a:ext uri="{FF2B5EF4-FFF2-40B4-BE49-F238E27FC236}">
                <a16:creationId xmlns:a16="http://schemas.microsoft.com/office/drawing/2014/main" id="{CC1779F3-EE03-4A49-A952-3C46D5CD7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4830" y="2000250"/>
            <a:ext cx="114681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FFFFFF"/>
                </a:solidFill>
              </a:defRPr>
            </a:pPr>
            <a:r>
              <a:rPr sz="825" b="0" i="0">
                <a:solidFill>
                  <a:srgbClr val="FFFFFF"/>
                </a:solidFill>
              </a:rPr>
              <a:t>DESSERT</a:t>
            </a:r>
          </a:p>
        </p:txBody>
      </p:sp>
      <p:sp>
        <p:nvSpPr>
          <p:cNvPr id="39" name="text-DIETARY">
            <a:extLst xmlns:a="http://schemas.openxmlformats.org/drawingml/2006/main">
              <a:ext uri="{FF2B5EF4-FFF2-40B4-BE49-F238E27FC236}">
                <a16:creationId xmlns:a16="http://schemas.microsoft.com/office/drawing/2014/main" id="{19DA602B-3E6C-439A-8CE5-E3CFF0519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1640" y="2000250"/>
            <a:ext cx="114681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FFFFFF"/>
                </a:solidFill>
              </a:defRPr>
            </a:pPr>
            <a:r>
              <a:rPr sz="825" b="0" i="0">
                <a:solidFill>
                  <a:srgbClr val="FFFFFF"/>
                </a:solidFill>
              </a:rPr>
              <a:t>DIETARY</a:t>
            </a:r>
          </a:p>
        </p:txBody>
      </p:sp>
    </p:spTree>
    <p:extLst>
      <p:ext uri="{BB962C8B-B14F-4D97-AF65-F5344CB8AC3E}">
        <p14:creationId xmlns:p14="http://schemas.microsoft.com/office/powerpoint/2010/main" val="423450060"/>
      </p:ext>
    </p:extLst>
  </p:cSld>
</p:sld>
</file>

<file path=ppt/slides/slide60.xml><?xml version="1.0" encoding="utf-8"?>
<p:sld xmlns:p="http://schemas.openxmlformats.org/presentationml/2006/main">
  <p:cSld>
    <p:bg>
      <p:bgPr>
        <a:solidFill xmlns:a="http://schemas.openxmlformats.org/drawingml/2006/main">
          <a:srgbClr val="FC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ee57f0b51b414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7562850" cy="10696575"/>
          </a:xfrm>
          <a:prstGeom xmlns:a="http://schemas.openxmlformats.org/drawingml/2006/main" prst="rect">
            <a:avLst/>
          </a:prstGeom>
        </p:spPr>
      </p:pic>
      <p:sp>
        <p:nvSpPr>
          <p:cNvPr id="2" name="soft-romantic-panel">
            <a:extLst xmlns:a="http://schemas.openxmlformats.org/drawingml/2006/main">
              <a:ext uri="{FF2B5EF4-FFF2-40B4-BE49-F238E27FC236}">
                <a16:creationId xmlns:a16="http://schemas.microsoft.com/office/drawing/2014/main" id="{641C6DF7-21BB-40C0-BAE1-5C3A91CF0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"/>
            <a:ext cx="6000750" cy="9429750"/>
          </a:xfrm>
          <a:prstGeom xmlns:a="http://schemas.openxmlformats.org/drawingml/2006/main" prst="roundRect">
            <a:avLst>
              <a:gd name="adj" fmla="val 1270"/>
            </a:avLst>
          </a:prstGeom>
          <a:solidFill xmlns:a="http://schemas.openxmlformats.org/drawingml/2006/main">
            <a:srgbClr val="FCF7F3"/>
          </a:solidFill>
          <a:ln xmlns:a="http://schemas.openxmlformats.org/drawingml/2006/main" w="9525">
            <a:solidFill>
              <a:srgbClr val="C79B46"/>
            </a:solidFill>
            <a:prstDash val="solid"/>
          </a:ln>
        </p:spPr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4C2DD88A-72EB-4179-9E0D-75CCFD33A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42950"/>
            <a:ext cx="5562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75" b="0" i="1">
                <a:solidFill>
                  <a:srgbClr val="52654E"/>
                </a:solidFill>
              </a:defRPr>
            </a:pPr>
            <a:r>
              <a:rPr sz="2475" b="0" i="1">
                <a:solidFill>
                  <a:srgbClr val="52654E"/>
                </a:solidFill>
              </a:rPr>
              <a:t>Seating Overview</a:t>
            </a:r>
          </a:p>
        </p:txBody>
      </p:sp>
      <p:sp>
        <p:nvSpPr>
          <p:cNvPr id="4" name="page-subtitle">
            <a:extLst xmlns:a="http://schemas.openxmlformats.org/drawingml/2006/main">
              <a:ext uri="{FF2B5EF4-FFF2-40B4-BE49-F238E27FC236}">
                <a16:creationId xmlns:a16="http://schemas.microsoft.com/office/drawing/2014/main" id="{E7649921-4FC6-4314-A6C1-5164AFCDF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219200"/>
            <a:ext cx="461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C79B46"/>
                </a:solidFill>
              </a:defRPr>
            </a:pPr>
            <a:r>
              <a:rPr sz="975" b="0" i="0">
                <a:solidFill>
                  <a:srgbClr val="C79B46"/>
                </a:solidFill>
              </a:rPr>
              <a:t>A CLEAR VIEW OF THE DETAILS</a:t>
            </a:r>
          </a:p>
        </p:txBody>
      </p:sp>
      <p:sp>
        <p:nvSpPr>
          <p:cNvPr id="5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93E9D49C-0698-4E4E-BFFF-7CEC25FC6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581150"/>
            <a:ext cx="85725" cy="857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C79B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352819A-2691-434A-9313-422B72440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966787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C79B46"/>
                </a:solidFill>
              </a:defRPr>
            </a:pPr>
            <a:r>
              <a:rPr sz="750" b="0" i="0">
                <a:solidFill>
                  <a:srgbClr val="C79B46"/>
                </a:solidFill>
              </a:rPr>
              <a:t>060</a:t>
            </a:r>
          </a:p>
        </p:txBody>
      </p:sp>
      <p:sp>
        <p:nvSpPr>
          <p:cNvPr id="7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054D1BB0-B7B0-4B39-B30A-A5E51A1C6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95500"/>
            <a:ext cx="2571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8" name="text-TOTAL TABLES">
            <a:extLst xmlns:a="http://schemas.openxmlformats.org/drawingml/2006/main">
              <a:ext uri="{FF2B5EF4-FFF2-40B4-BE49-F238E27FC236}">
                <a16:creationId xmlns:a16="http://schemas.microsoft.com/office/drawing/2014/main" id="{1D900B95-CA14-4C8F-94B9-BEB4C2F15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0980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667B61"/>
                </a:solidFill>
              </a:defRPr>
            </a:pPr>
            <a:r>
              <a:rPr sz="975" b="0" i="0">
                <a:solidFill>
                  <a:srgbClr val="667B61"/>
                </a:solidFill>
              </a:rPr>
              <a:t>TOTAL TABLES</a:t>
            </a:r>
          </a:p>
        </p:txBody>
      </p:sp>
      <p:sp>
        <p:nvSpPr>
          <p:cNvPr id="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F7A9E8EA-9604-43A8-BA10-57EBE7840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38450"/>
            <a:ext cx="171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C60E60D3-0FF2-45A2-97E3-5E80F0BBE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095500"/>
            <a:ext cx="2571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1" name="text-SEATS PER TABLE">
            <a:extLst xmlns:a="http://schemas.openxmlformats.org/drawingml/2006/main">
              <a:ext uri="{FF2B5EF4-FFF2-40B4-BE49-F238E27FC236}">
                <a16:creationId xmlns:a16="http://schemas.microsoft.com/office/drawing/2014/main" id="{7C11B27A-553B-4485-B18C-7D0FFD7F5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20980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667B61"/>
                </a:solidFill>
              </a:defRPr>
            </a:pPr>
            <a:r>
              <a:rPr sz="975" b="0" i="0">
                <a:solidFill>
                  <a:srgbClr val="667B61"/>
                </a:solidFill>
              </a:rPr>
              <a:t>SEATS PER TABLE</a:t>
            </a:r>
          </a:p>
        </p:txBody>
      </p:sp>
      <p:sp>
        <p:nvSpPr>
          <p:cNvPr id="1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B919BFA6-0F78-4446-9D8C-3A717FD02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838450"/>
            <a:ext cx="171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FB4DDDAB-2926-4A15-ABC4-6F8438F77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524250"/>
            <a:ext cx="2571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4" name="text-FAMILY TABLES">
            <a:extLst xmlns:a="http://schemas.openxmlformats.org/drawingml/2006/main">
              <a:ext uri="{FF2B5EF4-FFF2-40B4-BE49-F238E27FC236}">
                <a16:creationId xmlns:a16="http://schemas.microsoft.com/office/drawing/2014/main" id="{0B991A56-F4F7-464E-9D8F-64C01F032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3855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667B61"/>
                </a:solidFill>
              </a:defRPr>
            </a:pPr>
            <a:r>
              <a:rPr sz="975" b="0" i="0">
                <a:solidFill>
                  <a:srgbClr val="667B61"/>
                </a:solidFill>
              </a:rPr>
              <a:t>FAMILY TABLES</a:t>
            </a:r>
          </a:p>
        </p:txBody>
      </p:sp>
      <p:sp>
        <p:nvSpPr>
          <p:cNvPr id="1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DF4582F4-7846-462D-8629-DAAE9945B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267200"/>
            <a:ext cx="171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2ABE3993-30F5-49CB-BE9B-4ED89F0A0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524250"/>
            <a:ext cx="2571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7" name="text-WEDDING PARTY">
            <a:extLst xmlns:a="http://schemas.openxmlformats.org/drawingml/2006/main">
              <a:ext uri="{FF2B5EF4-FFF2-40B4-BE49-F238E27FC236}">
                <a16:creationId xmlns:a16="http://schemas.microsoft.com/office/drawing/2014/main" id="{71DBC05D-241D-46AE-A148-785F2FEE6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63855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667B61"/>
                </a:solidFill>
              </a:defRPr>
            </a:pPr>
            <a:r>
              <a:rPr sz="975" b="0" i="0">
                <a:solidFill>
                  <a:srgbClr val="667B61"/>
                </a:solidFill>
              </a:rPr>
              <a:t>WEDDING PARTY</a:t>
            </a:r>
          </a:p>
        </p:txBody>
      </p:sp>
      <p:sp>
        <p:nvSpPr>
          <p:cNvPr id="18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63945777-1D7A-4708-87CE-C337733D3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267200"/>
            <a:ext cx="171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533C26C9-49BF-4A78-84E1-C59254E6A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953000"/>
            <a:ext cx="2571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20" name="text-CHILDREN'S SEATING">
            <a:extLst xmlns:a="http://schemas.openxmlformats.org/drawingml/2006/main">
              <a:ext uri="{FF2B5EF4-FFF2-40B4-BE49-F238E27FC236}">
                <a16:creationId xmlns:a16="http://schemas.microsoft.com/office/drawing/2014/main" id="{436C1A52-5E09-4D27-B00E-95C0CECE9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06730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667B61"/>
                </a:solidFill>
              </a:defRPr>
            </a:pPr>
            <a:r>
              <a:rPr sz="975" b="0" i="0">
                <a:solidFill>
                  <a:srgbClr val="667B61"/>
                </a:solidFill>
              </a:rPr>
              <a:t>CHILDREN'S SEATING</a:t>
            </a:r>
          </a:p>
        </p:txBody>
      </p:sp>
      <p:sp>
        <p:nvSpPr>
          <p:cNvPr id="2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A5D8F715-FD24-4180-A4DB-DAEA52B87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695950"/>
            <a:ext cx="171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FB6F77BC-E189-4AB4-B329-8A43E1E37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953000"/>
            <a:ext cx="2571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23" name="text-ACCESSIBILITY">
            <a:extLst xmlns:a="http://schemas.openxmlformats.org/drawingml/2006/main">
              <a:ext uri="{FF2B5EF4-FFF2-40B4-BE49-F238E27FC236}">
                <a16:creationId xmlns:a16="http://schemas.microsoft.com/office/drawing/2014/main" id="{E5AF0766-5D22-4716-A4EA-1BA545529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06730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667B61"/>
                </a:solidFill>
              </a:defRPr>
            </a:pPr>
            <a:r>
              <a:rPr sz="975" b="0" i="0">
                <a:solidFill>
                  <a:srgbClr val="667B61"/>
                </a:solidFill>
              </a:rPr>
              <a:t>ACCESSIBILITY</a:t>
            </a:r>
          </a:p>
        </p:txBody>
      </p:sp>
      <p:sp>
        <p:nvSpPr>
          <p:cNvPr id="2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1BE2ADE2-BCFF-45CE-AAD5-0A314C1BB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695950"/>
            <a:ext cx="171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4D2A2407-CC2C-4B30-A210-4CE247319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381750"/>
            <a:ext cx="2571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26" name="text-HIGH CHAIRS">
            <a:extLst xmlns:a="http://schemas.openxmlformats.org/drawingml/2006/main">
              <a:ext uri="{FF2B5EF4-FFF2-40B4-BE49-F238E27FC236}">
                <a16:creationId xmlns:a16="http://schemas.microsoft.com/office/drawing/2014/main" id="{2CE2D587-DB34-4FC1-A9D9-3EBE0CC54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49605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667B61"/>
                </a:solidFill>
              </a:defRPr>
            </a:pPr>
            <a:r>
              <a:rPr sz="975" b="0" i="0">
                <a:solidFill>
                  <a:srgbClr val="667B61"/>
                </a:solidFill>
              </a:rPr>
              <a:t>HIGH CHAIRS</a:t>
            </a:r>
          </a:p>
        </p:txBody>
      </p:sp>
      <p:sp>
        <p:nvSpPr>
          <p:cNvPr id="2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172C8780-8DDD-4540-9498-BC1A11DB0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7124700"/>
            <a:ext cx="171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15AD839D-16E4-4347-87E5-550F12AF7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6381750"/>
            <a:ext cx="2571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29" name="text-OPEN SEATS">
            <a:extLst xmlns:a="http://schemas.openxmlformats.org/drawingml/2006/main">
              <a:ext uri="{FF2B5EF4-FFF2-40B4-BE49-F238E27FC236}">
                <a16:creationId xmlns:a16="http://schemas.microsoft.com/office/drawing/2014/main" id="{91A74811-C29C-4D02-BA43-C1887E4E4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49605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667B61"/>
                </a:solidFill>
              </a:defRPr>
            </a:pPr>
            <a:r>
              <a:rPr sz="975" b="0" i="0">
                <a:solidFill>
                  <a:srgbClr val="667B61"/>
                </a:solidFill>
              </a:rPr>
              <a:t>OPEN SEATS</a:t>
            </a:r>
          </a:p>
        </p:txBody>
      </p:sp>
      <p:sp>
        <p:nvSpPr>
          <p:cNvPr id="3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CB807B67-8F0F-467C-8649-14B2E0532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7124700"/>
            <a:ext cx="171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text-NOTES">
            <a:extLst xmlns:a="http://schemas.openxmlformats.org/drawingml/2006/main">
              <a:ext uri="{FF2B5EF4-FFF2-40B4-BE49-F238E27FC236}">
                <a16:creationId xmlns:a16="http://schemas.microsoft.com/office/drawing/2014/main" id="{86618DF7-52E7-4A05-8E2B-E3C3545E2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6858000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667B61"/>
                </a:solidFill>
              </a:defRPr>
            </a:pPr>
            <a:r>
              <a:rPr sz="1125" b="0" i="0">
                <a:solidFill>
                  <a:srgbClr val="667B61"/>
                </a:solidFill>
              </a:rPr>
              <a:t>NOTES</a:t>
            </a:r>
          </a:p>
        </p:txBody>
      </p:sp>
      <p:sp>
        <p:nvSpPr>
          <p:cNvPr id="3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4E9BD9CE-E256-4C63-AEDD-2A86360C3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33425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D180C807-451C-4A69-AC0E-532A263ED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629525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24C6A675-3807-40C9-9ACE-98C3406B2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92480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75F86CD8-547E-47F4-90CA-6C09543AE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220075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93B00DC2-5967-497B-B12D-AD086B178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51535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9913B696-8772-4D6C-9E45-E6D228624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810625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D811A0A8-2BB3-4CDC-94F1-5C5A4EE7A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910590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554896D5-680E-475F-B8F2-CCD74BEBA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9401175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651836659"/>
      </p:ext>
    </p:extLst>
  </p:cSld>
</p:sld>
</file>

<file path=ppt/slides/slide61.xml><?xml version="1.0" encoding="utf-8"?>
<p:sld xmlns:p="http://schemas.openxmlformats.org/presentationml/2006/main">
  <p:cSld>
    <p:bg>
      <p:bgPr>
        <a:solidFill xmlns:a="http://schemas.openxmlformats.org/drawingml/2006/main">
          <a:srgbClr val="FC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d873d4a8da41f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7562850" cy="10696575"/>
          </a:xfrm>
          <a:prstGeom xmlns:a="http://schemas.openxmlformats.org/drawingml/2006/main" prst="rect">
            <a:avLst/>
          </a:prstGeom>
        </p:spPr>
      </p:pic>
      <p:sp>
        <p:nvSpPr>
          <p:cNvPr id="2" name="soft-romantic-panel">
            <a:extLst xmlns:a="http://schemas.openxmlformats.org/drawingml/2006/main">
              <a:ext uri="{FF2B5EF4-FFF2-40B4-BE49-F238E27FC236}">
                <a16:creationId xmlns:a16="http://schemas.microsoft.com/office/drawing/2014/main" id="{6003119B-61C4-4C65-8652-4A0ABA2E2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"/>
            <a:ext cx="6000750" cy="9429750"/>
          </a:xfrm>
          <a:prstGeom xmlns:a="http://schemas.openxmlformats.org/drawingml/2006/main" prst="roundRect">
            <a:avLst>
              <a:gd name="adj" fmla="val 1270"/>
            </a:avLst>
          </a:prstGeom>
          <a:solidFill xmlns:a="http://schemas.openxmlformats.org/drawingml/2006/main">
            <a:srgbClr val="FCF7F3"/>
          </a:solidFill>
          <a:ln xmlns:a="http://schemas.openxmlformats.org/drawingml/2006/main" w="9525">
            <a:solidFill>
              <a:srgbClr val="C79B46"/>
            </a:solidFill>
            <a:prstDash val="solid"/>
          </a:ln>
        </p:spPr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D7FACF57-B46D-4FA6-AC58-2D6FB2A8F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42950"/>
            <a:ext cx="5562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75" b="0" i="1">
                <a:solidFill>
                  <a:srgbClr val="52654E"/>
                </a:solidFill>
              </a:defRPr>
            </a:pPr>
            <a:r>
              <a:rPr sz="2475" b="0" i="1">
                <a:solidFill>
                  <a:srgbClr val="52654E"/>
                </a:solidFill>
              </a:rPr>
              <a:t>Seating Plan</a:t>
            </a:r>
          </a:p>
        </p:txBody>
      </p:sp>
      <p:sp>
        <p:nvSpPr>
          <p:cNvPr id="4" name="page-subtitle">
            <a:extLst xmlns:a="http://schemas.openxmlformats.org/drawingml/2006/main">
              <a:ext uri="{FF2B5EF4-FFF2-40B4-BE49-F238E27FC236}">
                <a16:creationId xmlns:a16="http://schemas.microsoft.com/office/drawing/2014/main" id="{8E88C05A-DBFD-4D2F-8C73-5BB335734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219200"/>
            <a:ext cx="461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C79B46"/>
                </a:solidFill>
              </a:defRPr>
            </a:pPr>
            <a:r>
              <a:rPr sz="975" b="0" i="0">
                <a:solidFill>
                  <a:srgbClr val="C79B46"/>
                </a:solidFill>
              </a:rPr>
              <a:t>TABLE 1</a:t>
            </a:r>
          </a:p>
        </p:txBody>
      </p:sp>
      <p:sp>
        <p:nvSpPr>
          <p:cNvPr id="5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91FC5DD2-2B1F-47CD-8CD5-8D1BCDAF1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581150"/>
            <a:ext cx="85725" cy="857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C79B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B87A8E4-563D-4C2B-8D93-2498346D5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966787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C79B46"/>
                </a:solidFill>
              </a:defRPr>
            </a:pPr>
            <a:r>
              <a:rPr sz="750" b="0" i="0">
                <a:solidFill>
                  <a:srgbClr val="C79B46"/>
                </a:solidFill>
              </a:rPr>
              <a:t>061</a:t>
            </a:r>
          </a:p>
        </p:txBody>
      </p:sp>
      <p:sp>
        <p:nvSpPr>
          <p:cNvPr id="7" name="editable-table-shape">
            <a:extLst xmlns:a="http://schemas.openxmlformats.org/drawingml/2006/main">
              <a:ext uri="{FF2B5EF4-FFF2-40B4-BE49-F238E27FC236}">
                <a16:creationId xmlns:a16="http://schemas.microsoft.com/office/drawing/2014/main" id="{C8591BB3-61B2-4F52-B77C-5C8E607A9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2190750"/>
            <a:ext cx="2514600" cy="25146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79B46"/>
            </a:solidFill>
            <a:prstDash val="solid"/>
          </a:ln>
        </p:spPr>
      </p:sp>
      <p:sp>
        <p:nvSpPr>
          <p:cNvPr id="8" name="text-TABLE 1">
            <a:extLst xmlns:a="http://schemas.openxmlformats.org/drawingml/2006/main">
              <a:ext uri="{FF2B5EF4-FFF2-40B4-BE49-F238E27FC236}">
                <a16:creationId xmlns:a16="http://schemas.microsoft.com/office/drawing/2014/main" id="{3445EA53-1BA4-45EB-AEE5-DF3206B92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143250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667B61"/>
                </a:solidFill>
              </a:defRPr>
            </a:pPr>
            <a:r>
              <a:rPr sz="1500" b="0" i="0">
                <a:solidFill>
                  <a:srgbClr val="667B61"/>
                </a:solidFill>
              </a:rPr>
              <a:t>TABLE 1</a:t>
            </a:r>
          </a:p>
        </p:txBody>
      </p:sp>
      <p:sp>
        <p:nvSpPr>
          <p:cNvPr id="9" name="guest-seat">
            <a:extLst xmlns:a="http://schemas.openxmlformats.org/drawingml/2006/main">
              <a:ext uri="{FF2B5EF4-FFF2-40B4-BE49-F238E27FC236}">
                <a16:creationId xmlns:a16="http://schemas.microsoft.com/office/drawing/2014/main" id="{7516AA97-13D3-4E9D-810A-9DE1DEE48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428750"/>
            <a:ext cx="628650" cy="4191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0" name="text-1">
            <a:extLst xmlns:a="http://schemas.openxmlformats.org/drawingml/2006/main">
              <a:ext uri="{FF2B5EF4-FFF2-40B4-BE49-F238E27FC236}">
                <a16:creationId xmlns:a16="http://schemas.microsoft.com/office/drawing/2014/main" id="{AA47E06C-6EF7-44CE-BFFA-F5644E581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1514475"/>
            <a:ext cx="34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667B61"/>
                </a:solidFill>
              </a:defRPr>
            </a:pPr>
            <a:r>
              <a:rPr sz="825" b="0" i="0">
                <a:solidFill>
                  <a:srgbClr val="667B61"/>
                </a:solidFill>
              </a:rPr>
              <a:t>1</a:t>
            </a:r>
          </a:p>
        </p:txBody>
      </p:sp>
      <p:sp>
        <p:nvSpPr>
          <p:cNvPr id="11" name="guest-seat">
            <a:extLst xmlns:a="http://schemas.openxmlformats.org/drawingml/2006/main">
              <a:ext uri="{FF2B5EF4-FFF2-40B4-BE49-F238E27FC236}">
                <a16:creationId xmlns:a16="http://schemas.microsoft.com/office/drawing/2014/main" id="{FD109132-5C34-4EC9-A037-97DA25385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0844" y="1774381"/>
            <a:ext cx="628650" cy="4191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2" name="text-2">
            <a:extLst xmlns:a="http://schemas.openxmlformats.org/drawingml/2006/main">
              <a:ext uri="{FF2B5EF4-FFF2-40B4-BE49-F238E27FC236}">
                <a16:creationId xmlns:a16="http://schemas.microsoft.com/office/drawing/2014/main" id="{1B2FE7A1-2715-43CA-BD2D-BB772317C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3719" y="1860106"/>
            <a:ext cx="34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667B61"/>
                </a:solidFill>
              </a:defRPr>
            </a:pPr>
            <a:r>
              <a:rPr sz="825" b="0" i="0">
                <a:solidFill>
                  <a:srgbClr val="667B61"/>
                </a:solidFill>
              </a:rPr>
              <a:t>2</a:t>
            </a:r>
          </a:p>
        </p:txBody>
      </p:sp>
      <p:sp>
        <p:nvSpPr>
          <p:cNvPr id="13" name="guest-seat">
            <a:extLst xmlns:a="http://schemas.openxmlformats.org/drawingml/2006/main">
              <a:ext uri="{FF2B5EF4-FFF2-40B4-BE49-F238E27FC236}">
                <a16:creationId xmlns:a16="http://schemas.microsoft.com/office/drawing/2014/main" id="{5C8B0885-FDDA-4E66-9AFC-53BCECCAD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8275" y="2679256"/>
            <a:ext cx="628650" cy="4191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4" name="text-3">
            <a:extLst xmlns:a="http://schemas.openxmlformats.org/drawingml/2006/main">
              <a:ext uri="{FF2B5EF4-FFF2-40B4-BE49-F238E27FC236}">
                <a16:creationId xmlns:a16="http://schemas.microsoft.com/office/drawing/2014/main" id="{9C1A970B-E490-4F81-9359-5A17C6ED4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1150" y="2764981"/>
            <a:ext cx="34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667B61"/>
                </a:solidFill>
              </a:defRPr>
            </a:pPr>
            <a:r>
              <a:rPr sz="825" b="0" i="0">
                <a:solidFill>
                  <a:srgbClr val="667B61"/>
                </a:solidFill>
              </a:rPr>
              <a:t>3</a:t>
            </a:r>
          </a:p>
        </p:txBody>
      </p:sp>
      <p:sp>
        <p:nvSpPr>
          <p:cNvPr id="15" name="guest-seat">
            <a:extLst xmlns:a="http://schemas.openxmlformats.org/drawingml/2006/main">
              <a:ext uri="{FF2B5EF4-FFF2-40B4-BE49-F238E27FC236}">
                <a16:creationId xmlns:a16="http://schemas.microsoft.com/office/drawing/2014/main" id="{E88B0804-5652-4ED6-9761-1D7811BA2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8275" y="3797744"/>
            <a:ext cx="628650" cy="4191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6" name="text-4">
            <a:extLst xmlns:a="http://schemas.openxmlformats.org/drawingml/2006/main">
              <a:ext uri="{FF2B5EF4-FFF2-40B4-BE49-F238E27FC236}">
                <a16:creationId xmlns:a16="http://schemas.microsoft.com/office/drawing/2014/main" id="{F31B3328-2EE0-40E6-8773-1B57F19E7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1150" y="3883469"/>
            <a:ext cx="34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667B61"/>
                </a:solidFill>
              </a:defRPr>
            </a:pPr>
            <a:r>
              <a:rPr sz="825" b="0" i="0">
                <a:solidFill>
                  <a:srgbClr val="667B61"/>
                </a:solidFill>
              </a:rPr>
              <a:t>4</a:t>
            </a:r>
          </a:p>
        </p:txBody>
      </p:sp>
      <p:sp>
        <p:nvSpPr>
          <p:cNvPr id="17" name="guest-seat">
            <a:extLst xmlns:a="http://schemas.openxmlformats.org/drawingml/2006/main">
              <a:ext uri="{FF2B5EF4-FFF2-40B4-BE49-F238E27FC236}">
                <a16:creationId xmlns:a16="http://schemas.microsoft.com/office/drawing/2014/main" id="{E075FF74-8862-48EE-AE9D-EDB07FAD2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0844" y="4702619"/>
            <a:ext cx="628650" cy="4191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8" name="text-5">
            <a:extLst xmlns:a="http://schemas.openxmlformats.org/drawingml/2006/main">
              <a:ext uri="{FF2B5EF4-FFF2-40B4-BE49-F238E27FC236}">
                <a16:creationId xmlns:a16="http://schemas.microsoft.com/office/drawing/2014/main" id="{2DB695DC-CAE8-484A-B84D-CA6EAD31B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3719" y="4788344"/>
            <a:ext cx="34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667B61"/>
                </a:solidFill>
              </a:defRPr>
            </a:pPr>
            <a:r>
              <a:rPr sz="825" b="0" i="0">
                <a:solidFill>
                  <a:srgbClr val="667B61"/>
                </a:solidFill>
              </a:rPr>
              <a:t>5</a:t>
            </a:r>
          </a:p>
        </p:txBody>
      </p:sp>
      <p:sp>
        <p:nvSpPr>
          <p:cNvPr id="19" name="guest-seat">
            <a:extLst xmlns:a="http://schemas.openxmlformats.org/drawingml/2006/main">
              <a:ext uri="{FF2B5EF4-FFF2-40B4-BE49-F238E27FC236}">
                <a16:creationId xmlns:a16="http://schemas.microsoft.com/office/drawing/2014/main" id="{BC5C659E-4B76-4503-A01A-294C9EB71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5048250"/>
            <a:ext cx="628650" cy="4191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20" name="text-6">
            <a:extLst xmlns:a="http://schemas.openxmlformats.org/drawingml/2006/main">
              <a:ext uri="{FF2B5EF4-FFF2-40B4-BE49-F238E27FC236}">
                <a16:creationId xmlns:a16="http://schemas.microsoft.com/office/drawing/2014/main" id="{3BA53D32-9985-4EEA-9352-48A314573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5133975"/>
            <a:ext cx="34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667B61"/>
                </a:solidFill>
              </a:defRPr>
            </a:pPr>
            <a:r>
              <a:rPr sz="825" b="0" i="0">
                <a:solidFill>
                  <a:srgbClr val="667B61"/>
                </a:solidFill>
              </a:rPr>
              <a:t>6</a:t>
            </a:r>
          </a:p>
        </p:txBody>
      </p:sp>
      <p:sp>
        <p:nvSpPr>
          <p:cNvPr id="21" name="guest-seat">
            <a:extLst xmlns:a="http://schemas.openxmlformats.org/drawingml/2006/main">
              <a:ext uri="{FF2B5EF4-FFF2-40B4-BE49-F238E27FC236}">
                <a16:creationId xmlns:a16="http://schemas.microsoft.com/office/drawing/2014/main" id="{DE930170-6854-4A7C-9BAD-67D00C0F1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3356" y="4702619"/>
            <a:ext cx="628650" cy="4191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22" name="text-7">
            <a:extLst xmlns:a="http://schemas.openxmlformats.org/drawingml/2006/main">
              <a:ext uri="{FF2B5EF4-FFF2-40B4-BE49-F238E27FC236}">
                <a16:creationId xmlns:a16="http://schemas.microsoft.com/office/drawing/2014/main" id="{A5A14DB1-CBA8-4F02-A012-E1ED1053C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6231" y="4788344"/>
            <a:ext cx="34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667B61"/>
                </a:solidFill>
              </a:defRPr>
            </a:pPr>
            <a:r>
              <a:rPr sz="825" b="0" i="0">
                <a:solidFill>
                  <a:srgbClr val="667B61"/>
                </a:solidFill>
              </a:rPr>
              <a:t>7</a:t>
            </a:r>
          </a:p>
        </p:txBody>
      </p:sp>
      <p:sp>
        <p:nvSpPr>
          <p:cNvPr id="23" name="guest-seat">
            <a:extLst xmlns:a="http://schemas.openxmlformats.org/drawingml/2006/main">
              <a:ext uri="{FF2B5EF4-FFF2-40B4-BE49-F238E27FC236}">
                <a16:creationId xmlns:a16="http://schemas.microsoft.com/office/drawing/2014/main" id="{945D61AD-F6DC-4BE4-AC64-BA4EAE0BA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5925" y="3797744"/>
            <a:ext cx="628650" cy="4191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24" name="text-8">
            <a:extLst xmlns:a="http://schemas.openxmlformats.org/drawingml/2006/main">
              <a:ext uri="{FF2B5EF4-FFF2-40B4-BE49-F238E27FC236}">
                <a16:creationId xmlns:a16="http://schemas.microsoft.com/office/drawing/2014/main" id="{728ED8F5-F45D-40EF-8F54-7514D5879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8800" y="3883469"/>
            <a:ext cx="34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667B61"/>
                </a:solidFill>
              </a:defRPr>
            </a:pPr>
            <a:r>
              <a:rPr sz="825" b="0" i="0">
                <a:solidFill>
                  <a:srgbClr val="667B61"/>
                </a:solidFill>
              </a:rPr>
              <a:t>8</a:t>
            </a:r>
          </a:p>
        </p:txBody>
      </p:sp>
      <p:sp>
        <p:nvSpPr>
          <p:cNvPr id="25" name="guest-seat">
            <a:extLst xmlns:a="http://schemas.openxmlformats.org/drawingml/2006/main">
              <a:ext uri="{FF2B5EF4-FFF2-40B4-BE49-F238E27FC236}">
                <a16:creationId xmlns:a16="http://schemas.microsoft.com/office/drawing/2014/main" id="{F519602C-C1CA-4136-8DC1-AE509752A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5925" y="2679256"/>
            <a:ext cx="628650" cy="4191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26" name="text-9">
            <a:extLst xmlns:a="http://schemas.openxmlformats.org/drawingml/2006/main">
              <a:ext uri="{FF2B5EF4-FFF2-40B4-BE49-F238E27FC236}">
                <a16:creationId xmlns:a16="http://schemas.microsoft.com/office/drawing/2014/main" id="{7E612AEB-BF35-4605-8BF4-CA4307279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8800" y="2764981"/>
            <a:ext cx="34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667B61"/>
                </a:solidFill>
              </a:defRPr>
            </a:pPr>
            <a:r>
              <a:rPr sz="825" b="0" i="0">
                <a:solidFill>
                  <a:srgbClr val="667B61"/>
                </a:solidFill>
              </a:rPr>
              <a:t>9</a:t>
            </a:r>
          </a:p>
        </p:txBody>
      </p:sp>
      <p:sp>
        <p:nvSpPr>
          <p:cNvPr id="27" name="guest-seat">
            <a:extLst xmlns:a="http://schemas.openxmlformats.org/drawingml/2006/main">
              <a:ext uri="{FF2B5EF4-FFF2-40B4-BE49-F238E27FC236}">
                <a16:creationId xmlns:a16="http://schemas.microsoft.com/office/drawing/2014/main" id="{F8A6EF74-5326-4780-9EC1-B272B8A0E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3356" y="1774381"/>
            <a:ext cx="628650" cy="4191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28" name="text-10">
            <a:extLst xmlns:a="http://schemas.openxmlformats.org/drawingml/2006/main">
              <a:ext uri="{FF2B5EF4-FFF2-40B4-BE49-F238E27FC236}">
                <a16:creationId xmlns:a16="http://schemas.microsoft.com/office/drawing/2014/main" id="{7F8387E0-F72A-4EE9-9C2E-0CB2D7830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6231" y="1860106"/>
            <a:ext cx="34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667B61"/>
                </a:solidFill>
              </a:defRPr>
            </a:pPr>
            <a:r>
              <a:rPr sz="825" b="0" i="0">
                <a:solidFill>
                  <a:srgbClr val="667B61"/>
                </a:solidFill>
              </a:rPr>
              <a:t>10</a:t>
            </a:r>
          </a:p>
        </p:txBody>
      </p:sp>
      <p:sp>
        <p:nvSpPr>
          <p:cNvPr id="29" name="text-GUEST NAMES">
            <a:extLst xmlns:a="http://schemas.openxmlformats.org/drawingml/2006/main">
              <a:ext uri="{FF2B5EF4-FFF2-40B4-BE49-F238E27FC236}">
                <a16:creationId xmlns:a16="http://schemas.microsoft.com/office/drawing/2014/main" id="{FAE52077-CA90-49EE-91B0-22A81B063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1912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B61"/>
                </a:solidFill>
              </a:defRPr>
            </a:pPr>
            <a:r>
              <a:rPr sz="1125" b="0" i="0">
                <a:solidFill>
                  <a:srgbClr val="667B61"/>
                </a:solidFill>
              </a:rPr>
              <a:t>GUEST NAMES</a:t>
            </a:r>
          </a:p>
        </p:txBody>
      </p:sp>
      <p:sp>
        <p:nvSpPr>
          <p:cNvPr id="30" name="text-1.">
            <a:extLst xmlns:a="http://schemas.openxmlformats.org/drawingml/2006/main">
              <a:ext uri="{FF2B5EF4-FFF2-40B4-BE49-F238E27FC236}">
                <a16:creationId xmlns:a16="http://schemas.microsoft.com/office/drawing/2014/main" id="{74DEEE6A-7EC4-45F5-A718-225D29BFC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6675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67B61"/>
                </a:solidFill>
              </a:defRPr>
            </a:pPr>
            <a:r>
              <a:rPr sz="825" b="0" i="0">
                <a:solidFill>
                  <a:srgbClr val="667B61"/>
                </a:solidFill>
              </a:rPr>
              <a:t>1.</a:t>
            </a:r>
          </a:p>
        </p:txBody>
      </p:sp>
      <p:sp>
        <p:nvSpPr>
          <p:cNvPr id="3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27AD5A51-E82E-4945-A97F-E7C939772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867525"/>
            <a:ext cx="2238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text-2.">
            <a:extLst xmlns:a="http://schemas.openxmlformats.org/drawingml/2006/main">
              <a:ext uri="{FF2B5EF4-FFF2-40B4-BE49-F238E27FC236}">
                <a16:creationId xmlns:a16="http://schemas.microsoft.com/office/drawing/2014/main" id="{85802B73-04AF-451F-8FD7-AB264BA8F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96277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67B61"/>
                </a:solidFill>
              </a:defRPr>
            </a:pPr>
            <a:r>
              <a:rPr sz="825" b="0" i="0">
                <a:solidFill>
                  <a:srgbClr val="667B61"/>
                </a:solidFill>
              </a:rPr>
              <a:t>2.</a:t>
            </a:r>
          </a:p>
        </p:txBody>
      </p:sp>
      <p:sp>
        <p:nvSpPr>
          <p:cNvPr id="3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F70180DA-17B7-461C-A732-1A61BD96B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7162800"/>
            <a:ext cx="2238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text-3.">
            <a:extLst xmlns:a="http://schemas.openxmlformats.org/drawingml/2006/main">
              <a:ext uri="{FF2B5EF4-FFF2-40B4-BE49-F238E27FC236}">
                <a16:creationId xmlns:a16="http://schemas.microsoft.com/office/drawing/2014/main" id="{370E7EEA-6512-4AA0-820C-F11F0660B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2580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67B61"/>
                </a:solidFill>
              </a:defRPr>
            </a:pPr>
            <a:r>
              <a:rPr sz="825" b="0" i="0">
                <a:solidFill>
                  <a:srgbClr val="667B61"/>
                </a:solidFill>
              </a:rPr>
              <a:t>3.</a:t>
            </a:r>
          </a:p>
        </p:txBody>
      </p:sp>
      <p:sp>
        <p:nvSpPr>
          <p:cNvPr id="3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8457D50E-FE80-48EB-A717-C9855F2A4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7458075"/>
            <a:ext cx="2238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text-4.">
            <a:extLst xmlns:a="http://schemas.openxmlformats.org/drawingml/2006/main">
              <a:ext uri="{FF2B5EF4-FFF2-40B4-BE49-F238E27FC236}">
                <a16:creationId xmlns:a16="http://schemas.microsoft.com/office/drawing/2014/main" id="{4A9A7685-A1B3-4641-8020-D936323EA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55332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67B61"/>
                </a:solidFill>
              </a:defRPr>
            </a:pPr>
            <a:r>
              <a:rPr sz="825" b="0" i="0">
                <a:solidFill>
                  <a:srgbClr val="667B61"/>
                </a:solidFill>
              </a:rPr>
              <a:t>4.</a:t>
            </a:r>
          </a:p>
        </p:txBody>
      </p:sp>
      <p:sp>
        <p:nvSpPr>
          <p:cNvPr id="3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5E3B79F2-6A8D-435E-8465-F57FDEEC3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7753350"/>
            <a:ext cx="2238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text-5.">
            <a:extLst xmlns:a="http://schemas.openxmlformats.org/drawingml/2006/main">
              <a:ext uri="{FF2B5EF4-FFF2-40B4-BE49-F238E27FC236}">
                <a16:creationId xmlns:a16="http://schemas.microsoft.com/office/drawing/2014/main" id="{A7A2FFB8-56C3-4F3E-A79A-2444796EE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8486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67B61"/>
                </a:solidFill>
              </a:defRPr>
            </a:pPr>
            <a:r>
              <a:rPr sz="825" b="0" i="0">
                <a:solidFill>
                  <a:srgbClr val="667B61"/>
                </a:solidFill>
              </a:rPr>
              <a:t>5.</a:t>
            </a:r>
          </a:p>
        </p:txBody>
      </p:sp>
      <p:sp>
        <p:nvSpPr>
          <p:cNvPr id="3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0BCE668E-13D6-44B1-9275-7E30CBF29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8048625"/>
            <a:ext cx="2238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text-6.">
            <a:extLst xmlns:a="http://schemas.openxmlformats.org/drawingml/2006/main">
              <a:ext uri="{FF2B5EF4-FFF2-40B4-BE49-F238E27FC236}">
                <a16:creationId xmlns:a16="http://schemas.microsoft.com/office/drawing/2014/main" id="{860F5359-2A92-4EA0-8D24-5A8788BF9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14387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67B61"/>
                </a:solidFill>
              </a:defRPr>
            </a:pPr>
            <a:r>
              <a:rPr sz="825" b="0" i="0">
                <a:solidFill>
                  <a:srgbClr val="667B61"/>
                </a:solidFill>
              </a:rPr>
              <a:t>6.</a:t>
            </a:r>
          </a:p>
        </p:txBody>
      </p:sp>
      <p:sp>
        <p:nvSpPr>
          <p:cNvPr id="4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8F7B48A7-5689-4883-9936-C98BBA712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8343900"/>
            <a:ext cx="2238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text-7.">
            <a:extLst xmlns:a="http://schemas.openxmlformats.org/drawingml/2006/main">
              <a:ext uri="{FF2B5EF4-FFF2-40B4-BE49-F238E27FC236}">
                <a16:creationId xmlns:a16="http://schemas.microsoft.com/office/drawing/2014/main" id="{8E5C00A7-D6B3-4895-A505-025C497ED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4391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67B61"/>
                </a:solidFill>
              </a:defRPr>
            </a:pPr>
            <a:r>
              <a:rPr sz="825" b="0" i="0">
                <a:solidFill>
                  <a:srgbClr val="667B61"/>
                </a:solidFill>
              </a:rPr>
              <a:t>7.</a:t>
            </a:r>
          </a:p>
        </p:txBody>
      </p:sp>
      <p:sp>
        <p:nvSpPr>
          <p:cNvPr id="4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D4523F2F-B243-426C-A469-6EEA1CBE0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8639175"/>
            <a:ext cx="2238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text-8.">
            <a:extLst xmlns:a="http://schemas.openxmlformats.org/drawingml/2006/main">
              <a:ext uri="{FF2B5EF4-FFF2-40B4-BE49-F238E27FC236}">
                <a16:creationId xmlns:a16="http://schemas.microsoft.com/office/drawing/2014/main" id="{B33DC6BD-A001-45B4-BD00-4C930EEEB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73442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67B61"/>
                </a:solidFill>
              </a:defRPr>
            </a:pPr>
            <a:r>
              <a:rPr sz="825" b="0" i="0">
                <a:solidFill>
                  <a:srgbClr val="667B61"/>
                </a:solidFill>
              </a:rPr>
              <a:t>8.</a:t>
            </a:r>
          </a:p>
        </p:txBody>
      </p:sp>
      <p:sp>
        <p:nvSpPr>
          <p:cNvPr id="4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1C73AF59-BFEF-4F0A-AD27-192A89DFF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8934450"/>
            <a:ext cx="2238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text-9.">
            <a:extLst xmlns:a="http://schemas.openxmlformats.org/drawingml/2006/main">
              <a:ext uri="{FF2B5EF4-FFF2-40B4-BE49-F238E27FC236}">
                <a16:creationId xmlns:a16="http://schemas.microsoft.com/office/drawing/2014/main" id="{6B4482EB-7A87-49E3-9FB8-C0F7AF641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90297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67B61"/>
                </a:solidFill>
              </a:defRPr>
            </a:pPr>
            <a:r>
              <a:rPr sz="825" b="0" i="0">
                <a:solidFill>
                  <a:srgbClr val="667B61"/>
                </a:solidFill>
              </a:rPr>
              <a:t>9.</a:t>
            </a:r>
          </a:p>
        </p:txBody>
      </p:sp>
      <p:sp>
        <p:nvSpPr>
          <p:cNvPr id="4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E186D496-C230-44EC-A2ED-32665AA1F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9229725"/>
            <a:ext cx="2238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text-10.">
            <a:extLst xmlns:a="http://schemas.openxmlformats.org/drawingml/2006/main">
              <a:ext uri="{FF2B5EF4-FFF2-40B4-BE49-F238E27FC236}">
                <a16:creationId xmlns:a16="http://schemas.microsoft.com/office/drawing/2014/main" id="{4DFCF244-F5F3-4FFD-A5FA-14BAE3A13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932497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67B61"/>
                </a:solidFill>
              </a:defRPr>
            </a:pPr>
            <a:r>
              <a:rPr sz="825" b="0" i="0">
                <a:solidFill>
                  <a:srgbClr val="667B61"/>
                </a:solidFill>
              </a:rPr>
              <a:t>10.</a:t>
            </a:r>
          </a:p>
        </p:txBody>
      </p:sp>
      <p:sp>
        <p:nvSpPr>
          <p:cNvPr id="4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664EA8DC-C751-4964-8954-62175E5A1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9525000"/>
            <a:ext cx="2238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text-NOTES">
            <a:extLst xmlns:a="http://schemas.openxmlformats.org/drawingml/2006/main">
              <a:ext uri="{FF2B5EF4-FFF2-40B4-BE49-F238E27FC236}">
                <a16:creationId xmlns:a16="http://schemas.microsoft.com/office/drawing/2014/main" id="{391A473C-16F2-4585-AFA7-D32EEBA91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61912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B61"/>
                </a:solidFill>
              </a:defRPr>
            </a:pPr>
            <a:r>
              <a:rPr sz="1125" b="0" i="0">
                <a:solidFill>
                  <a:srgbClr val="667B61"/>
                </a:solidFill>
              </a:rPr>
              <a:t>NOTES</a:t>
            </a:r>
          </a:p>
        </p:txBody>
      </p:sp>
      <p:sp>
        <p:nvSpPr>
          <p:cNvPr id="5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08F73EA3-CE8A-4BBF-8B88-31B9023E1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6667500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F3C35428-8856-4805-B683-345CD3276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69627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D929E1A1-5D30-4F81-A21F-D5D536A19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7258050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5FB49284-CDD5-4818-AFB2-8A7A15B16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755332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D3FB4CCD-5665-464E-9322-E80519A7E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7848600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76BE9555-7DA9-4B01-9856-612BB20E1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81438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900E686D-E03A-479F-B9B7-A8DD763B9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8439150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041E4646-355F-4E6E-8C3D-9AA195281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873442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A9FDDE38-5D0F-436B-B281-3782ECA65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9029700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56196E4C-1C8D-4182-BEDB-435953BC6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93249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677647406"/>
      </p:ext>
    </p:extLst>
  </p:cSld>
</p:sld>
</file>

<file path=ppt/slides/slide62.xml><?xml version="1.0" encoding="utf-8"?>
<p:sld xmlns:p="http://schemas.openxmlformats.org/presentationml/2006/main">
  <p:cSld>
    <p:bg>
      <p:bgPr>
        <a:solidFill xmlns:a="http://schemas.openxmlformats.org/drawingml/2006/main">
          <a:srgbClr val="FC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dcf34c65254ac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7562850" cy="10696575"/>
          </a:xfrm>
          <a:prstGeom xmlns:a="http://schemas.openxmlformats.org/drawingml/2006/main" prst="rect">
            <a:avLst/>
          </a:prstGeom>
        </p:spPr>
      </p:pic>
      <p:sp>
        <p:nvSpPr>
          <p:cNvPr id="2" name="soft-romantic-panel">
            <a:extLst xmlns:a="http://schemas.openxmlformats.org/drawingml/2006/main">
              <a:ext uri="{FF2B5EF4-FFF2-40B4-BE49-F238E27FC236}">
                <a16:creationId xmlns:a16="http://schemas.microsoft.com/office/drawing/2014/main" id="{2F66A1D4-7B4F-40B7-A2BD-56D7D7891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"/>
            <a:ext cx="6000750" cy="9429750"/>
          </a:xfrm>
          <a:prstGeom xmlns:a="http://schemas.openxmlformats.org/drawingml/2006/main" prst="roundRect">
            <a:avLst>
              <a:gd name="adj" fmla="val 1270"/>
            </a:avLst>
          </a:prstGeom>
          <a:solidFill xmlns:a="http://schemas.openxmlformats.org/drawingml/2006/main">
            <a:srgbClr val="FCF7F3"/>
          </a:solidFill>
          <a:ln xmlns:a="http://schemas.openxmlformats.org/drawingml/2006/main" w="9525">
            <a:solidFill>
              <a:srgbClr val="C79B46"/>
            </a:solidFill>
            <a:prstDash val="solid"/>
          </a:ln>
        </p:spPr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A3F68FB1-C0F7-4A2A-B084-6803BD1AF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42950"/>
            <a:ext cx="5562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75" b="0" i="1">
                <a:solidFill>
                  <a:srgbClr val="52654E"/>
                </a:solidFill>
              </a:defRPr>
            </a:pPr>
            <a:r>
              <a:rPr sz="2475" b="0" i="1">
                <a:solidFill>
                  <a:srgbClr val="52654E"/>
                </a:solidFill>
              </a:rPr>
              <a:t>Seating Plan</a:t>
            </a:r>
          </a:p>
        </p:txBody>
      </p:sp>
      <p:sp>
        <p:nvSpPr>
          <p:cNvPr id="4" name="page-subtitle">
            <a:extLst xmlns:a="http://schemas.openxmlformats.org/drawingml/2006/main">
              <a:ext uri="{FF2B5EF4-FFF2-40B4-BE49-F238E27FC236}">
                <a16:creationId xmlns:a16="http://schemas.microsoft.com/office/drawing/2014/main" id="{09A2B032-E9FA-48C9-8E73-E80B9D43D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219200"/>
            <a:ext cx="461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C79B46"/>
                </a:solidFill>
              </a:defRPr>
            </a:pPr>
            <a:r>
              <a:rPr sz="975" b="0" i="0">
                <a:solidFill>
                  <a:srgbClr val="C79B46"/>
                </a:solidFill>
              </a:rPr>
              <a:t>TABLE 2</a:t>
            </a:r>
          </a:p>
        </p:txBody>
      </p:sp>
      <p:sp>
        <p:nvSpPr>
          <p:cNvPr id="5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7A580B7B-8889-4810-9932-34502A502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581150"/>
            <a:ext cx="85725" cy="857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C79B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5B1F256-A5BB-4BA8-8CFF-C8B87146A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966787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C79B46"/>
                </a:solidFill>
              </a:defRPr>
            </a:pPr>
            <a:r>
              <a:rPr sz="750" b="0" i="0">
                <a:solidFill>
                  <a:srgbClr val="C79B46"/>
                </a:solidFill>
              </a:rPr>
              <a:t>062</a:t>
            </a:r>
          </a:p>
        </p:txBody>
      </p:sp>
      <p:sp>
        <p:nvSpPr>
          <p:cNvPr id="7" name="editable-table-shape">
            <a:extLst xmlns:a="http://schemas.openxmlformats.org/drawingml/2006/main">
              <a:ext uri="{FF2B5EF4-FFF2-40B4-BE49-F238E27FC236}">
                <a16:creationId xmlns:a16="http://schemas.microsoft.com/office/drawing/2014/main" id="{6D938116-772A-4F1C-B1E7-1BABDE975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2190750"/>
            <a:ext cx="2514600" cy="25146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79B46"/>
            </a:solidFill>
            <a:prstDash val="solid"/>
          </a:ln>
        </p:spPr>
      </p:sp>
      <p:sp>
        <p:nvSpPr>
          <p:cNvPr id="8" name="text-TABLE 2">
            <a:extLst xmlns:a="http://schemas.openxmlformats.org/drawingml/2006/main">
              <a:ext uri="{FF2B5EF4-FFF2-40B4-BE49-F238E27FC236}">
                <a16:creationId xmlns:a16="http://schemas.microsoft.com/office/drawing/2014/main" id="{9661136A-39C6-4666-BE43-70D132938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143250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667B61"/>
                </a:solidFill>
              </a:defRPr>
            </a:pPr>
            <a:r>
              <a:rPr sz="1500" b="0" i="0">
                <a:solidFill>
                  <a:srgbClr val="667B61"/>
                </a:solidFill>
              </a:rPr>
              <a:t>TABLE 2</a:t>
            </a:r>
          </a:p>
        </p:txBody>
      </p:sp>
      <p:sp>
        <p:nvSpPr>
          <p:cNvPr id="9" name="guest-seat">
            <a:extLst xmlns:a="http://schemas.openxmlformats.org/drawingml/2006/main">
              <a:ext uri="{FF2B5EF4-FFF2-40B4-BE49-F238E27FC236}">
                <a16:creationId xmlns:a16="http://schemas.microsoft.com/office/drawing/2014/main" id="{81DA5390-BC8C-4EB1-B8C7-0D736D8FA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428750"/>
            <a:ext cx="628650" cy="4191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0" name="text-1">
            <a:extLst xmlns:a="http://schemas.openxmlformats.org/drawingml/2006/main">
              <a:ext uri="{FF2B5EF4-FFF2-40B4-BE49-F238E27FC236}">
                <a16:creationId xmlns:a16="http://schemas.microsoft.com/office/drawing/2014/main" id="{67ACBBF7-ACCF-461A-B1A1-C31ABA0CA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1514475"/>
            <a:ext cx="34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667B61"/>
                </a:solidFill>
              </a:defRPr>
            </a:pPr>
            <a:r>
              <a:rPr sz="825" b="0" i="0">
                <a:solidFill>
                  <a:srgbClr val="667B61"/>
                </a:solidFill>
              </a:rPr>
              <a:t>1</a:t>
            </a:r>
          </a:p>
        </p:txBody>
      </p:sp>
      <p:sp>
        <p:nvSpPr>
          <p:cNvPr id="11" name="guest-seat">
            <a:extLst xmlns:a="http://schemas.openxmlformats.org/drawingml/2006/main">
              <a:ext uri="{FF2B5EF4-FFF2-40B4-BE49-F238E27FC236}">
                <a16:creationId xmlns:a16="http://schemas.microsoft.com/office/drawing/2014/main" id="{E8FA9740-D84A-4F40-ABB9-877AEC119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0844" y="1774381"/>
            <a:ext cx="628650" cy="4191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2" name="text-2">
            <a:extLst xmlns:a="http://schemas.openxmlformats.org/drawingml/2006/main">
              <a:ext uri="{FF2B5EF4-FFF2-40B4-BE49-F238E27FC236}">
                <a16:creationId xmlns:a16="http://schemas.microsoft.com/office/drawing/2014/main" id="{7812C693-2013-41D3-96E9-EABC3E569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3719" y="1860106"/>
            <a:ext cx="34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667B61"/>
                </a:solidFill>
              </a:defRPr>
            </a:pPr>
            <a:r>
              <a:rPr sz="825" b="0" i="0">
                <a:solidFill>
                  <a:srgbClr val="667B61"/>
                </a:solidFill>
              </a:rPr>
              <a:t>2</a:t>
            </a:r>
          </a:p>
        </p:txBody>
      </p:sp>
      <p:sp>
        <p:nvSpPr>
          <p:cNvPr id="13" name="guest-seat">
            <a:extLst xmlns:a="http://schemas.openxmlformats.org/drawingml/2006/main">
              <a:ext uri="{FF2B5EF4-FFF2-40B4-BE49-F238E27FC236}">
                <a16:creationId xmlns:a16="http://schemas.microsoft.com/office/drawing/2014/main" id="{4553F2BA-20AA-4086-BE8B-33997360B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8275" y="2679256"/>
            <a:ext cx="628650" cy="4191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4" name="text-3">
            <a:extLst xmlns:a="http://schemas.openxmlformats.org/drawingml/2006/main">
              <a:ext uri="{FF2B5EF4-FFF2-40B4-BE49-F238E27FC236}">
                <a16:creationId xmlns:a16="http://schemas.microsoft.com/office/drawing/2014/main" id="{513CD3F4-BE0B-46CF-987E-E6CDEC89C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1150" y="2764981"/>
            <a:ext cx="34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667B61"/>
                </a:solidFill>
              </a:defRPr>
            </a:pPr>
            <a:r>
              <a:rPr sz="825" b="0" i="0">
                <a:solidFill>
                  <a:srgbClr val="667B61"/>
                </a:solidFill>
              </a:rPr>
              <a:t>3</a:t>
            </a:r>
          </a:p>
        </p:txBody>
      </p:sp>
      <p:sp>
        <p:nvSpPr>
          <p:cNvPr id="15" name="guest-seat">
            <a:extLst xmlns:a="http://schemas.openxmlformats.org/drawingml/2006/main">
              <a:ext uri="{FF2B5EF4-FFF2-40B4-BE49-F238E27FC236}">
                <a16:creationId xmlns:a16="http://schemas.microsoft.com/office/drawing/2014/main" id="{1631E8AF-8854-45DF-B490-067C94B5D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8275" y="3797744"/>
            <a:ext cx="628650" cy="4191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6" name="text-4">
            <a:extLst xmlns:a="http://schemas.openxmlformats.org/drawingml/2006/main">
              <a:ext uri="{FF2B5EF4-FFF2-40B4-BE49-F238E27FC236}">
                <a16:creationId xmlns:a16="http://schemas.microsoft.com/office/drawing/2014/main" id="{EDC9D152-1D9C-4EA7-848F-59BFB1EE6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1150" y="3883469"/>
            <a:ext cx="34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667B61"/>
                </a:solidFill>
              </a:defRPr>
            </a:pPr>
            <a:r>
              <a:rPr sz="825" b="0" i="0">
                <a:solidFill>
                  <a:srgbClr val="667B61"/>
                </a:solidFill>
              </a:rPr>
              <a:t>4</a:t>
            </a:r>
          </a:p>
        </p:txBody>
      </p:sp>
      <p:sp>
        <p:nvSpPr>
          <p:cNvPr id="17" name="guest-seat">
            <a:extLst xmlns:a="http://schemas.openxmlformats.org/drawingml/2006/main">
              <a:ext uri="{FF2B5EF4-FFF2-40B4-BE49-F238E27FC236}">
                <a16:creationId xmlns:a16="http://schemas.microsoft.com/office/drawing/2014/main" id="{41BEBC4E-524D-40DE-A22B-EDAE2C623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0844" y="4702619"/>
            <a:ext cx="628650" cy="4191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8" name="text-5">
            <a:extLst xmlns:a="http://schemas.openxmlformats.org/drawingml/2006/main">
              <a:ext uri="{FF2B5EF4-FFF2-40B4-BE49-F238E27FC236}">
                <a16:creationId xmlns:a16="http://schemas.microsoft.com/office/drawing/2014/main" id="{6D7E2112-AE9A-4E76-9593-7502F348E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3719" y="4788344"/>
            <a:ext cx="34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667B61"/>
                </a:solidFill>
              </a:defRPr>
            </a:pPr>
            <a:r>
              <a:rPr sz="825" b="0" i="0">
                <a:solidFill>
                  <a:srgbClr val="667B61"/>
                </a:solidFill>
              </a:rPr>
              <a:t>5</a:t>
            </a:r>
          </a:p>
        </p:txBody>
      </p:sp>
      <p:sp>
        <p:nvSpPr>
          <p:cNvPr id="19" name="guest-seat">
            <a:extLst xmlns:a="http://schemas.openxmlformats.org/drawingml/2006/main">
              <a:ext uri="{FF2B5EF4-FFF2-40B4-BE49-F238E27FC236}">
                <a16:creationId xmlns:a16="http://schemas.microsoft.com/office/drawing/2014/main" id="{C55E6C66-0413-4222-B77D-01E280CEE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5048250"/>
            <a:ext cx="628650" cy="4191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20" name="text-6">
            <a:extLst xmlns:a="http://schemas.openxmlformats.org/drawingml/2006/main">
              <a:ext uri="{FF2B5EF4-FFF2-40B4-BE49-F238E27FC236}">
                <a16:creationId xmlns:a16="http://schemas.microsoft.com/office/drawing/2014/main" id="{C0AB8B8B-276C-4647-B9B2-EE3661283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5133975"/>
            <a:ext cx="34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667B61"/>
                </a:solidFill>
              </a:defRPr>
            </a:pPr>
            <a:r>
              <a:rPr sz="825" b="0" i="0">
                <a:solidFill>
                  <a:srgbClr val="667B61"/>
                </a:solidFill>
              </a:rPr>
              <a:t>6</a:t>
            </a:r>
          </a:p>
        </p:txBody>
      </p:sp>
      <p:sp>
        <p:nvSpPr>
          <p:cNvPr id="21" name="guest-seat">
            <a:extLst xmlns:a="http://schemas.openxmlformats.org/drawingml/2006/main">
              <a:ext uri="{FF2B5EF4-FFF2-40B4-BE49-F238E27FC236}">
                <a16:creationId xmlns:a16="http://schemas.microsoft.com/office/drawing/2014/main" id="{95CE7BC1-4859-4619-9CBC-3FB13C8A8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3356" y="4702619"/>
            <a:ext cx="628650" cy="4191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22" name="text-7">
            <a:extLst xmlns:a="http://schemas.openxmlformats.org/drawingml/2006/main">
              <a:ext uri="{FF2B5EF4-FFF2-40B4-BE49-F238E27FC236}">
                <a16:creationId xmlns:a16="http://schemas.microsoft.com/office/drawing/2014/main" id="{263A6327-3CDB-45E1-96F7-A9F0B58C7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6231" y="4788344"/>
            <a:ext cx="34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667B61"/>
                </a:solidFill>
              </a:defRPr>
            </a:pPr>
            <a:r>
              <a:rPr sz="825" b="0" i="0">
                <a:solidFill>
                  <a:srgbClr val="667B61"/>
                </a:solidFill>
              </a:rPr>
              <a:t>7</a:t>
            </a:r>
          </a:p>
        </p:txBody>
      </p:sp>
      <p:sp>
        <p:nvSpPr>
          <p:cNvPr id="23" name="guest-seat">
            <a:extLst xmlns:a="http://schemas.openxmlformats.org/drawingml/2006/main">
              <a:ext uri="{FF2B5EF4-FFF2-40B4-BE49-F238E27FC236}">
                <a16:creationId xmlns:a16="http://schemas.microsoft.com/office/drawing/2014/main" id="{D516AF1E-24AB-4045-AB04-83F870C49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5925" y="3797744"/>
            <a:ext cx="628650" cy="4191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24" name="text-8">
            <a:extLst xmlns:a="http://schemas.openxmlformats.org/drawingml/2006/main">
              <a:ext uri="{FF2B5EF4-FFF2-40B4-BE49-F238E27FC236}">
                <a16:creationId xmlns:a16="http://schemas.microsoft.com/office/drawing/2014/main" id="{B36C472C-8621-4A55-9EA5-B9DC717DE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8800" y="3883469"/>
            <a:ext cx="34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667B61"/>
                </a:solidFill>
              </a:defRPr>
            </a:pPr>
            <a:r>
              <a:rPr sz="825" b="0" i="0">
                <a:solidFill>
                  <a:srgbClr val="667B61"/>
                </a:solidFill>
              </a:rPr>
              <a:t>8</a:t>
            </a:r>
          </a:p>
        </p:txBody>
      </p:sp>
      <p:sp>
        <p:nvSpPr>
          <p:cNvPr id="25" name="guest-seat">
            <a:extLst xmlns:a="http://schemas.openxmlformats.org/drawingml/2006/main">
              <a:ext uri="{FF2B5EF4-FFF2-40B4-BE49-F238E27FC236}">
                <a16:creationId xmlns:a16="http://schemas.microsoft.com/office/drawing/2014/main" id="{7A180EE3-C8BE-436A-A566-8AB31E6B6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5925" y="2679256"/>
            <a:ext cx="628650" cy="4191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26" name="text-9">
            <a:extLst xmlns:a="http://schemas.openxmlformats.org/drawingml/2006/main">
              <a:ext uri="{FF2B5EF4-FFF2-40B4-BE49-F238E27FC236}">
                <a16:creationId xmlns:a16="http://schemas.microsoft.com/office/drawing/2014/main" id="{AFA29502-90A5-4493-B3AB-8DA6621FB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8800" y="2764981"/>
            <a:ext cx="34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667B61"/>
                </a:solidFill>
              </a:defRPr>
            </a:pPr>
            <a:r>
              <a:rPr sz="825" b="0" i="0">
                <a:solidFill>
                  <a:srgbClr val="667B61"/>
                </a:solidFill>
              </a:rPr>
              <a:t>9</a:t>
            </a:r>
          </a:p>
        </p:txBody>
      </p:sp>
      <p:sp>
        <p:nvSpPr>
          <p:cNvPr id="27" name="guest-seat">
            <a:extLst xmlns:a="http://schemas.openxmlformats.org/drawingml/2006/main">
              <a:ext uri="{FF2B5EF4-FFF2-40B4-BE49-F238E27FC236}">
                <a16:creationId xmlns:a16="http://schemas.microsoft.com/office/drawing/2014/main" id="{DFBA82BD-5B08-4AB8-903D-A78DA547E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3356" y="1774381"/>
            <a:ext cx="628650" cy="4191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28" name="text-10">
            <a:extLst xmlns:a="http://schemas.openxmlformats.org/drawingml/2006/main">
              <a:ext uri="{FF2B5EF4-FFF2-40B4-BE49-F238E27FC236}">
                <a16:creationId xmlns:a16="http://schemas.microsoft.com/office/drawing/2014/main" id="{F66D4902-AC19-4FAE-A769-4A1D2317D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6231" y="1860106"/>
            <a:ext cx="34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667B61"/>
                </a:solidFill>
              </a:defRPr>
            </a:pPr>
            <a:r>
              <a:rPr sz="825" b="0" i="0">
                <a:solidFill>
                  <a:srgbClr val="667B61"/>
                </a:solidFill>
              </a:rPr>
              <a:t>10</a:t>
            </a:r>
          </a:p>
        </p:txBody>
      </p:sp>
      <p:sp>
        <p:nvSpPr>
          <p:cNvPr id="29" name="text-GUEST NAMES">
            <a:extLst xmlns:a="http://schemas.openxmlformats.org/drawingml/2006/main">
              <a:ext uri="{FF2B5EF4-FFF2-40B4-BE49-F238E27FC236}">
                <a16:creationId xmlns:a16="http://schemas.microsoft.com/office/drawing/2014/main" id="{18DE7FA0-9F55-40D9-9B2B-560FB35CF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1912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B61"/>
                </a:solidFill>
              </a:defRPr>
            </a:pPr>
            <a:r>
              <a:rPr sz="1125" b="0" i="0">
                <a:solidFill>
                  <a:srgbClr val="667B61"/>
                </a:solidFill>
              </a:rPr>
              <a:t>GUEST NAMES</a:t>
            </a:r>
          </a:p>
        </p:txBody>
      </p:sp>
      <p:sp>
        <p:nvSpPr>
          <p:cNvPr id="30" name="text-1.">
            <a:extLst xmlns:a="http://schemas.openxmlformats.org/drawingml/2006/main">
              <a:ext uri="{FF2B5EF4-FFF2-40B4-BE49-F238E27FC236}">
                <a16:creationId xmlns:a16="http://schemas.microsoft.com/office/drawing/2014/main" id="{9193F293-39B6-41E2-BDBA-7F781FE85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6675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67B61"/>
                </a:solidFill>
              </a:defRPr>
            </a:pPr>
            <a:r>
              <a:rPr sz="825" b="0" i="0">
                <a:solidFill>
                  <a:srgbClr val="667B61"/>
                </a:solidFill>
              </a:rPr>
              <a:t>1.</a:t>
            </a:r>
          </a:p>
        </p:txBody>
      </p:sp>
      <p:sp>
        <p:nvSpPr>
          <p:cNvPr id="3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9E78A321-7576-4ABF-A951-44DA06EB9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867525"/>
            <a:ext cx="2238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text-2.">
            <a:extLst xmlns:a="http://schemas.openxmlformats.org/drawingml/2006/main">
              <a:ext uri="{FF2B5EF4-FFF2-40B4-BE49-F238E27FC236}">
                <a16:creationId xmlns:a16="http://schemas.microsoft.com/office/drawing/2014/main" id="{5F8A3EE5-2197-4AA6-9420-1EFE132E0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96277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67B61"/>
                </a:solidFill>
              </a:defRPr>
            </a:pPr>
            <a:r>
              <a:rPr sz="825" b="0" i="0">
                <a:solidFill>
                  <a:srgbClr val="667B61"/>
                </a:solidFill>
              </a:rPr>
              <a:t>2.</a:t>
            </a:r>
          </a:p>
        </p:txBody>
      </p:sp>
      <p:sp>
        <p:nvSpPr>
          <p:cNvPr id="3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218535B4-D25E-4FC9-AFE2-D8C5EA223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7162800"/>
            <a:ext cx="2238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text-3.">
            <a:extLst xmlns:a="http://schemas.openxmlformats.org/drawingml/2006/main">
              <a:ext uri="{FF2B5EF4-FFF2-40B4-BE49-F238E27FC236}">
                <a16:creationId xmlns:a16="http://schemas.microsoft.com/office/drawing/2014/main" id="{C205C5A5-FDD8-46F8-B0FF-57D7C4326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2580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67B61"/>
                </a:solidFill>
              </a:defRPr>
            </a:pPr>
            <a:r>
              <a:rPr sz="825" b="0" i="0">
                <a:solidFill>
                  <a:srgbClr val="667B61"/>
                </a:solidFill>
              </a:rPr>
              <a:t>3.</a:t>
            </a:r>
          </a:p>
        </p:txBody>
      </p:sp>
      <p:sp>
        <p:nvSpPr>
          <p:cNvPr id="3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6C765292-7D77-4F4D-82C8-BB79B7966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7458075"/>
            <a:ext cx="2238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text-4.">
            <a:extLst xmlns:a="http://schemas.openxmlformats.org/drawingml/2006/main">
              <a:ext uri="{FF2B5EF4-FFF2-40B4-BE49-F238E27FC236}">
                <a16:creationId xmlns:a16="http://schemas.microsoft.com/office/drawing/2014/main" id="{A6B5B30E-E9AF-4DB3-B540-5595AE17E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55332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67B61"/>
                </a:solidFill>
              </a:defRPr>
            </a:pPr>
            <a:r>
              <a:rPr sz="825" b="0" i="0">
                <a:solidFill>
                  <a:srgbClr val="667B61"/>
                </a:solidFill>
              </a:rPr>
              <a:t>4.</a:t>
            </a:r>
          </a:p>
        </p:txBody>
      </p:sp>
      <p:sp>
        <p:nvSpPr>
          <p:cNvPr id="3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70D53CDE-778D-4511-B822-99E1A7C48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7753350"/>
            <a:ext cx="2238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text-5.">
            <a:extLst xmlns:a="http://schemas.openxmlformats.org/drawingml/2006/main">
              <a:ext uri="{FF2B5EF4-FFF2-40B4-BE49-F238E27FC236}">
                <a16:creationId xmlns:a16="http://schemas.microsoft.com/office/drawing/2014/main" id="{A4A85124-67DF-4F8C-9728-D9D56B1B7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8486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67B61"/>
                </a:solidFill>
              </a:defRPr>
            </a:pPr>
            <a:r>
              <a:rPr sz="825" b="0" i="0">
                <a:solidFill>
                  <a:srgbClr val="667B61"/>
                </a:solidFill>
              </a:rPr>
              <a:t>5.</a:t>
            </a:r>
          </a:p>
        </p:txBody>
      </p:sp>
      <p:sp>
        <p:nvSpPr>
          <p:cNvPr id="3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A24FA7DA-34CE-49E2-8ABA-66AF1DA3C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8048625"/>
            <a:ext cx="2238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text-6.">
            <a:extLst xmlns:a="http://schemas.openxmlformats.org/drawingml/2006/main">
              <a:ext uri="{FF2B5EF4-FFF2-40B4-BE49-F238E27FC236}">
                <a16:creationId xmlns:a16="http://schemas.microsoft.com/office/drawing/2014/main" id="{001EDDDD-018D-4FB9-993C-28E6D8267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14387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67B61"/>
                </a:solidFill>
              </a:defRPr>
            </a:pPr>
            <a:r>
              <a:rPr sz="825" b="0" i="0">
                <a:solidFill>
                  <a:srgbClr val="667B61"/>
                </a:solidFill>
              </a:rPr>
              <a:t>6.</a:t>
            </a:r>
          </a:p>
        </p:txBody>
      </p:sp>
      <p:sp>
        <p:nvSpPr>
          <p:cNvPr id="4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F18D853C-A2E8-4597-8F10-03EBA0651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8343900"/>
            <a:ext cx="2238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text-7.">
            <a:extLst xmlns:a="http://schemas.openxmlformats.org/drawingml/2006/main">
              <a:ext uri="{FF2B5EF4-FFF2-40B4-BE49-F238E27FC236}">
                <a16:creationId xmlns:a16="http://schemas.microsoft.com/office/drawing/2014/main" id="{714F7BAA-CD28-47C3-A07E-219E339C1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4391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67B61"/>
                </a:solidFill>
              </a:defRPr>
            </a:pPr>
            <a:r>
              <a:rPr sz="825" b="0" i="0">
                <a:solidFill>
                  <a:srgbClr val="667B61"/>
                </a:solidFill>
              </a:rPr>
              <a:t>7.</a:t>
            </a:r>
          </a:p>
        </p:txBody>
      </p:sp>
      <p:sp>
        <p:nvSpPr>
          <p:cNvPr id="4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80E2649F-CF3B-42E2-951D-99E971F74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8639175"/>
            <a:ext cx="2238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text-8.">
            <a:extLst xmlns:a="http://schemas.openxmlformats.org/drawingml/2006/main">
              <a:ext uri="{FF2B5EF4-FFF2-40B4-BE49-F238E27FC236}">
                <a16:creationId xmlns:a16="http://schemas.microsoft.com/office/drawing/2014/main" id="{889A7D2F-04FD-4AC8-9F14-9711E7FE2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73442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67B61"/>
                </a:solidFill>
              </a:defRPr>
            </a:pPr>
            <a:r>
              <a:rPr sz="825" b="0" i="0">
                <a:solidFill>
                  <a:srgbClr val="667B61"/>
                </a:solidFill>
              </a:rPr>
              <a:t>8.</a:t>
            </a:r>
          </a:p>
        </p:txBody>
      </p:sp>
      <p:sp>
        <p:nvSpPr>
          <p:cNvPr id="4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4C043AC5-E273-4C71-8A30-DA925151C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8934450"/>
            <a:ext cx="2238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text-9.">
            <a:extLst xmlns:a="http://schemas.openxmlformats.org/drawingml/2006/main">
              <a:ext uri="{FF2B5EF4-FFF2-40B4-BE49-F238E27FC236}">
                <a16:creationId xmlns:a16="http://schemas.microsoft.com/office/drawing/2014/main" id="{F961ADD0-22D9-4E60-ADB7-84FB40154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90297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67B61"/>
                </a:solidFill>
              </a:defRPr>
            </a:pPr>
            <a:r>
              <a:rPr sz="825" b="0" i="0">
                <a:solidFill>
                  <a:srgbClr val="667B61"/>
                </a:solidFill>
              </a:rPr>
              <a:t>9.</a:t>
            </a:r>
          </a:p>
        </p:txBody>
      </p:sp>
      <p:sp>
        <p:nvSpPr>
          <p:cNvPr id="4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FDACC11F-ADF9-40C0-94CB-1A2534839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9229725"/>
            <a:ext cx="2238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text-10.">
            <a:extLst xmlns:a="http://schemas.openxmlformats.org/drawingml/2006/main">
              <a:ext uri="{FF2B5EF4-FFF2-40B4-BE49-F238E27FC236}">
                <a16:creationId xmlns:a16="http://schemas.microsoft.com/office/drawing/2014/main" id="{DF00ED19-F21F-4568-9453-8C0B483C5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932497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67B61"/>
                </a:solidFill>
              </a:defRPr>
            </a:pPr>
            <a:r>
              <a:rPr sz="825" b="0" i="0">
                <a:solidFill>
                  <a:srgbClr val="667B61"/>
                </a:solidFill>
              </a:rPr>
              <a:t>10.</a:t>
            </a:r>
          </a:p>
        </p:txBody>
      </p:sp>
      <p:sp>
        <p:nvSpPr>
          <p:cNvPr id="4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1DA1C23E-AD99-4E34-9AE1-1F57266FF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9525000"/>
            <a:ext cx="2238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text-NOTES">
            <a:extLst xmlns:a="http://schemas.openxmlformats.org/drawingml/2006/main">
              <a:ext uri="{FF2B5EF4-FFF2-40B4-BE49-F238E27FC236}">
                <a16:creationId xmlns:a16="http://schemas.microsoft.com/office/drawing/2014/main" id="{A2888805-734E-425D-A8AB-857D35ABA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61912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B61"/>
                </a:solidFill>
              </a:defRPr>
            </a:pPr>
            <a:r>
              <a:rPr sz="1125" b="0" i="0">
                <a:solidFill>
                  <a:srgbClr val="667B61"/>
                </a:solidFill>
              </a:rPr>
              <a:t>NOTES</a:t>
            </a:r>
          </a:p>
        </p:txBody>
      </p:sp>
      <p:sp>
        <p:nvSpPr>
          <p:cNvPr id="5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BE7B7738-1D91-44D2-A7A4-A1D6DCDA8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6667500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2FBF973A-8C06-4F16-9EC3-8674AA6BC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69627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5C002ABA-377E-47DA-9AD9-931B2EA34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7258050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43D33B05-0D67-4B40-B63A-E69784B3D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755332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6271E98B-406A-492E-9270-F180395F6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7848600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8B786024-0145-4CC1-8DCD-5AF541F24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81438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538D8C94-6221-469A-9D11-AF57536B4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8439150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1AD74335-1B25-41C9-9183-BA25DEC3F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873442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0513DBC0-912D-4DAD-948B-F164CE65C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9029700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5B0A28CC-39F0-4231-BEBA-C91E1212E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93249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3587983"/>
      </p:ext>
    </p:extLst>
  </p:cSld>
</p:sld>
</file>

<file path=ppt/slides/slide63.xml><?xml version="1.0" encoding="utf-8"?>
<p:sld xmlns:p="http://schemas.openxmlformats.org/presentationml/2006/main">
  <p:cSld>
    <p:bg>
      <p:bgPr>
        <a:solidFill xmlns:a="http://schemas.openxmlformats.org/drawingml/2006/main">
          <a:srgbClr val="FC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75ca9e38374d8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7562850" cy="10696575"/>
          </a:xfrm>
          <a:prstGeom xmlns:a="http://schemas.openxmlformats.org/drawingml/2006/main" prst="rect">
            <a:avLst/>
          </a:prstGeom>
        </p:spPr>
      </p:pic>
      <p:sp>
        <p:nvSpPr>
          <p:cNvPr id="2" name="soft-romantic-panel">
            <a:extLst xmlns:a="http://schemas.openxmlformats.org/drawingml/2006/main">
              <a:ext uri="{FF2B5EF4-FFF2-40B4-BE49-F238E27FC236}">
                <a16:creationId xmlns:a16="http://schemas.microsoft.com/office/drawing/2014/main" id="{059AFF86-6BDD-4DF6-86DD-D142A8083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"/>
            <a:ext cx="6000750" cy="9429750"/>
          </a:xfrm>
          <a:prstGeom xmlns:a="http://schemas.openxmlformats.org/drawingml/2006/main" prst="roundRect">
            <a:avLst>
              <a:gd name="adj" fmla="val 1270"/>
            </a:avLst>
          </a:prstGeom>
          <a:solidFill xmlns:a="http://schemas.openxmlformats.org/drawingml/2006/main">
            <a:srgbClr val="FCF7F3"/>
          </a:solidFill>
          <a:ln xmlns:a="http://schemas.openxmlformats.org/drawingml/2006/main" w="9525">
            <a:solidFill>
              <a:srgbClr val="C79B46"/>
            </a:solidFill>
            <a:prstDash val="solid"/>
          </a:ln>
        </p:spPr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EA5AD2A8-7684-4EE8-A905-35DE32963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42950"/>
            <a:ext cx="5562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75" b="0" i="1">
                <a:solidFill>
                  <a:srgbClr val="52654E"/>
                </a:solidFill>
              </a:defRPr>
            </a:pPr>
            <a:r>
              <a:rPr sz="2475" b="0" i="1">
                <a:solidFill>
                  <a:srgbClr val="52654E"/>
                </a:solidFill>
              </a:rPr>
              <a:t>Guest Accommodation</a:t>
            </a:r>
          </a:p>
        </p:txBody>
      </p:sp>
      <p:sp>
        <p:nvSpPr>
          <p:cNvPr id="4" name="page-subtitle">
            <a:extLst xmlns:a="http://schemas.openxmlformats.org/drawingml/2006/main">
              <a:ext uri="{FF2B5EF4-FFF2-40B4-BE49-F238E27FC236}">
                <a16:creationId xmlns:a16="http://schemas.microsoft.com/office/drawing/2014/main" id="{F6FAEC32-0E46-404A-BBA7-3C1509CE8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219200"/>
            <a:ext cx="461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C79B46"/>
                </a:solidFill>
              </a:defRPr>
            </a:pPr>
            <a:r>
              <a:rPr sz="975" b="0" i="0">
                <a:solidFill>
                  <a:srgbClr val="C79B46"/>
                </a:solidFill>
              </a:rPr>
              <a:t>MAKE EVERY STAY STRAIGHTFORWARD</a:t>
            </a:r>
          </a:p>
        </p:txBody>
      </p:sp>
      <p:sp>
        <p:nvSpPr>
          <p:cNvPr id="5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AB891DFC-CB53-4BF0-8BBC-2AFE6CAB4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581150"/>
            <a:ext cx="85725" cy="857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C79B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586FB6A-5D53-43F7-9226-62C3DF2D5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966787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C79B46"/>
                </a:solidFill>
              </a:defRPr>
            </a:pPr>
            <a:r>
              <a:rPr sz="750" b="0" i="0">
                <a:solidFill>
                  <a:srgbClr val="C79B46"/>
                </a:solidFill>
              </a:rPr>
              <a:t>063</a:t>
            </a:r>
          </a:p>
        </p:txBody>
      </p:sp>
      <p:sp>
        <p:nvSpPr>
          <p:cNvPr id="7" name="table-header">
            <a:extLst xmlns:a="http://schemas.openxmlformats.org/drawingml/2006/main">
              <a:ext uri="{FF2B5EF4-FFF2-40B4-BE49-F238E27FC236}">
                <a16:creationId xmlns:a16="http://schemas.microsoft.com/office/drawing/2014/main" id="{B4C1CD47-6D67-4FAC-831F-B7E15474D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57340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8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8FD179CB-69E5-436C-B2FC-5719DDFCE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5734050" cy="6600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7B61"/>
            </a:solidFill>
            <a:prstDash val="solid"/>
          </a:ln>
        </p:spPr>
      </p:sp>
      <p:sp>
        <p:nvSpPr>
          <p:cNvPr id="9" name="table-v">
            <a:extLst xmlns:a="http://schemas.openxmlformats.org/drawingml/2006/main">
              <a:ext uri="{FF2B5EF4-FFF2-40B4-BE49-F238E27FC236}">
                <a16:creationId xmlns:a16="http://schemas.microsoft.com/office/drawing/2014/main" id="{9F303CAC-4B73-461B-A5F7-51EB83D60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1210" y="2000250"/>
            <a:ext cx="6668" cy="6600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able-v">
            <a:extLst xmlns:a="http://schemas.openxmlformats.org/drawingml/2006/main">
              <a:ext uri="{FF2B5EF4-FFF2-40B4-BE49-F238E27FC236}">
                <a16:creationId xmlns:a16="http://schemas.microsoft.com/office/drawing/2014/main" id="{011A3657-8AAD-4545-AA36-73701C9B7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8020" y="2000250"/>
            <a:ext cx="6668" cy="6600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able-v">
            <a:extLst xmlns:a="http://schemas.openxmlformats.org/drawingml/2006/main">
              <a:ext uri="{FF2B5EF4-FFF2-40B4-BE49-F238E27FC236}">
                <a16:creationId xmlns:a16="http://schemas.microsoft.com/office/drawing/2014/main" id="{4B95792C-F1DD-4D92-A2C2-67A3F6BC8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4830" y="2000250"/>
            <a:ext cx="6668" cy="6600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able-v">
            <a:extLst xmlns:a="http://schemas.openxmlformats.org/drawingml/2006/main">
              <a:ext uri="{FF2B5EF4-FFF2-40B4-BE49-F238E27FC236}">
                <a16:creationId xmlns:a16="http://schemas.microsoft.com/office/drawing/2014/main" id="{4FC3A6D5-70D3-4762-B42A-016A7AEF6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1640" y="2000250"/>
            <a:ext cx="6668" cy="6600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able-h">
            <a:extLst xmlns:a="http://schemas.openxmlformats.org/drawingml/2006/main">
              <a:ext uri="{FF2B5EF4-FFF2-40B4-BE49-F238E27FC236}">
                <a16:creationId xmlns:a16="http://schemas.microsoft.com/office/drawing/2014/main" id="{6FCF6301-C233-43DE-B806-D346EDAD4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1457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able-h">
            <a:extLst xmlns:a="http://schemas.openxmlformats.org/drawingml/2006/main">
              <a:ext uri="{FF2B5EF4-FFF2-40B4-BE49-F238E27FC236}">
                <a16:creationId xmlns:a16="http://schemas.microsoft.com/office/drawing/2014/main" id="{0F1DC99B-F6CD-4773-962E-3947F248F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2890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able-h">
            <a:extLst xmlns:a="http://schemas.openxmlformats.org/drawingml/2006/main">
              <a:ext uri="{FF2B5EF4-FFF2-40B4-BE49-F238E27FC236}">
                <a16:creationId xmlns:a16="http://schemas.microsoft.com/office/drawing/2014/main" id="{3A85342D-A358-4A87-8389-28E9EEB25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4322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able-h">
            <a:extLst xmlns:a="http://schemas.openxmlformats.org/drawingml/2006/main">
              <a:ext uri="{FF2B5EF4-FFF2-40B4-BE49-F238E27FC236}">
                <a16:creationId xmlns:a16="http://schemas.microsoft.com/office/drawing/2014/main" id="{6BDF0AD0-00D5-49C1-99E1-4C02D08D8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5755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able-h">
            <a:extLst xmlns:a="http://schemas.openxmlformats.org/drawingml/2006/main">
              <a:ext uri="{FF2B5EF4-FFF2-40B4-BE49-F238E27FC236}">
                <a16:creationId xmlns:a16="http://schemas.microsoft.com/office/drawing/2014/main" id="{5D7878F3-658D-4215-BE55-3C5E2E4B7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7187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able-h">
            <a:extLst xmlns:a="http://schemas.openxmlformats.org/drawingml/2006/main">
              <a:ext uri="{FF2B5EF4-FFF2-40B4-BE49-F238E27FC236}">
                <a16:creationId xmlns:a16="http://schemas.microsoft.com/office/drawing/2014/main" id="{59CBB50E-E644-457A-A852-C9F4234F1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8620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able-h">
            <a:extLst xmlns:a="http://schemas.openxmlformats.org/drawingml/2006/main">
              <a:ext uri="{FF2B5EF4-FFF2-40B4-BE49-F238E27FC236}">
                <a16:creationId xmlns:a16="http://schemas.microsoft.com/office/drawing/2014/main" id="{B20ACABC-9C96-4A48-8B2C-33C7C01AC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0052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able-h">
            <a:extLst xmlns:a="http://schemas.openxmlformats.org/drawingml/2006/main">
              <a:ext uri="{FF2B5EF4-FFF2-40B4-BE49-F238E27FC236}">
                <a16:creationId xmlns:a16="http://schemas.microsoft.com/office/drawing/2014/main" id="{7553DACF-058C-41FA-B5F2-FC97B41CF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1485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able-h">
            <a:extLst xmlns:a="http://schemas.openxmlformats.org/drawingml/2006/main">
              <a:ext uri="{FF2B5EF4-FFF2-40B4-BE49-F238E27FC236}">
                <a16:creationId xmlns:a16="http://schemas.microsoft.com/office/drawing/2014/main" id="{DB8591BF-3A0F-4F24-9F41-BC07FF0C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2917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able-h">
            <a:extLst xmlns:a="http://schemas.openxmlformats.org/drawingml/2006/main">
              <a:ext uri="{FF2B5EF4-FFF2-40B4-BE49-F238E27FC236}">
                <a16:creationId xmlns:a16="http://schemas.microsoft.com/office/drawing/2014/main" id="{1BB7B089-BBEA-4F09-801B-38B97004E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4350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able-h">
            <a:extLst xmlns:a="http://schemas.openxmlformats.org/drawingml/2006/main">
              <a:ext uri="{FF2B5EF4-FFF2-40B4-BE49-F238E27FC236}">
                <a16:creationId xmlns:a16="http://schemas.microsoft.com/office/drawing/2014/main" id="{18AF5400-5484-494B-A4A4-18ED4EA03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5782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able-h">
            <a:extLst xmlns:a="http://schemas.openxmlformats.org/drawingml/2006/main">
              <a:ext uri="{FF2B5EF4-FFF2-40B4-BE49-F238E27FC236}">
                <a16:creationId xmlns:a16="http://schemas.microsoft.com/office/drawing/2014/main" id="{45FB85D6-FFE9-41CE-874D-74BB3DEFE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7215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table-h">
            <a:extLst xmlns:a="http://schemas.openxmlformats.org/drawingml/2006/main">
              <a:ext uri="{FF2B5EF4-FFF2-40B4-BE49-F238E27FC236}">
                <a16:creationId xmlns:a16="http://schemas.microsoft.com/office/drawing/2014/main" id="{6C8EC3F4-A3A2-44A3-8563-A27A2889E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8647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table-h">
            <a:extLst xmlns:a="http://schemas.openxmlformats.org/drawingml/2006/main">
              <a:ext uri="{FF2B5EF4-FFF2-40B4-BE49-F238E27FC236}">
                <a16:creationId xmlns:a16="http://schemas.microsoft.com/office/drawing/2014/main" id="{F7BB8141-1AC5-420E-B4C5-69EF04B9F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0080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table-h">
            <a:extLst xmlns:a="http://schemas.openxmlformats.org/drawingml/2006/main">
              <a:ext uri="{FF2B5EF4-FFF2-40B4-BE49-F238E27FC236}">
                <a16:creationId xmlns:a16="http://schemas.microsoft.com/office/drawing/2014/main" id="{CA75372B-B101-4149-B003-E5AF5ACBE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71512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table-h">
            <a:extLst xmlns:a="http://schemas.openxmlformats.org/drawingml/2006/main">
              <a:ext uri="{FF2B5EF4-FFF2-40B4-BE49-F238E27FC236}">
                <a16:creationId xmlns:a16="http://schemas.microsoft.com/office/drawing/2014/main" id="{5E33AE65-8E80-4A40-993D-5AC6F4502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02945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table-h">
            <a:extLst xmlns:a="http://schemas.openxmlformats.org/drawingml/2006/main">
              <a:ext uri="{FF2B5EF4-FFF2-40B4-BE49-F238E27FC236}">
                <a16:creationId xmlns:a16="http://schemas.microsoft.com/office/drawing/2014/main" id="{4E9A9DA1-6B55-4E56-8009-E5957D65D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34377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table-h">
            <a:extLst xmlns:a="http://schemas.openxmlformats.org/drawingml/2006/main">
              <a:ext uri="{FF2B5EF4-FFF2-40B4-BE49-F238E27FC236}">
                <a16:creationId xmlns:a16="http://schemas.microsoft.com/office/drawing/2014/main" id="{DCCE552C-9CBB-4D15-BD38-F7AE22B35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65810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table-h">
            <a:extLst xmlns:a="http://schemas.openxmlformats.org/drawingml/2006/main">
              <a:ext uri="{FF2B5EF4-FFF2-40B4-BE49-F238E27FC236}">
                <a16:creationId xmlns:a16="http://schemas.microsoft.com/office/drawing/2014/main" id="{C6E79E1A-5B1A-49F8-9377-40E35DFC2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97242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table-h">
            <a:extLst xmlns:a="http://schemas.openxmlformats.org/drawingml/2006/main">
              <a:ext uri="{FF2B5EF4-FFF2-40B4-BE49-F238E27FC236}">
                <a16:creationId xmlns:a16="http://schemas.microsoft.com/office/drawing/2014/main" id="{B42FB623-18C4-44FF-A7A7-A8137FFF6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28675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text-GUEST">
            <a:extLst xmlns:a="http://schemas.openxmlformats.org/drawingml/2006/main">
              <a:ext uri="{FF2B5EF4-FFF2-40B4-BE49-F238E27FC236}">
                <a16:creationId xmlns:a16="http://schemas.microsoft.com/office/drawing/2014/main" id="{10CC5272-DDDD-4E5E-94E8-E6C59ED45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114681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FFFFFF"/>
                </a:solidFill>
              </a:defRPr>
            </a:pPr>
            <a:r>
              <a:rPr sz="825" b="0" i="0">
                <a:solidFill>
                  <a:srgbClr val="FFFFFF"/>
                </a:solidFill>
              </a:rPr>
              <a:t>GUEST</a:t>
            </a:r>
          </a:p>
        </p:txBody>
      </p:sp>
      <p:sp>
        <p:nvSpPr>
          <p:cNvPr id="34" name="text-HOTEL">
            <a:extLst xmlns:a="http://schemas.openxmlformats.org/drawingml/2006/main">
              <a:ext uri="{FF2B5EF4-FFF2-40B4-BE49-F238E27FC236}">
                <a16:creationId xmlns:a16="http://schemas.microsoft.com/office/drawing/2014/main" id="{D674F156-BDE2-4FBB-A2D8-91ECC05B0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1210" y="2000250"/>
            <a:ext cx="114681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FFFFFF"/>
                </a:solidFill>
              </a:defRPr>
            </a:pPr>
            <a:r>
              <a:rPr sz="825" b="0" i="0">
                <a:solidFill>
                  <a:srgbClr val="FFFFFF"/>
                </a:solidFill>
              </a:rPr>
              <a:t>HOTEL</a:t>
            </a:r>
          </a:p>
        </p:txBody>
      </p:sp>
      <p:sp>
        <p:nvSpPr>
          <p:cNvPr id="35" name="text-CHECK-IN">
            <a:extLst xmlns:a="http://schemas.openxmlformats.org/drawingml/2006/main">
              <a:ext uri="{FF2B5EF4-FFF2-40B4-BE49-F238E27FC236}">
                <a16:creationId xmlns:a16="http://schemas.microsoft.com/office/drawing/2014/main" id="{3E79EEDC-3163-4E17-9262-3B7D35C49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8020" y="2000250"/>
            <a:ext cx="114681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FFFFFF"/>
                </a:solidFill>
              </a:defRPr>
            </a:pPr>
            <a:r>
              <a:rPr sz="825" b="0" i="0">
                <a:solidFill>
                  <a:srgbClr val="FFFFFF"/>
                </a:solidFill>
              </a:rPr>
              <a:t>CHECK-IN</a:t>
            </a:r>
          </a:p>
        </p:txBody>
      </p:sp>
      <p:sp>
        <p:nvSpPr>
          <p:cNvPr id="36" name="text-CHECK-OUT">
            <a:extLst xmlns:a="http://schemas.openxmlformats.org/drawingml/2006/main">
              <a:ext uri="{FF2B5EF4-FFF2-40B4-BE49-F238E27FC236}">
                <a16:creationId xmlns:a16="http://schemas.microsoft.com/office/drawing/2014/main" id="{F29A0671-0A12-4DD7-BC5D-8089147A3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4830" y="2000250"/>
            <a:ext cx="114681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FFFFFF"/>
                </a:solidFill>
              </a:defRPr>
            </a:pPr>
            <a:r>
              <a:rPr sz="825" b="0" i="0">
                <a:solidFill>
                  <a:srgbClr val="FFFFFF"/>
                </a:solidFill>
              </a:rPr>
              <a:t>CHECK-OUT</a:t>
            </a:r>
          </a:p>
        </p:txBody>
      </p:sp>
      <p:sp>
        <p:nvSpPr>
          <p:cNvPr id="37" name="text-CONTACT">
            <a:extLst xmlns:a="http://schemas.openxmlformats.org/drawingml/2006/main">
              <a:ext uri="{FF2B5EF4-FFF2-40B4-BE49-F238E27FC236}">
                <a16:creationId xmlns:a16="http://schemas.microsoft.com/office/drawing/2014/main" id="{F38913CA-9305-4596-876E-F1D545659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1640" y="2000250"/>
            <a:ext cx="114681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FFFFFF"/>
                </a:solidFill>
              </a:defRPr>
            </a:pPr>
            <a:r>
              <a:rPr sz="825" b="0" i="0">
                <a:solidFill>
                  <a:srgbClr val="FFFFFF"/>
                </a:solidFill>
              </a:rPr>
              <a:t>CONTACT</a:t>
            </a:r>
          </a:p>
        </p:txBody>
      </p:sp>
    </p:spTree>
    <p:extLst>
      <p:ext uri="{BB962C8B-B14F-4D97-AF65-F5344CB8AC3E}">
        <p14:creationId xmlns:p14="http://schemas.microsoft.com/office/powerpoint/2010/main" val="807828258"/>
      </p:ext>
    </p:extLst>
  </p:cSld>
</p:sld>
</file>

<file path=ppt/slides/slide64.xml><?xml version="1.0" encoding="utf-8"?>
<p:sld xmlns:p="http://schemas.openxmlformats.org/presentationml/2006/main">
  <p:cSld>
    <p:bg>
      <p:bgPr>
        <a:solidFill xmlns:a="http://schemas.openxmlformats.org/drawingml/2006/main">
          <a:srgbClr val="FC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955aae681040c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7562850" cy="10696575"/>
          </a:xfrm>
          <a:prstGeom xmlns:a="http://schemas.openxmlformats.org/drawingml/2006/main" prst="rect">
            <a:avLst/>
          </a:prstGeom>
        </p:spPr>
      </p:pic>
      <p:sp>
        <p:nvSpPr>
          <p:cNvPr id="2" name="soft-romantic-panel">
            <a:extLst xmlns:a="http://schemas.openxmlformats.org/drawingml/2006/main">
              <a:ext uri="{FF2B5EF4-FFF2-40B4-BE49-F238E27FC236}">
                <a16:creationId xmlns:a16="http://schemas.microsoft.com/office/drawing/2014/main" id="{31247AF6-FFF8-45E2-B454-ED1868FA3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"/>
            <a:ext cx="6000750" cy="9429750"/>
          </a:xfrm>
          <a:prstGeom xmlns:a="http://schemas.openxmlformats.org/drawingml/2006/main" prst="roundRect">
            <a:avLst>
              <a:gd name="adj" fmla="val 1270"/>
            </a:avLst>
          </a:prstGeom>
          <a:solidFill xmlns:a="http://schemas.openxmlformats.org/drawingml/2006/main">
            <a:srgbClr val="FCF7F3"/>
          </a:solidFill>
          <a:ln xmlns:a="http://schemas.openxmlformats.org/drawingml/2006/main" w="9525">
            <a:solidFill>
              <a:srgbClr val="C79B46"/>
            </a:solidFill>
            <a:prstDash val="solid"/>
          </a:ln>
        </p:spPr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C0B24EA7-6D58-421B-804D-BBD961C1A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42950"/>
            <a:ext cx="5562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75" b="0" i="1">
                <a:solidFill>
                  <a:srgbClr val="52654E"/>
                </a:solidFill>
              </a:defRPr>
            </a:pPr>
            <a:r>
              <a:rPr sz="2475" b="0" i="1">
                <a:solidFill>
                  <a:srgbClr val="52654E"/>
                </a:solidFill>
              </a:rPr>
              <a:t>Guest Travel Tracker</a:t>
            </a:r>
          </a:p>
        </p:txBody>
      </p:sp>
      <p:sp>
        <p:nvSpPr>
          <p:cNvPr id="4" name="page-subtitle">
            <a:extLst xmlns:a="http://schemas.openxmlformats.org/drawingml/2006/main">
              <a:ext uri="{FF2B5EF4-FFF2-40B4-BE49-F238E27FC236}">
                <a16:creationId xmlns:a16="http://schemas.microsoft.com/office/drawing/2014/main" id="{D21707BD-1762-4B7B-8E93-B8743CCDA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219200"/>
            <a:ext cx="461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C79B46"/>
                </a:solidFill>
              </a:defRPr>
            </a:pPr>
            <a:r>
              <a:rPr sz="975" b="0" i="0">
                <a:solidFill>
                  <a:srgbClr val="C79B46"/>
                </a:solidFill>
              </a:rPr>
              <a:t>COORDINATE ARRIVALS AND DEPARTURES</a:t>
            </a:r>
          </a:p>
        </p:txBody>
      </p:sp>
      <p:sp>
        <p:nvSpPr>
          <p:cNvPr id="5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654D6194-0FF0-4765-A8F8-116D205BA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581150"/>
            <a:ext cx="85725" cy="857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C79B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33C7A7C-F3CF-4B74-86F3-0B2A44146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966787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C79B46"/>
                </a:solidFill>
              </a:defRPr>
            </a:pPr>
            <a:r>
              <a:rPr sz="750" b="0" i="0">
                <a:solidFill>
                  <a:srgbClr val="C79B46"/>
                </a:solidFill>
              </a:rPr>
              <a:t>064</a:t>
            </a:r>
          </a:p>
        </p:txBody>
      </p:sp>
      <p:sp>
        <p:nvSpPr>
          <p:cNvPr id="7" name="table-header">
            <a:extLst xmlns:a="http://schemas.openxmlformats.org/drawingml/2006/main">
              <a:ext uri="{FF2B5EF4-FFF2-40B4-BE49-F238E27FC236}">
                <a16:creationId xmlns:a16="http://schemas.microsoft.com/office/drawing/2014/main" id="{9F943D30-EB3A-400D-AF6E-A65FE5E0F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57340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8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4E03182E-2A6E-4D28-8D26-6AEE91634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5734050" cy="6600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7B61"/>
            </a:solidFill>
            <a:prstDash val="solid"/>
          </a:ln>
        </p:spPr>
      </p:sp>
      <p:sp>
        <p:nvSpPr>
          <p:cNvPr id="9" name="table-v">
            <a:extLst xmlns:a="http://schemas.openxmlformats.org/drawingml/2006/main">
              <a:ext uri="{FF2B5EF4-FFF2-40B4-BE49-F238E27FC236}">
                <a16:creationId xmlns:a16="http://schemas.microsoft.com/office/drawing/2014/main" id="{21203C72-6A72-479E-8CC7-2E92EED4F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1210" y="2000250"/>
            <a:ext cx="6668" cy="6600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able-v">
            <a:extLst xmlns:a="http://schemas.openxmlformats.org/drawingml/2006/main">
              <a:ext uri="{FF2B5EF4-FFF2-40B4-BE49-F238E27FC236}">
                <a16:creationId xmlns:a16="http://schemas.microsoft.com/office/drawing/2014/main" id="{F8FE3AAC-5CF6-406E-B766-73EA67C66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8020" y="2000250"/>
            <a:ext cx="6668" cy="6600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able-v">
            <a:extLst xmlns:a="http://schemas.openxmlformats.org/drawingml/2006/main">
              <a:ext uri="{FF2B5EF4-FFF2-40B4-BE49-F238E27FC236}">
                <a16:creationId xmlns:a16="http://schemas.microsoft.com/office/drawing/2014/main" id="{0EFD6281-9184-44BD-9718-90DC16251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4830" y="2000250"/>
            <a:ext cx="6668" cy="6600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able-v">
            <a:extLst xmlns:a="http://schemas.openxmlformats.org/drawingml/2006/main">
              <a:ext uri="{FF2B5EF4-FFF2-40B4-BE49-F238E27FC236}">
                <a16:creationId xmlns:a16="http://schemas.microsoft.com/office/drawing/2014/main" id="{38AB2B38-5503-4ED4-8C66-12192CBBB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1640" y="2000250"/>
            <a:ext cx="6668" cy="6600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able-h">
            <a:extLst xmlns:a="http://schemas.openxmlformats.org/drawingml/2006/main">
              <a:ext uri="{FF2B5EF4-FFF2-40B4-BE49-F238E27FC236}">
                <a16:creationId xmlns:a16="http://schemas.microsoft.com/office/drawing/2014/main" id="{B11113DA-B624-4ABC-8C5E-DAAB0C05E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1457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able-h">
            <a:extLst xmlns:a="http://schemas.openxmlformats.org/drawingml/2006/main">
              <a:ext uri="{FF2B5EF4-FFF2-40B4-BE49-F238E27FC236}">
                <a16:creationId xmlns:a16="http://schemas.microsoft.com/office/drawing/2014/main" id="{200BBB29-6065-4997-8065-F7EF23B6B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2890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able-h">
            <a:extLst xmlns:a="http://schemas.openxmlformats.org/drawingml/2006/main">
              <a:ext uri="{FF2B5EF4-FFF2-40B4-BE49-F238E27FC236}">
                <a16:creationId xmlns:a16="http://schemas.microsoft.com/office/drawing/2014/main" id="{1B61283D-03CF-4475-84EF-40D80C965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4322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able-h">
            <a:extLst xmlns:a="http://schemas.openxmlformats.org/drawingml/2006/main">
              <a:ext uri="{FF2B5EF4-FFF2-40B4-BE49-F238E27FC236}">
                <a16:creationId xmlns:a16="http://schemas.microsoft.com/office/drawing/2014/main" id="{2A9266D7-2709-4819-A52A-16E7ADC70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5755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able-h">
            <a:extLst xmlns:a="http://schemas.openxmlformats.org/drawingml/2006/main">
              <a:ext uri="{FF2B5EF4-FFF2-40B4-BE49-F238E27FC236}">
                <a16:creationId xmlns:a16="http://schemas.microsoft.com/office/drawing/2014/main" id="{9758E76B-F41F-44AD-87AA-E76954B0D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7187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able-h">
            <a:extLst xmlns:a="http://schemas.openxmlformats.org/drawingml/2006/main">
              <a:ext uri="{FF2B5EF4-FFF2-40B4-BE49-F238E27FC236}">
                <a16:creationId xmlns:a16="http://schemas.microsoft.com/office/drawing/2014/main" id="{D5F4EEBC-E6D4-48FF-9D4A-8D6DE3867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8620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able-h">
            <a:extLst xmlns:a="http://schemas.openxmlformats.org/drawingml/2006/main">
              <a:ext uri="{FF2B5EF4-FFF2-40B4-BE49-F238E27FC236}">
                <a16:creationId xmlns:a16="http://schemas.microsoft.com/office/drawing/2014/main" id="{E81D01EF-C97B-4DF9-82D5-577B0D7DF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0052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able-h">
            <a:extLst xmlns:a="http://schemas.openxmlformats.org/drawingml/2006/main">
              <a:ext uri="{FF2B5EF4-FFF2-40B4-BE49-F238E27FC236}">
                <a16:creationId xmlns:a16="http://schemas.microsoft.com/office/drawing/2014/main" id="{D22C8F85-3266-4E14-A613-86AB90148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1485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able-h">
            <a:extLst xmlns:a="http://schemas.openxmlformats.org/drawingml/2006/main">
              <a:ext uri="{FF2B5EF4-FFF2-40B4-BE49-F238E27FC236}">
                <a16:creationId xmlns:a16="http://schemas.microsoft.com/office/drawing/2014/main" id="{62444662-6D21-4DAF-9F3A-4D69BA918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2917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able-h">
            <a:extLst xmlns:a="http://schemas.openxmlformats.org/drawingml/2006/main">
              <a:ext uri="{FF2B5EF4-FFF2-40B4-BE49-F238E27FC236}">
                <a16:creationId xmlns:a16="http://schemas.microsoft.com/office/drawing/2014/main" id="{DC685B9B-84AA-42CB-9490-E6043DB5E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4350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able-h">
            <a:extLst xmlns:a="http://schemas.openxmlformats.org/drawingml/2006/main">
              <a:ext uri="{FF2B5EF4-FFF2-40B4-BE49-F238E27FC236}">
                <a16:creationId xmlns:a16="http://schemas.microsoft.com/office/drawing/2014/main" id="{C737C510-CDEA-422E-AAAC-90F437712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5782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able-h">
            <a:extLst xmlns:a="http://schemas.openxmlformats.org/drawingml/2006/main">
              <a:ext uri="{FF2B5EF4-FFF2-40B4-BE49-F238E27FC236}">
                <a16:creationId xmlns:a16="http://schemas.microsoft.com/office/drawing/2014/main" id="{901F8FF2-AA42-4E4F-9CF9-1E95FE38A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7215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table-h">
            <a:extLst xmlns:a="http://schemas.openxmlformats.org/drawingml/2006/main">
              <a:ext uri="{FF2B5EF4-FFF2-40B4-BE49-F238E27FC236}">
                <a16:creationId xmlns:a16="http://schemas.microsoft.com/office/drawing/2014/main" id="{360A8648-94E2-44BB-9BB3-C09AE295B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8647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table-h">
            <a:extLst xmlns:a="http://schemas.openxmlformats.org/drawingml/2006/main">
              <a:ext uri="{FF2B5EF4-FFF2-40B4-BE49-F238E27FC236}">
                <a16:creationId xmlns:a16="http://schemas.microsoft.com/office/drawing/2014/main" id="{72149DB2-E491-4508-BF7D-A01FE6E28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0080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table-h">
            <a:extLst xmlns:a="http://schemas.openxmlformats.org/drawingml/2006/main">
              <a:ext uri="{FF2B5EF4-FFF2-40B4-BE49-F238E27FC236}">
                <a16:creationId xmlns:a16="http://schemas.microsoft.com/office/drawing/2014/main" id="{64349489-F510-495E-842D-8CB5CEB52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71512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table-h">
            <a:extLst xmlns:a="http://schemas.openxmlformats.org/drawingml/2006/main">
              <a:ext uri="{FF2B5EF4-FFF2-40B4-BE49-F238E27FC236}">
                <a16:creationId xmlns:a16="http://schemas.microsoft.com/office/drawing/2014/main" id="{9C3EAEFE-F363-4FEA-A523-9C04356F4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02945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table-h">
            <a:extLst xmlns:a="http://schemas.openxmlformats.org/drawingml/2006/main">
              <a:ext uri="{FF2B5EF4-FFF2-40B4-BE49-F238E27FC236}">
                <a16:creationId xmlns:a16="http://schemas.microsoft.com/office/drawing/2014/main" id="{89780682-5A53-404F-9CBC-E67B257AC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34377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table-h">
            <a:extLst xmlns:a="http://schemas.openxmlformats.org/drawingml/2006/main">
              <a:ext uri="{FF2B5EF4-FFF2-40B4-BE49-F238E27FC236}">
                <a16:creationId xmlns:a16="http://schemas.microsoft.com/office/drawing/2014/main" id="{0737F5C2-8F13-46C0-A2B9-228848AA6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65810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table-h">
            <a:extLst xmlns:a="http://schemas.openxmlformats.org/drawingml/2006/main">
              <a:ext uri="{FF2B5EF4-FFF2-40B4-BE49-F238E27FC236}">
                <a16:creationId xmlns:a16="http://schemas.microsoft.com/office/drawing/2014/main" id="{0A5CD16D-9F47-4D0F-A3EB-73197CEEB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97242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table-h">
            <a:extLst xmlns:a="http://schemas.openxmlformats.org/drawingml/2006/main">
              <a:ext uri="{FF2B5EF4-FFF2-40B4-BE49-F238E27FC236}">
                <a16:creationId xmlns:a16="http://schemas.microsoft.com/office/drawing/2014/main" id="{2289204C-1681-4C9F-9CE0-D9F3599E0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28675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text-GUEST">
            <a:extLst xmlns:a="http://schemas.openxmlformats.org/drawingml/2006/main">
              <a:ext uri="{FF2B5EF4-FFF2-40B4-BE49-F238E27FC236}">
                <a16:creationId xmlns:a16="http://schemas.microsoft.com/office/drawing/2014/main" id="{1731E3BE-5539-4FDD-83EB-9A0A05C39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114681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FFFFFF"/>
                </a:solidFill>
              </a:defRPr>
            </a:pPr>
            <a:r>
              <a:rPr sz="825" b="0" i="0">
                <a:solidFill>
                  <a:srgbClr val="FFFFFF"/>
                </a:solidFill>
              </a:rPr>
              <a:t>GUEST</a:t>
            </a:r>
          </a:p>
        </p:txBody>
      </p:sp>
      <p:sp>
        <p:nvSpPr>
          <p:cNvPr id="34" name="text-ARRIVAL">
            <a:extLst xmlns:a="http://schemas.openxmlformats.org/drawingml/2006/main">
              <a:ext uri="{FF2B5EF4-FFF2-40B4-BE49-F238E27FC236}">
                <a16:creationId xmlns:a16="http://schemas.microsoft.com/office/drawing/2014/main" id="{B64FE763-EEF9-4E1E-83AB-E444F7BD8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1210" y="2000250"/>
            <a:ext cx="114681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FFFFFF"/>
                </a:solidFill>
              </a:defRPr>
            </a:pPr>
            <a:r>
              <a:rPr sz="825" b="0" i="0">
                <a:solidFill>
                  <a:srgbClr val="FFFFFF"/>
                </a:solidFill>
              </a:rPr>
              <a:t>ARRIVAL</a:t>
            </a:r>
          </a:p>
        </p:txBody>
      </p:sp>
      <p:sp>
        <p:nvSpPr>
          <p:cNvPr id="35" name="text-DEPARTURE">
            <a:extLst xmlns:a="http://schemas.openxmlformats.org/drawingml/2006/main">
              <a:ext uri="{FF2B5EF4-FFF2-40B4-BE49-F238E27FC236}">
                <a16:creationId xmlns:a16="http://schemas.microsoft.com/office/drawing/2014/main" id="{FF6D0B5E-2CED-4293-AE3C-4C999339C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8020" y="2000250"/>
            <a:ext cx="114681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FFFFFF"/>
                </a:solidFill>
              </a:defRPr>
            </a:pPr>
            <a:r>
              <a:rPr sz="825" b="0" i="0">
                <a:solidFill>
                  <a:srgbClr val="FFFFFF"/>
                </a:solidFill>
              </a:rPr>
              <a:t>DEPARTURE</a:t>
            </a:r>
          </a:p>
        </p:txBody>
      </p:sp>
      <p:sp>
        <p:nvSpPr>
          <p:cNvPr id="36" name="text-TRANSPORT">
            <a:extLst xmlns:a="http://schemas.openxmlformats.org/drawingml/2006/main">
              <a:ext uri="{FF2B5EF4-FFF2-40B4-BE49-F238E27FC236}">
                <a16:creationId xmlns:a16="http://schemas.microsoft.com/office/drawing/2014/main" id="{6A446343-EE2E-4D2F-A409-0686DF18C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4830" y="2000250"/>
            <a:ext cx="114681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FFFFFF"/>
                </a:solidFill>
              </a:defRPr>
            </a:pPr>
            <a:r>
              <a:rPr sz="825" b="0" i="0">
                <a:solidFill>
                  <a:srgbClr val="FFFFFF"/>
                </a:solidFill>
              </a:rPr>
              <a:t>TRANSPORT</a:t>
            </a:r>
          </a:p>
        </p:txBody>
      </p:sp>
      <p:sp>
        <p:nvSpPr>
          <p:cNvPr id="37" name="text-NOTES">
            <a:extLst xmlns:a="http://schemas.openxmlformats.org/drawingml/2006/main">
              <a:ext uri="{FF2B5EF4-FFF2-40B4-BE49-F238E27FC236}">
                <a16:creationId xmlns:a16="http://schemas.microsoft.com/office/drawing/2014/main" id="{A5343B89-0F67-4733-AAF0-59FA7738B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1640" y="2000250"/>
            <a:ext cx="114681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FFFFFF"/>
                </a:solidFill>
              </a:defRPr>
            </a:pPr>
            <a:r>
              <a:rPr sz="825" b="0" i="0">
                <a:solidFill>
                  <a:srgbClr val="FFFFFF"/>
                </a:solidFill>
              </a:rPr>
              <a:t>NOTES</a:t>
            </a:r>
          </a:p>
        </p:txBody>
      </p:sp>
    </p:spTree>
    <p:extLst>
      <p:ext uri="{BB962C8B-B14F-4D97-AF65-F5344CB8AC3E}">
        <p14:creationId xmlns:p14="http://schemas.microsoft.com/office/powerpoint/2010/main" val="1761763743"/>
      </p:ext>
    </p:extLst>
  </p:cSld>
</p:sld>
</file>

<file path=ppt/slides/slide65.xml><?xml version="1.0" encoding="utf-8"?>
<p:sld xmlns:p="http://schemas.openxmlformats.org/presentationml/2006/main">
  <p:cSld>
    <p:bg>
      <p:bgPr>
        <a:solidFill xmlns:a="http://schemas.openxmlformats.org/drawingml/2006/main">
          <a:srgbClr val="FC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28072e27294be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7562850" cy="10696575"/>
          </a:xfrm>
          <a:prstGeom xmlns:a="http://schemas.openxmlformats.org/drawingml/2006/main" prst="rect">
            <a:avLst/>
          </a:prstGeom>
        </p:spPr>
      </p:pic>
      <p:sp>
        <p:nvSpPr>
          <p:cNvPr id="2" name="soft-romantic-panel">
            <a:extLst xmlns:a="http://schemas.openxmlformats.org/drawingml/2006/main">
              <a:ext uri="{FF2B5EF4-FFF2-40B4-BE49-F238E27FC236}">
                <a16:creationId xmlns:a16="http://schemas.microsoft.com/office/drawing/2014/main" id="{DB78ADE1-A6C3-4D67-8693-57D737C6F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"/>
            <a:ext cx="6000750" cy="9429750"/>
          </a:xfrm>
          <a:prstGeom xmlns:a="http://schemas.openxmlformats.org/drawingml/2006/main" prst="roundRect">
            <a:avLst>
              <a:gd name="adj" fmla="val 1270"/>
            </a:avLst>
          </a:prstGeom>
          <a:solidFill xmlns:a="http://schemas.openxmlformats.org/drawingml/2006/main">
            <a:srgbClr val="FCF7F3"/>
          </a:solidFill>
          <a:ln xmlns:a="http://schemas.openxmlformats.org/drawingml/2006/main" w="9525">
            <a:solidFill>
              <a:srgbClr val="C79B46"/>
            </a:solidFill>
            <a:prstDash val="solid"/>
          </a:ln>
        </p:spPr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16F614EC-B2C1-4742-9812-EEB870694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42950"/>
            <a:ext cx="5562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75" b="0" i="1">
                <a:solidFill>
                  <a:srgbClr val="52654E"/>
                </a:solidFill>
              </a:defRPr>
            </a:pPr>
            <a:r>
              <a:rPr sz="2475" b="0" i="1">
                <a:solidFill>
                  <a:srgbClr val="52654E"/>
                </a:solidFill>
              </a:rPr>
              <a:t>Gift Tracker</a:t>
            </a:r>
          </a:p>
        </p:txBody>
      </p:sp>
      <p:sp>
        <p:nvSpPr>
          <p:cNvPr id="4" name="page-subtitle">
            <a:extLst xmlns:a="http://schemas.openxmlformats.org/drawingml/2006/main">
              <a:ext uri="{FF2B5EF4-FFF2-40B4-BE49-F238E27FC236}">
                <a16:creationId xmlns:a16="http://schemas.microsoft.com/office/drawing/2014/main" id="{E16802BA-13EB-476D-A303-25A903683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219200"/>
            <a:ext cx="461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C79B46"/>
                </a:solidFill>
              </a:defRPr>
            </a:pPr>
            <a:r>
              <a:rPr sz="975" b="0" i="0">
                <a:solidFill>
                  <a:srgbClr val="C79B46"/>
                </a:solidFill>
              </a:rPr>
              <a:t>REMEMBER EVERY GENEROUS GESTURE</a:t>
            </a:r>
          </a:p>
        </p:txBody>
      </p:sp>
      <p:sp>
        <p:nvSpPr>
          <p:cNvPr id="5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F9B30D39-B209-48AB-B7DF-DF3DD64BB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581150"/>
            <a:ext cx="85725" cy="857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C79B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D808728-6745-457A-88BD-1F3018AF6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966787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C79B46"/>
                </a:solidFill>
              </a:defRPr>
            </a:pPr>
            <a:r>
              <a:rPr sz="750" b="0" i="0">
                <a:solidFill>
                  <a:srgbClr val="C79B46"/>
                </a:solidFill>
              </a:rPr>
              <a:t>065</a:t>
            </a:r>
          </a:p>
        </p:txBody>
      </p:sp>
      <p:sp>
        <p:nvSpPr>
          <p:cNvPr id="7" name="table-header">
            <a:extLst xmlns:a="http://schemas.openxmlformats.org/drawingml/2006/main">
              <a:ext uri="{FF2B5EF4-FFF2-40B4-BE49-F238E27FC236}">
                <a16:creationId xmlns:a16="http://schemas.microsoft.com/office/drawing/2014/main" id="{B38E151F-4B5A-44F1-8436-0A800C983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57340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8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68571535-1C39-43DD-A3C5-76A40B92F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5734050" cy="6600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7B61"/>
            </a:solidFill>
            <a:prstDash val="solid"/>
          </a:ln>
        </p:spPr>
      </p:sp>
      <p:sp>
        <p:nvSpPr>
          <p:cNvPr id="9" name="table-v">
            <a:extLst xmlns:a="http://schemas.openxmlformats.org/drawingml/2006/main">
              <a:ext uri="{FF2B5EF4-FFF2-40B4-BE49-F238E27FC236}">
                <a16:creationId xmlns:a16="http://schemas.microsoft.com/office/drawing/2014/main" id="{4F581616-12D7-4716-857F-8B6EE0CB2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1210" y="2000250"/>
            <a:ext cx="6668" cy="6600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able-v">
            <a:extLst xmlns:a="http://schemas.openxmlformats.org/drawingml/2006/main">
              <a:ext uri="{FF2B5EF4-FFF2-40B4-BE49-F238E27FC236}">
                <a16:creationId xmlns:a16="http://schemas.microsoft.com/office/drawing/2014/main" id="{B51387FE-D254-4349-9433-F90EB0207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8020" y="2000250"/>
            <a:ext cx="6668" cy="6600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able-v">
            <a:extLst xmlns:a="http://schemas.openxmlformats.org/drawingml/2006/main">
              <a:ext uri="{FF2B5EF4-FFF2-40B4-BE49-F238E27FC236}">
                <a16:creationId xmlns:a16="http://schemas.microsoft.com/office/drawing/2014/main" id="{5D6D1D1F-D72B-46C1-953C-0D3F30F0C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4830" y="2000250"/>
            <a:ext cx="6668" cy="6600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able-v">
            <a:extLst xmlns:a="http://schemas.openxmlformats.org/drawingml/2006/main">
              <a:ext uri="{FF2B5EF4-FFF2-40B4-BE49-F238E27FC236}">
                <a16:creationId xmlns:a16="http://schemas.microsoft.com/office/drawing/2014/main" id="{F2731BFC-B31B-41C8-BC4D-5A29E5A86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1640" y="2000250"/>
            <a:ext cx="6668" cy="6600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able-h">
            <a:extLst xmlns:a="http://schemas.openxmlformats.org/drawingml/2006/main">
              <a:ext uri="{FF2B5EF4-FFF2-40B4-BE49-F238E27FC236}">
                <a16:creationId xmlns:a16="http://schemas.microsoft.com/office/drawing/2014/main" id="{90B1C96E-C7A0-448C-8B2F-D6459C288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1457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able-h">
            <a:extLst xmlns:a="http://schemas.openxmlformats.org/drawingml/2006/main">
              <a:ext uri="{FF2B5EF4-FFF2-40B4-BE49-F238E27FC236}">
                <a16:creationId xmlns:a16="http://schemas.microsoft.com/office/drawing/2014/main" id="{EFEC883E-6229-49ED-A0BC-4AEF314B4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2890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able-h">
            <a:extLst xmlns:a="http://schemas.openxmlformats.org/drawingml/2006/main">
              <a:ext uri="{FF2B5EF4-FFF2-40B4-BE49-F238E27FC236}">
                <a16:creationId xmlns:a16="http://schemas.microsoft.com/office/drawing/2014/main" id="{9A749C42-8D4E-4AD6-BF8B-28B57500A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4322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able-h">
            <a:extLst xmlns:a="http://schemas.openxmlformats.org/drawingml/2006/main">
              <a:ext uri="{FF2B5EF4-FFF2-40B4-BE49-F238E27FC236}">
                <a16:creationId xmlns:a16="http://schemas.microsoft.com/office/drawing/2014/main" id="{744AEB05-21F1-44E9-AC18-D8097A08C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5755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able-h">
            <a:extLst xmlns:a="http://schemas.openxmlformats.org/drawingml/2006/main">
              <a:ext uri="{FF2B5EF4-FFF2-40B4-BE49-F238E27FC236}">
                <a16:creationId xmlns:a16="http://schemas.microsoft.com/office/drawing/2014/main" id="{47FF153F-7246-4EC9-9A84-796C0F6AF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7187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able-h">
            <a:extLst xmlns:a="http://schemas.openxmlformats.org/drawingml/2006/main">
              <a:ext uri="{FF2B5EF4-FFF2-40B4-BE49-F238E27FC236}">
                <a16:creationId xmlns:a16="http://schemas.microsoft.com/office/drawing/2014/main" id="{AF51D966-23BF-48CB-B49C-F53EE468D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8620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able-h">
            <a:extLst xmlns:a="http://schemas.openxmlformats.org/drawingml/2006/main">
              <a:ext uri="{FF2B5EF4-FFF2-40B4-BE49-F238E27FC236}">
                <a16:creationId xmlns:a16="http://schemas.microsoft.com/office/drawing/2014/main" id="{741B508E-B346-46FB-A280-5F3F3E352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0052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able-h">
            <a:extLst xmlns:a="http://schemas.openxmlformats.org/drawingml/2006/main">
              <a:ext uri="{FF2B5EF4-FFF2-40B4-BE49-F238E27FC236}">
                <a16:creationId xmlns:a16="http://schemas.microsoft.com/office/drawing/2014/main" id="{E39FF830-1958-445D-8CAB-DF42C3B82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1485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able-h">
            <a:extLst xmlns:a="http://schemas.openxmlformats.org/drawingml/2006/main">
              <a:ext uri="{FF2B5EF4-FFF2-40B4-BE49-F238E27FC236}">
                <a16:creationId xmlns:a16="http://schemas.microsoft.com/office/drawing/2014/main" id="{4066712B-9F81-494A-AA07-C89024F39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2917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able-h">
            <a:extLst xmlns:a="http://schemas.openxmlformats.org/drawingml/2006/main">
              <a:ext uri="{FF2B5EF4-FFF2-40B4-BE49-F238E27FC236}">
                <a16:creationId xmlns:a16="http://schemas.microsoft.com/office/drawing/2014/main" id="{46581653-7A92-4149-946A-604CF0CF0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4350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able-h">
            <a:extLst xmlns:a="http://schemas.openxmlformats.org/drawingml/2006/main">
              <a:ext uri="{FF2B5EF4-FFF2-40B4-BE49-F238E27FC236}">
                <a16:creationId xmlns:a16="http://schemas.microsoft.com/office/drawing/2014/main" id="{FA420188-FAD6-447A-8F7C-00FD77F79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5782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able-h">
            <a:extLst xmlns:a="http://schemas.openxmlformats.org/drawingml/2006/main">
              <a:ext uri="{FF2B5EF4-FFF2-40B4-BE49-F238E27FC236}">
                <a16:creationId xmlns:a16="http://schemas.microsoft.com/office/drawing/2014/main" id="{629E3B8B-E9CD-4D49-9236-420101A1B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7215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table-h">
            <a:extLst xmlns:a="http://schemas.openxmlformats.org/drawingml/2006/main">
              <a:ext uri="{FF2B5EF4-FFF2-40B4-BE49-F238E27FC236}">
                <a16:creationId xmlns:a16="http://schemas.microsoft.com/office/drawing/2014/main" id="{9D7959E2-D24E-4363-AED2-C4EDA43D5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8647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table-h">
            <a:extLst xmlns:a="http://schemas.openxmlformats.org/drawingml/2006/main">
              <a:ext uri="{FF2B5EF4-FFF2-40B4-BE49-F238E27FC236}">
                <a16:creationId xmlns:a16="http://schemas.microsoft.com/office/drawing/2014/main" id="{7C9EE94F-EA00-4B4F-8F8D-F9BFAC298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0080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table-h">
            <a:extLst xmlns:a="http://schemas.openxmlformats.org/drawingml/2006/main">
              <a:ext uri="{FF2B5EF4-FFF2-40B4-BE49-F238E27FC236}">
                <a16:creationId xmlns:a16="http://schemas.microsoft.com/office/drawing/2014/main" id="{DA94BB76-CC04-4B9C-9510-9162FF649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71512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table-h">
            <a:extLst xmlns:a="http://schemas.openxmlformats.org/drawingml/2006/main">
              <a:ext uri="{FF2B5EF4-FFF2-40B4-BE49-F238E27FC236}">
                <a16:creationId xmlns:a16="http://schemas.microsoft.com/office/drawing/2014/main" id="{67DF0AD3-3CF0-4260-BD9E-0E3F9040F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02945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table-h">
            <a:extLst xmlns:a="http://schemas.openxmlformats.org/drawingml/2006/main">
              <a:ext uri="{FF2B5EF4-FFF2-40B4-BE49-F238E27FC236}">
                <a16:creationId xmlns:a16="http://schemas.microsoft.com/office/drawing/2014/main" id="{BB62D3B1-124F-4934-A280-8B2564432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34377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table-h">
            <a:extLst xmlns:a="http://schemas.openxmlformats.org/drawingml/2006/main">
              <a:ext uri="{FF2B5EF4-FFF2-40B4-BE49-F238E27FC236}">
                <a16:creationId xmlns:a16="http://schemas.microsoft.com/office/drawing/2014/main" id="{21126F73-DBEC-4460-BC09-B5E3822E9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65810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table-h">
            <a:extLst xmlns:a="http://schemas.openxmlformats.org/drawingml/2006/main">
              <a:ext uri="{FF2B5EF4-FFF2-40B4-BE49-F238E27FC236}">
                <a16:creationId xmlns:a16="http://schemas.microsoft.com/office/drawing/2014/main" id="{F3C7FAF7-2F27-4EE8-A161-BE294270E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97242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table-h">
            <a:extLst xmlns:a="http://schemas.openxmlformats.org/drawingml/2006/main">
              <a:ext uri="{FF2B5EF4-FFF2-40B4-BE49-F238E27FC236}">
                <a16:creationId xmlns:a16="http://schemas.microsoft.com/office/drawing/2014/main" id="{6BEB9165-EE70-411F-B103-9761CA8D8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28675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text-GUEST">
            <a:extLst xmlns:a="http://schemas.openxmlformats.org/drawingml/2006/main">
              <a:ext uri="{FF2B5EF4-FFF2-40B4-BE49-F238E27FC236}">
                <a16:creationId xmlns:a16="http://schemas.microsoft.com/office/drawing/2014/main" id="{07C847E3-56AC-499D-B6F0-AC3FF9137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114681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FFFFFF"/>
                </a:solidFill>
              </a:defRPr>
            </a:pPr>
            <a:r>
              <a:rPr sz="825" b="0" i="0">
                <a:solidFill>
                  <a:srgbClr val="FFFFFF"/>
                </a:solidFill>
              </a:rPr>
              <a:t>GUEST</a:t>
            </a:r>
          </a:p>
        </p:txBody>
      </p:sp>
      <p:sp>
        <p:nvSpPr>
          <p:cNvPr id="34" name="text-GIFT">
            <a:extLst xmlns:a="http://schemas.openxmlformats.org/drawingml/2006/main">
              <a:ext uri="{FF2B5EF4-FFF2-40B4-BE49-F238E27FC236}">
                <a16:creationId xmlns:a16="http://schemas.microsoft.com/office/drawing/2014/main" id="{234739CC-FFBF-42A6-BFC6-52460F9BF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1210" y="2000250"/>
            <a:ext cx="114681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FFFFFF"/>
                </a:solidFill>
              </a:defRPr>
            </a:pPr>
            <a:r>
              <a:rPr sz="825" b="0" i="0">
                <a:solidFill>
                  <a:srgbClr val="FFFFFF"/>
                </a:solidFill>
              </a:rPr>
              <a:t>GIFT</a:t>
            </a:r>
          </a:p>
        </p:txBody>
      </p:sp>
      <p:sp>
        <p:nvSpPr>
          <p:cNvPr id="35" name="text-RECEIVED">
            <a:extLst xmlns:a="http://schemas.openxmlformats.org/drawingml/2006/main">
              <a:ext uri="{FF2B5EF4-FFF2-40B4-BE49-F238E27FC236}">
                <a16:creationId xmlns:a16="http://schemas.microsoft.com/office/drawing/2014/main" id="{4948311C-CD0E-4964-941D-DF1A71605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8020" y="2000250"/>
            <a:ext cx="114681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FFFFFF"/>
                </a:solidFill>
              </a:defRPr>
            </a:pPr>
            <a:r>
              <a:rPr sz="825" b="0" i="0">
                <a:solidFill>
                  <a:srgbClr val="FFFFFF"/>
                </a:solidFill>
              </a:rPr>
              <a:t>RECEIVED</a:t>
            </a:r>
          </a:p>
        </p:txBody>
      </p:sp>
      <p:sp>
        <p:nvSpPr>
          <p:cNvPr id="36" name="text-THANK-YOU">
            <a:extLst xmlns:a="http://schemas.openxmlformats.org/drawingml/2006/main">
              <a:ext uri="{FF2B5EF4-FFF2-40B4-BE49-F238E27FC236}">
                <a16:creationId xmlns:a16="http://schemas.microsoft.com/office/drawing/2014/main" id="{C0E1D649-98EA-4DAA-8995-12E04B615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4830" y="2000250"/>
            <a:ext cx="114681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FFFFFF"/>
                </a:solidFill>
              </a:defRPr>
            </a:pPr>
            <a:r>
              <a:rPr sz="825" b="0" i="0">
                <a:solidFill>
                  <a:srgbClr val="FFFFFF"/>
                </a:solidFill>
              </a:rPr>
              <a:t>THANK-YOU</a:t>
            </a:r>
          </a:p>
        </p:txBody>
      </p:sp>
      <p:sp>
        <p:nvSpPr>
          <p:cNvPr id="37" name="text-DATE">
            <a:extLst xmlns:a="http://schemas.openxmlformats.org/drawingml/2006/main">
              <a:ext uri="{FF2B5EF4-FFF2-40B4-BE49-F238E27FC236}">
                <a16:creationId xmlns:a16="http://schemas.microsoft.com/office/drawing/2014/main" id="{C7838CA3-F88B-4B6A-800B-0025D579F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1640" y="2000250"/>
            <a:ext cx="114681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FFFFFF"/>
                </a:solidFill>
              </a:defRPr>
            </a:pPr>
            <a:r>
              <a:rPr sz="825" b="0" i="0">
                <a:solidFill>
                  <a:srgbClr val="FFFFFF"/>
                </a:solidFill>
              </a:rPr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1153048890"/>
      </p:ext>
    </p:extLst>
  </p:cSld>
</p:sld>
</file>

<file path=ppt/slides/slide66.xml><?xml version="1.0" encoding="utf-8"?>
<p:sld xmlns:p="http://schemas.openxmlformats.org/presentationml/2006/main">
  <p:cSld>
    <p:bg>
      <p:bgPr>
        <a:solidFill xmlns:a="http://schemas.openxmlformats.org/drawingml/2006/main">
          <a:srgbClr val="FC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cbb4c4168641f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7562850" cy="10696575"/>
          </a:xfrm>
          <a:prstGeom xmlns:a="http://schemas.openxmlformats.org/drawingml/2006/main" prst="rect">
            <a:avLst/>
          </a:prstGeom>
        </p:spPr>
      </p:pic>
      <p:sp>
        <p:nvSpPr>
          <p:cNvPr id="2" name="soft-romantic-panel">
            <a:extLst xmlns:a="http://schemas.openxmlformats.org/drawingml/2006/main">
              <a:ext uri="{FF2B5EF4-FFF2-40B4-BE49-F238E27FC236}">
                <a16:creationId xmlns:a16="http://schemas.microsoft.com/office/drawing/2014/main" id="{29103828-C949-4EFA-8B4E-945EEF387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"/>
            <a:ext cx="6000750" cy="9429750"/>
          </a:xfrm>
          <a:prstGeom xmlns:a="http://schemas.openxmlformats.org/drawingml/2006/main" prst="roundRect">
            <a:avLst>
              <a:gd name="adj" fmla="val 1270"/>
            </a:avLst>
          </a:prstGeom>
          <a:solidFill xmlns:a="http://schemas.openxmlformats.org/drawingml/2006/main">
            <a:srgbClr val="FCF7F3"/>
          </a:solidFill>
          <a:ln xmlns:a="http://schemas.openxmlformats.org/drawingml/2006/main" w="9525">
            <a:solidFill>
              <a:srgbClr val="C79B46"/>
            </a:solidFill>
            <a:prstDash val="solid"/>
          </a:ln>
        </p:spPr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D0FF6C5D-7EA6-428B-8BA6-065720DA9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42950"/>
            <a:ext cx="5562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75" b="0" i="1">
                <a:solidFill>
                  <a:srgbClr val="52654E"/>
                </a:solidFill>
              </a:defRPr>
            </a:pPr>
            <a:r>
              <a:rPr sz="2475" b="0" i="1">
                <a:solidFill>
                  <a:srgbClr val="52654E"/>
                </a:solidFill>
              </a:rPr>
              <a:t>Vendor Directory</a:t>
            </a:r>
          </a:p>
        </p:txBody>
      </p:sp>
      <p:sp>
        <p:nvSpPr>
          <p:cNvPr id="4" name="page-subtitle">
            <a:extLst xmlns:a="http://schemas.openxmlformats.org/drawingml/2006/main">
              <a:ext uri="{FF2B5EF4-FFF2-40B4-BE49-F238E27FC236}">
                <a16:creationId xmlns:a16="http://schemas.microsoft.com/office/drawing/2014/main" id="{A90CFB88-F72B-4B5B-ABFA-E761E891A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219200"/>
            <a:ext cx="461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C79B46"/>
                </a:solidFill>
              </a:defRPr>
            </a:pPr>
            <a:r>
              <a:rPr sz="975" b="0" i="0">
                <a:solidFill>
                  <a:srgbClr val="C79B46"/>
                </a:solidFill>
              </a:rPr>
              <a:t>EVERY VENDOR IN ONE PLACE</a:t>
            </a:r>
          </a:p>
        </p:txBody>
      </p:sp>
      <p:sp>
        <p:nvSpPr>
          <p:cNvPr id="5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B77F1EF7-8F3F-427F-8B97-72F4053F4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581150"/>
            <a:ext cx="85725" cy="857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C79B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AC03608-428D-403D-B795-E04C922F7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966787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C79B46"/>
                </a:solidFill>
              </a:defRPr>
            </a:pPr>
            <a:r>
              <a:rPr sz="750" b="0" i="0">
                <a:solidFill>
                  <a:srgbClr val="C79B46"/>
                </a:solidFill>
              </a:rPr>
              <a:t>066</a:t>
            </a:r>
          </a:p>
        </p:txBody>
      </p:sp>
      <p:sp>
        <p:nvSpPr>
          <p:cNvPr id="7" name="table-header">
            <a:extLst xmlns:a="http://schemas.openxmlformats.org/drawingml/2006/main">
              <a:ext uri="{FF2B5EF4-FFF2-40B4-BE49-F238E27FC236}">
                <a16:creationId xmlns:a16="http://schemas.microsoft.com/office/drawing/2014/main" id="{0DC2260E-212A-4952-BEEF-91B2B9F46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57340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8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2859BE68-3040-4D76-886A-F101F8877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5734050" cy="6600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7B61"/>
            </a:solidFill>
            <a:prstDash val="solid"/>
          </a:ln>
        </p:spPr>
      </p:sp>
      <p:sp>
        <p:nvSpPr>
          <p:cNvPr id="9" name="table-v">
            <a:extLst xmlns:a="http://schemas.openxmlformats.org/drawingml/2006/main">
              <a:ext uri="{FF2B5EF4-FFF2-40B4-BE49-F238E27FC236}">
                <a16:creationId xmlns:a16="http://schemas.microsoft.com/office/drawing/2014/main" id="{77C5BABA-3BE8-42DF-A64D-F9F1927AA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7913" y="2000250"/>
            <a:ext cx="6668" cy="6600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able-v">
            <a:extLst xmlns:a="http://schemas.openxmlformats.org/drawingml/2006/main">
              <a:ext uri="{FF2B5EF4-FFF2-40B4-BE49-F238E27FC236}">
                <a16:creationId xmlns:a16="http://schemas.microsoft.com/office/drawing/2014/main" id="{03134518-7191-4094-95EC-0A5BE179E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2000250"/>
            <a:ext cx="6668" cy="6600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able-v">
            <a:extLst xmlns:a="http://schemas.openxmlformats.org/drawingml/2006/main">
              <a:ext uri="{FF2B5EF4-FFF2-40B4-BE49-F238E27FC236}">
                <a16:creationId xmlns:a16="http://schemas.microsoft.com/office/drawing/2014/main" id="{9A5623FC-08E5-4934-975D-8E2C23B39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4938" y="2000250"/>
            <a:ext cx="6668" cy="6600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able-h">
            <a:extLst xmlns:a="http://schemas.openxmlformats.org/drawingml/2006/main">
              <a:ext uri="{FF2B5EF4-FFF2-40B4-BE49-F238E27FC236}">
                <a16:creationId xmlns:a16="http://schemas.microsoft.com/office/drawing/2014/main" id="{B5EDB88E-E825-444B-B42D-372D17680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1457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able-h">
            <a:extLst xmlns:a="http://schemas.openxmlformats.org/drawingml/2006/main">
              <a:ext uri="{FF2B5EF4-FFF2-40B4-BE49-F238E27FC236}">
                <a16:creationId xmlns:a16="http://schemas.microsoft.com/office/drawing/2014/main" id="{E4D6D2EC-66C0-46B0-8E51-6DC46F901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2890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able-h">
            <a:extLst xmlns:a="http://schemas.openxmlformats.org/drawingml/2006/main">
              <a:ext uri="{FF2B5EF4-FFF2-40B4-BE49-F238E27FC236}">
                <a16:creationId xmlns:a16="http://schemas.microsoft.com/office/drawing/2014/main" id="{FCE09FA7-AC9D-454E-944F-93BE8439D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4322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able-h">
            <a:extLst xmlns:a="http://schemas.openxmlformats.org/drawingml/2006/main">
              <a:ext uri="{FF2B5EF4-FFF2-40B4-BE49-F238E27FC236}">
                <a16:creationId xmlns:a16="http://schemas.microsoft.com/office/drawing/2014/main" id="{74419EE9-D555-4973-A032-577EBE3C6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5755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able-h">
            <a:extLst xmlns:a="http://schemas.openxmlformats.org/drawingml/2006/main">
              <a:ext uri="{FF2B5EF4-FFF2-40B4-BE49-F238E27FC236}">
                <a16:creationId xmlns:a16="http://schemas.microsoft.com/office/drawing/2014/main" id="{B2B07DBC-5048-4500-AAB7-2C3BD62CD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7187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able-h">
            <a:extLst xmlns:a="http://schemas.openxmlformats.org/drawingml/2006/main">
              <a:ext uri="{FF2B5EF4-FFF2-40B4-BE49-F238E27FC236}">
                <a16:creationId xmlns:a16="http://schemas.microsoft.com/office/drawing/2014/main" id="{ABA9490A-CB9B-4FB3-BE04-99730D1BB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8620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able-h">
            <a:extLst xmlns:a="http://schemas.openxmlformats.org/drawingml/2006/main">
              <a:ext uri="{FF2B5EF4-FFF2-40B4-BE49-F238E27FC236}">
                <a16:creationId xmlns:a16="http://schemas.microsoft.com/office/drawing/2014/main" id="{6225CA26-AF22-4060-9D7A-F3827D525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0052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able-h">
            <a:extLst xmlns:a="http://schemas.openxmlformats.org/drawingml/2006/main">
              <a:ext uri="{FF2B5EF4-FFF2-40B4-BE49-F238E27FC236}">
                <a16:creationId xmlns:a16="http://schemas.microsoft.com/office/drawing/2014/main" id="{D4ACD185-F6E8-459E-8418-8C0739826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1485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able-h">
            <a:extLst xmlns:a="http://schemas.openxmlformats.org/drawingml/2006/main">
              <a:ext uri="{FF2B5EF4-FFF2-40B4-BE49-F238E27FC236}">
                <a16:creationId xmlns:a16="http://schemas.microsoft.com/office/drawing/2014/main" id="{65120A4F-F56B-4B4F-B966-59F36FEA1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2917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able-h">
            <a:extLst xmlns:a="http://schemas.openxmlformats.org/drawingml/2006/main">
              <a:ext uri="{FF2B5EF4-FFF2-40B4-BE49-F238E27FC236}">
                <a16:creationId xmlns:a16="http://schemas.microsoft.com/office/drawing/2014/main" id="{22D3E36E-EB09-4870-AC51-CD484DE11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4350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able-h">
            <a:extLst xmlns:a="http://schemas.openxmlformats.org/drawingml/2006/main">
              <a:ext uri="{FF2B5EF4-FFF2-40B4-BE49-F238E27FC236}">
                <a16:creationId xmlns:a16="http://schemas.microsoft.com/office/drawing/2014/main" id="{AE955C00-4F6F-4210-8DF2-D1EC945AE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5782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able-h">
            <a:extLst xmlns:a="http://schemas.openxmlformats.org/drawingml/2006/main">
              <a:ext uri="{FF2B5EF4-FFF2-40B4-BE49-F238E27FC236}">
                <a16:creationId xmlns:a16="http://schemas.microsoft.com/office/drawing/2014/main" id="{CD88F1AE-75F5-4D38-99B4-2338DAD2A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7215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able-h">
            <a:extLst xmlns:a="http://schemas.openxmlformats.org/drawingml/2006/main">
              <a:ext uri="{FF2B5EF4-FFF2-40B4-BE49-F238E27FC236}">
                <a16:creationId xmlns:a16="http://schemas.microsoft.com/office/drawing/2014/main" id="{A8FE8098-4FD9-4E7D-8BF0-042E81C8D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8647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table-h">
            <a:extLst xmlns:a="http://schemas.openxmlformats.org/drawingml/2006/main">
              <a:ext uri="{FF2B5EF4-FFF2-40B4-BE49-F238E27FC236}">
                <a16:creationId xmlns:a16="http://schemas.microsoft.com/office/drawing/2014/main" id="{C989C50A-8F0A-40ED-85DD-5062997FE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0080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table-h">
            <a:extLst xmlns:a="http://schemas.openxmlformats.org/drawingml/2006/main">
              <a:ext uri="{FF2B5EF4-FFF2-40B4-BE49-F238E27FC236}">
                <a16:creationId xmlns:a16="http://schemas.microsoft.com/office/drawing/2014/main" id="{030A4F17-263F-4BC8-AA47-FCD88BBBA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71512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table-h">
            <a:extLst xmlns:a="http://schemas.openxmlformats.org/drawingml/2006/main">
              <a:ext uri="{FF2B5EF4-FFF2-40B4-BE49-F238E27FC236}">
                <a16:creationId xmlns:a16="http://schemas.microsoft.com/office/drawing/2014/main" id="{67AF12B1-FA37-471C-A705-0B089C3AD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02945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table-h">
            <a:extLst xmlns:a="http://schemas.openxmlformats.org/drawingml/2006/main">
              <a:ext uri="{FF2B5EF4-FFF2-40B4-BE49-F238E27FC236}">
                <a16:creationId xmlns:a16="http://schemas.microsoft.com/office/drawing/2014/main" id="{2C5BD154-45C2-4A71-A884-9193A72A5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34377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table-h">
            <a:extLst xmlns:a="http://schemas.openxmlformats.org/drawingml/2006/main">
              <a:ext uri="{FF2B5EF4-FFF2-40B4-BE49-F238E27FC236}">
                <a16:creationId xmlns:a16="http://schemas.microsoft.com/office/drawing/2014/main" id="{CB201C49-435D-4E34-9509-560D27B8E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65810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table-h">
            <a:extLst xmlns:a="http://schemas.openxmlformats.org/drawingml/2006/main">
              <a:ext uri="{FF2B5EF4-FFF2-40B4-BE49-F238E27FC236}">
                <a16:creationId xmlns:a16="http://schemas.microsoft.com/office/drawing/2014/main" id="{6C6BE8E4-8717-47B2-946E-784C1FCB7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97242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table-h">
            <a:extLst xmlns:a="http://schemas.openxmlformats.org/drawingml/2006/main">
              <a:ext uri="{FF2B5EF4-FFF2-40B4-BE49-F238E27FC236}">
                <a16:creationId xmlns:a16="http://schemas.microsoft.com/office/drawing/2014/main" id="{8F77F009-C428-45BD-B8C9-7D472AC85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28675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text-SERVICE">
            <a:extLst xmlns:a="http://schemas.openxmlformats.org/drawingml/2006/main">
              <a:ext uri="{FF2B5EF4-FFF2-40B4-BE49-F238E27FC236}">
                <a16:creationId xmlns:a16="http://schemas.microsoft.com/office/drawing/2014/main" id="{558994AE-16E9-4A74-AA20-95D38CDEB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143351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FFFFFF"/>
                </a:solidFill>
              </a:defRPr>
            </a:pPr>
            <a:r>
              <a:rPr sz="825" b="0" i="0">
                <a:solidFill>
                  <a:srgbClr val="FFFFFF"/>
                </a:solidFill>
              </a:rPr>
              <a:t>SERVICE</a:t>
            </a:r>
          </a:p>
        </p:txBody>
      </p:sp>
      <p:sp>
        <p:nvSpPr>
          <p:cNvPr id="33" name="text-BUSINESS">
            <a:extLst xmlns:a="http://schemas.openxmlformats.org/drawingml/2006/main">
              <a:ext uri="{FF2B5EF4-FFF2-40B4-BE49-F238E27FC236}">
                <a16:creationId xmlns:a16="http://schemas.microsoft.com/office/drawing/2014/main" id="{40A9C6BF-1FC1-40F1-BCA2-E28460243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7913" y="2000250"/>
            <a:ext cx="143351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FFFFFF"/>
                </a:solidFill>
              </a:defRPr>
            </a:pPr>
            <a:r>
              <a:rPr sz="825" b="0" i="0">
                <a:solidFill>
                  <a:srgbClr val="FFFFFF"/>
                </a:solidFill>
              </a:rPr>
              <a:t>BUSINESS</a:t>
            </a:r>
          </a:p>
        </p:txBody>
      </p:sp>
      <p:sp>
        <p:nvSpPr>
          <p:cNvPr id="34" name="text-CONTACT">
            <a:extLst xmlns:a="http://schemas.openxmlformats.org/drawingml/2006/main">
              <a:ext uri="{FF2B5EF4-FFF2-40B4-BE49-F238E27FC236}">
                <a16:creationId xmlns:a16="http://schemas.microsoft.com/office/drawing/2014/main" id="{6AB93CCA-A289-41DB-A1FF-DD265BF3B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2000250"/>
            <a:ext cx="143351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FFFFFF"/>
                </a:solidFill>
              </a:defRPr>
            </a:pPr>
            <a:r>
              <a:rPr sz="825" b="0" i="0">
                <a:solidFill>
                  <a:srgbClr val="FFFFFF"/>
                </a:solidFill>
              </a:rPr>
              <a:t>CONTACT</a:t>
            </a:r>
          </a:p>
        </p:txBody>
      </p:sp>
      <p:sp>
        <p:nvSpPr>
          <p:cNvPr id="35" name="text-PHONE / EMAIL">
            <a:extLst xmlns:a="http://schemas.openxmlformats.org/drawingml/2006/main">
              <a:ext uri="{FF2B5EF4-FFF2-40B4-BE49-F238E27FC236}">
                <a16:creationId xmlns:a16="http://schemas.microsoft.com/office/drawing/2014/main" id="{529BA678-3BDE-47CD-8516-99983B8D4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4938" y="2000250"/>
            <a:ext cx="143351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FFFFFF"/>
                </a:solidFill>
              </a:defRPr>
            </a:pPr>
            <a:r>
              <a:rPr sz="825" b="0" i="0">
                <a:solidFill>
                  <a:srgbClr val="FFFFFF"/>
                </a:solidFill>
              </a:rPr>
              <a:t>PHONE / EMAIL</a:t>
            </a:r>
          </a:p>
        </p:txBody>
      </p:sp>
      <p:sp>
        <p:nvSpPr>
          <p:cNvPr id="36" name="text-Venue">
            <a:extLst xmlns:a="http://schemas.openxmlformats.org/drawingml/2006/main">
              <a:ext uri="{FF2B5EF4-FFF2-40B4-BE49-F238E27FC236}">
                <a16:creationId xmlns:a16="http://schemas.microsoft.com/office/drawing/2014/main" id="{66229684-5F14-4AAA-91D8-5F6C0524E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314575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Venue</a:t>
            </a:r>
          </a:p>
        </p:txBody>
      </p:sp>
      <p:sp>
        <p:nvSpPr>
          <p:cNvPr id="37" name="text-Catering">
            <a:extLst xmlns:a="http://schemas.openxmlformats.org/drawingml/2006/main">
              <a:ext uri="{FF2B5EF4-FFF2-40B4-BE49-F238E27FC236}">
                <a16:creationId xmlns:a16="http://schemas.microsoft.com/office/drawing/2014/main" id="{6921866B-0071-4B5B-949A-740FCFB9A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628900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Catering</a:t>
            </a:r>
          </a:p>
        </p:txBody>
      </p:sp>
      <p:sp>
        <p:nvSpPr>
          <p:cNvPr id="38" name="text-Photography">
            <a:extLst xmlns:a="http://schemas.openxmlformats.org/drawingml/2006/main">
              <a:ext uri="{FF2B5EF4-FFF2-40B4-BE49-F238E27FC236}">
                <a16:creationId xmlns:a16="http://schemas.microsoft.com/office/drawing/2014/main" id="{48F169B0-6D69-44D5-B1A2-EBA1D61EF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943225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Photography</a:t>
            </a:r>
          </a:p>
        </p:txBody>
      </p:sp>
      <p:sp>
        <p:nvSpPr>
          <p:cNvPr id="39" name="text-Videography">
            <a:extLst xmlns:a="http://schemas.openxmlformats.org/drawingml/2006/main">
              <a:ext uri="{FF2B5EF4-FFF2-40B4-BE49-F238E27FC236}">
                <a16:creationId xmlns:a16="http://schemas.microsoft.com/office/drawing/2014/main" id="{D224BFF8-F467-4023-AF6C-8A25C8FE9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57550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Videography</a:t>
            </a:r>
          </a:p>
        </p:txBody>
      </p:sp>
      <p:sp>
        <p:nvSpPr>
          <p:cNvPr id="40" name="text-Florist">
            <a:extLst xmlns:a="http://schemas.openxmlformats.org/drawingml/2006/main">
              <a:ext uri="{FF2B5EF4-FFF2-40B4-BE49-F238E27FC236}">
                <a16:creationId xmlns:a16="http://schemas.microsoft.com/office/drawing/2014/main" id="{089155FF-9FE6-4C94-83CE-260F06E32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571875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Florist</a:t>
            </a:r>
          </a:p>
        </p:txBody>
      </p:sp>
      <p:sp>
        <p:nvSpPr>
          <p:cNvPr id="41" name="text-Music">
            <a:extLst xmlns:a="http://schemas.openxmlformats.org/drawingml/2006/main">
              <a:ext uri="{FF2B5EF4-FFF2-40B4-BE49-F238E27FC236}">
                <a16:creationId xmlns:a16="http://schemas.microsoft.com/office/drawing/2014/main" id="{E4750245-5B0D-4478-8E67-E0BD94DB5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886200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Music</a:t>
            </a:r>
          </a:p>
        </p:txBody>
      </p:sp>
      <p:sp>
        <p:nvSpPr>
          <p:cNvPr id="42" name="text-Cake">
            <a:extLst xmlns:a="http://schemas.openxmlformats.org/drawingml/2006/main">
              <a:ext uri="{FF2B5EF4-FFF2-40B4-BE49-F238E27FC236}">
                <a16:creationId xmlns:a16="http://schemas.microsoft.com/office/drawing/2014/main" id="{C5494845-AF5B-43B4-A52C-D80B07DF4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200525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Cake</a:t>
            </a:r>
          </a:p>
        </p:txBody>
      </p:sp>
      <p:sp>
        <p:nvSpPr>
          <p:cNvPr id="43" name="text-Stationery">
            <a:extLst xmlns:a="http://schemas.openxmlformats.org/drawingml/2006/main">
              <a:ext uri="{FF2B5EF4-FFF2-40B4-BE49-F238E27FC236}">
                <a16:creationId xmlns:a16="http://schemas.microsoft.com/office/drawing/2014/main" id="{A5B76F1E-20E4-4085-B64F-89E3189CD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514850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Stationery</a:t>
            </a:r>
          </a:p>
        </p:txBody>
      </p:sp>
      <p:sp>
        <p:nvSpPr>
          <p:cNvPr id="44" name="text-Transport">
            <a:extLst xmlns:a="http://schemas.openxmlformats.org/drawingml/2006/main">
              <a:ext uri="{FF2B5EF4-FFF2-40B4-BE49-F238E27FC236}">
                <a16:creationId xmlns:a16="http://schemas.microsoft.com/office/drawing/2014/main" id="{7866776D-5C87-4D80-99CB-BC54380CD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829175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Transport</a:t>
            </a:r>
          </a:p>
        </p:txBody>
      </p:sp>
      <p:sp>
        <p:nvSpPr>
          <p:cNvPr id="45" name="text-Beauty">
            <a:extLst xmlns:a="http://schemas.openxmlformats.org/drawingml/2006/main">
              <a:ext uri="{FF2B5EF4-FFF2-40B4-BE49-F238E27FC236}">
                <a16:creationId xmlns:a16="http://schemas.microsoft.com/office/drawing/2014/main" id="{32BEC2DA-82AE-4E13-9AFB-ADF94411D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143500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Beauty</a:t>
            </a:r>
          </a:p>
        </p:txBody>
      </p:sp>
      <p:sp>
        <p:nvSpPr>
          <p:cNvPr id="46" name="text-Rentals">
            <a:extLst xmlns:a="http://schemas.openxmlformats.org/drawingml/2006/main">
              <a:ext uri="{FF2B5EF4-FFF2-40B4-BE49-F238E27FC236}">
                <a16:creationId xmlns:a16="http://schemas.microsoft.com/office/drawing/2014/main" id="{CA60D272-F8A1-48E3-BB1E-F7DF4BFC9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457825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Rentals</a:t>
            </a:r>
          </a:p>
        </p:txBody>
      </p:sp>
      <p:sp>
        <p:nvSpPr>
          <p:cNvPr id="47" name="text-Accommodation">
            <a:extLst xmlns:a="http://schemas.openxmlformats.org/drawingml/2006/main">
              <a:ext uri="{FF2B5EF4-FFF2-40B4-BE49-F238E27FC236}">
                <a16:creationId xmlns:a16="http://schemas.microsoft.com/office/drawing/2014/main" id="{9C834A3A-25CE-41D6-9E7D-7444A6D60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772150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Accommodation</a:t>
            </a:r>
          </a:p>
        </p:txBody>
      </p:sp>
    </p:spTree>
    <p:extLst>
      <p:ext uri="{BB962C8B-B14F-4D97-AF65-F5344CB8AC3E}">
        <p14:creationId xmlns:p14="http://schemas.microsoft.com/office/powerpoint/2010/main" val="1251190733"/>
      </p:ext>
    </p:extLst>
  </p:cSld>
</p:sld>
</file>

<file path=ppt/slides/slide67.xml><?xml version="1.0" encoding="utf-8"?>
<p:sld xmlns:p="http://schemas.openxmlformats.org/presentationml/2006/main">
  <p:cSld>
    <p:bg>
      <p:bgPr>
        <a:solidFill xmlns:a="http://schemas.openxmlformats.org/drawingml/2006/main">
          <a:srgbClr val="FC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73827be23e4db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7562850" cy="10696575"/>
          </a:xfrm>
          <a:prstGeom xmlns:a="http://schemas.openxmlformats.org/drawingml/2006/main" prst="rect">
            <a:avLst/>
          </a:prstGeom>
        </p:spPr>
      </p:pic>
      <p:sp>
        <p:nvSpPr>
          <p:cNvPr id="2" name="soft-romantic-panel">
            <a:extLst xmlns:a="http://schemas.openxmlformats.org/drawingml/2006/main">
              <a:ext uri="{FF2B5EF4-FFF2-40B4-BE49-F238E27FC236}">
                <a16:creationId xmlns:a16="http://schemas.microsoft.com/office/drawing/2014/main" id="{85B4FC86-C6D9-4C76-80A1-49F88EA81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"/>
            <a:ext cx="6000750" cy="9429750"/>
          </a:xfrm>
          <a:prstGeom xmlns:a="http://schemas.openxmlformats.org/drawingml/2006/main" prst="roundRect">
            <a:avLst>
              <a:gd name="adj" fmla="val 1270"/>
            </a:avLst>
          </a:prstGeom>
          <a:solidFill xmlns:a="http://schemas.openxmlformats.org/drawingml/2006/main">
            <a:srgbClr val="FCF7F3"/>
          </a:solidFill>
          <a:ln xmlns:a="http://schemas.openxmlformats.org/drawingml/2006/main" w="9525">
            <a:solidFill>
              <a:srgbClr val="C79B46"/>
            </a:solidFill>
            <a:prstDash val="solid"/>
          </a:ln>
        </p:spPr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2496EB23-536A-471A-8E96-864E253FC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42950"/>
            <a:ext cx="5562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75" b="0" i="1">
                <a:solidFill>
                  <a:srgbClr val="52654E"/>
                </a:solidFill>
              </a:defRPr>
            </a:pPr>
            <a:r>
              <a:rPr sz="2475" b="0" i="1">
                <a:solidFill>
                  <a:srgbClr val="52654E"/>
                </a:solidFill>
              </a:rPr>
              <a:t>Vendor Comparison</a:t>
            </a:r>
          </a:p>
        </p:txBody>
      </p:sp>
      <p:sp>
        <p:nvSpPr>
          <p:cNvPr id="4" name="page-subtitle">
            <a:extLst xmlns:a="http://schemas.openxmlformats.org/drawingml/2006/main">
              <a:ext uri="{FF2B5EF4-FFF2-40B4-BE49-F238E27FC236}">
                <a16:creationId xmlns:a16="http://schemas.microsoft.com/office/drawing/2014/main" id="{C234BD50-2789-4B79-BCA4-94823675F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219200"/>
            <a:ext cx="461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C79B46"/>
                </a:solidFill>
              </a:defRPr>
            </a:pPr>
            <a:r>
              <a:rPr sz="975" b="0" i="0">
                <a:solidFill>
                  <a:srgbClr val="C79B46"/>
                </a:solidFill>
              </a:rPr>
              <a:t>COMPARE BEFORE YOU COMMIT</a:t>
            </a:r>
          </a:p>
        </p:txBody>
      </p:sp>
      <p:sp>
        <p:nvSpPr>
          <p:cNvPr id="5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C71D02DF-F929-488F-9AE8-2A2A05B10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581150"/>
            <a:ext cx="85725" cy="857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C79B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5816E368-8D4A-4947-A47D-164077C2F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966787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C79B46"/>
                </a:solidFill>
              </a:defRPr>
            </a:pPr>
            <a:r>
              <a:rPr sz="750" b="0" i="0">
                <a:solidFill>
                  <a:srgbClr val="C79B46"/>
                </a:solidFill>
              </a:rPr>
              <a:t>067</a:t>
            </a:r>
          </a:p>
        </p:txBody>
      </p:sp>
      <p:sp>
        <p:nvSpPr>
          <p:cNvPr id="7" name="table-header">
            <a:extLst xmlns:a="http://schemas.openxmlformats.org/drawingml/2006/main">
              <a:ext uri="{FF2B5EF4-FFF2-40B4-BE49-F238E27FC236}">
                <a16:creationId xmlns:a16="http://schemas.microsoft.com/office/drawing/2014/main" id="{08BDADCE-1406-4570-BD06-162FAE6D8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57340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8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4B89A864-12EA-4406-ADED-D3611825B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5734050" cy="5343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7B61"/>
            </a:solidFill>
            <a:prstDash val="solid"/>
          </a:ln>
        </p:spPr>
      </p:sp>
      <p:sp>
        <p:nvSpPr>
          <p:cNvPr id="9" name="table-v">
            <a:extLst xmlns:a="http://schemas.openxmlformats.org/drawingml/2006/main">
              <a:ext uri="{FF2B5EF4-FFF2-40B4-BE49-F238E27FC236}">
                <a16:creationId xmlns:a16="http://schemas.microsoft.com/office/drawing/2014/main" id="{9D31B8CD-47CB-413D-A4C3-5015D653F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7913" y="2000250"/>
            <a:ext cx="6668" cy="5343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able-v">
            <a:extLst xmlns:a="http://schemas.openxmlformats.org/drawingml/2006/main">
              <a:ext uri="{FF2B5EF4-FFF2-40B4-BE49-F238E27FC236}">
                <a16:creationId xmlns:a16="http://schemas.microsoft.com/office/drawing/2014/main" id="{EC685649-1B78-46FD-960F-88516236B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2000250"/>
            <a:ext cx="6668" cy="5343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able-v">
            <a:extLst xmlns:a="http://schemas.openxmlformats.org/drawingml/2006/main">
              <a:ext uri="{FF2B5EF4-FFF2-40B4-BE49-F238E27FC236}">
                <a16:creationId xmlns:a16="http://schemas.microsoft.com/office/drawing/2014/main" id="{A3FF69CA-98B1-4518-8D34-C5CCB7B77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4938" y="2000250"/>
            <a:ext cx="6668" cy="5343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able-h">
            <a:extLst xmlns:a="http://schemas.openxmlformats.org/drawingml/2006/main">
              <a:ext uri="{FF2B5EF4-FFF2-40B4-BE49-F238E27FC236}">
                <a16:creationId xmlns:a16="http://schemas.microsoft.com/office/drawing/2014/main" id="{2AAE0399-8B8D-4B14-923F-0E166FAB3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1457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able-h">
            <a:extLst xmlns:a="http://schemas.openxmlformats.org/drawingml/2006/main">
              <a:ext uri="{FF2B5EF4-FFF2-40B4-BE49-F238E27FC236}">
                <a16:creationId xmlns:a16="http://schemas.microsoft.com/office/drawing/2014/main" id="{8C061774-A0EB-430C-9FF5-77B2D9686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2890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able-h">
            <a:extLst xmlns:a="http://schemas.openxmlformats.org/drawingml/2006/main">
              <a:ext uri="{FF2B5EF4-FFF2-40B4-BE49-F238E27FC236}">
                <a16:creationId xmlns:a16="http://schemas.microsoft.com/office/drawing/2014/main" id="{EF4CC285-8E33-4D0C-B4E7-CB5E73768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4322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able-h">
            <a:extLst xmlns:a="http://schemas.openxmlformats.org/drawingml/2006/main">
              <a:ext uri="{FF2B5EF4-FFF2-40B4-BE49-F238E27FC236}">
                <a16:creationId xmlns:a16="http://schemas.microsoft.com/office/drawing/2014/main" id="{39A5DF4D-2D45-4F82-B3FD-55B9D66EA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5755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able-h">
            <a:extLst xmlns:a="http://schemas.openxmlformats.org/drawingml/2006/main">
              <a:ext uri="{FF2B5EF4-FFF2-40B4-BE49-F238E27FC236}">
                <a16:creationId xmlns:a16="http://schemas.microsoft.com/office/drawing/2014/main" id="{63C997B9-2FD6-4F48-877C-C7B1B50CE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7187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able-h">
            <a:extLst xmlns:a="http://schemas.openxmlformats.org/drawingml/2006/main">
              <a:ext uri="{FF2B5EF4-FFF2-40B4-BE49-F238E27FC236}">
                <a16:creationId xmlns:a16="http://schemas.microsoft.com/office/drawing/2014/main" id="{15BD795D-2A1A-4210-85B4-E234E4ED8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8620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able-h">
            <a:extLst xmlns:a="http://schemas.openxmlformats.org/drawingml/2006/main">
              <a:ext uri="{FF2B5EF4-FFF2-40B4-BE49-F238E27FC236}">
                <a16:creationId xmlns:a16="http://schemas.microsoft.com/office/drawing/2014/main" id="{C0FD8516-20CF-4FD9-9D24-63EA5DD82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0052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able-h">
            <a:extLst xmlns:a="http://schemas.openxmlformats.org/drawingml/2006/main">
              <a:ext uri="{FF2B5EF4-FFF2-40B4-BE49-F238E27FC236}">
                <a16:creationId xmlns:a16="http://schemas.microsoft.com/office/drawing/2014/main" id="{776E6A25-484D-4624-9250-3044541CE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1485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able-h">
            <a:extLst xmlns:a="http://schemas.openxmlformats.org/drawingml/2006/main">
              <a:ext uri="{FF2B5EF4-FFF2-40B4-BE49-F238E27FC236}">
                <a16:creationId xmlns:a16="http://schemas.microsoft.com/office/drawing/2014/main" id="{691F4E58-C656-46DD-9BB8-B2254C8B5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2917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able-h">
            <a:extLst xmlns:a="http://schemas.openxmlformats.org/drawingml/2006/main">
              <a:ext uri="{FF2B5EF4-FFF2-40B4-BE49-F238E27FC236}">
                <a16:creationId xmlns:a16="http://schemas.microsoft.com/office/drawing/2014/main" id="{108D0CB0-4944-44E3-BF2E-72E9839C1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4350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able-h">
            <a:extLst xmlns:a="http://schemas.openxmlformats.org/drawingml/2006/main">
              <a:ext uri="{FF2B5EF4-FFF2-40B4-BE49-F238E27FC236}">
                <a16:creationId xmlns:a16="http://schemas.microsoft.com/office/drawing/2014/main" id="{CC78BFC7-C7E3-4C0F-9277-79EBDA514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5782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able-h">
            <a:extLst xmlns:a="http://schemas.openxmlformats.org/drawingml/2006/main">
              <a:ext uri="{FF2B5EF4-FFF2-40B4-BE49-F238E27FC236}">
                <a16:creationId xmlns:a16="http://schemas.microsoft.com/office/drawing/2014/main" id="{C790020F-58AE-4E73-B8B3-9A3CAF622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7215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able-h">
            <a:extLst xmlns:a="http://schemas.openxmlformats.org/drawingml/2006/main">
              <a:ext uri="{FF2B5EF4-FFF2-40B4-BE49-F238E27FC236}">
                <a16:creationId xmlns:a16="http://schemas.microsoft.com/office/drawing/2014/main" id="{44A76928-B9E3-4A3B-8E9F-E4F97FE5F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8647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table-h">
            <a:extLst xmlns:a="http://schemas.openxmlformats.org/drawingml/2006/main">
              <a:ext uri="{FF2B5EF4-FFF2-40B4-BE49-F238E27FC236}">
                <a16:creationId xmlns:a16="http://schemas.microsoft.com/office/drawing/2014/main" id="{C2C89EBD-FCD9-4161-A974-488F0F5DF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0080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table-h">
            <a:extLst xmlns:a="http://schemas.openxmlformats.org/drawingml/2006/main">
              <a:ext uri="{FF2B5EF4-FFF2-40B4-BE49-F238E27FC236}">
                <a16:creationId xmlns:a16="http://schemas.microsoft.com/office/drawing/2014/main" id="{24AF57D2-F16A-4BDF-8708-03D3FD39E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71512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table-h">
            <a:extLst xmlns:a="http://schemas.openxmlformats.org/drawingml/2006/main">
              <a:ext uri="{FF2B5EF4-FFF2-40B4-BE49-F238E27FC236}">
                <a16:creationId xmlns:a16="http://schemas.microsoft.com/office/drawing/2014/main" id="{29B99384-CE69-4040-8623-C710CAC35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02945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text-CRITERIA">
            <a:extLst xmlns:a="http://schemas.openxmlformats.org/drawingml/2006/main">
              <a:ext uri="{FF2B5EF4-FFF2-40B4-BE49-F238E27FC236}">
                <a16:creationId xmlns:a16="http://schemas.microsoft.com/office/drawing/2014/main" id="{FC937B91-775F-4115-BDDB-2F767F72F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143351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FFFFFF"/>
                </a:solidFill>
              </a:defRPr>
            </a:pPr>
            <a:r>
              <a:rPr sz="825" b="0" i="0">
                <a:solidFill>
                  <a:srgbClr val="FFFFFF"/>
                </a:solidFill>
              </a:rPr>
              <a:t>CRITERIA</a:t>
            </a:r>
          </a:p>
        </p:txBody>
      </p:sp>
      <p:sp>
        <p:nvSpPr>
          <p:cNvPr id="29" name="text-OPTION 1">
            <a:extLst xmlns:a="http://schemas.openxmlformats.org/drawingml/2006/main">
              <a:ext uri="{FF2B5EF4-FFF2-40B4-BE49-F238E27FC236}">
                <a16:creationId xmlns:a16="http://schemas.microsoft.com/office/drawing/2014/main" id="{F8C1A323-2AF8-4B1F-9861-D45F5286E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7913" y="2000250"/>
            <a:ext cx="143351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FFFFFF"/>
                </a:solidFill>
              </a:defRPr>
            </a:pPr>
            <a:r>
              <a:rPr sz="825" b="0" i="0">
                <a:solidFill>
                  <a:srgbClr val="FFFFFF"/>
                </a:solidFill>
              </a:rPr>
              <a:t>OPTION 1</a:t>
            </a:r>
          </a:p>
        </p:txBody>
      </p:sp>
      <p:sp>
        <p:nvSpPr>
          <p:cNvPr id="30" name="text-OPTION 2">
            <a:extLst xmlns:a="http://schemas.openxmlformats.org/drawingml/2006/main">
              <a:ext uri="{FF2B5EF4-FFF2-40B4-BE49-F238E27FC236}">
                <a16:creationId xmlns:a16="http://schemas.microsoft.com/office/drawing/2014/main" id="{949997A1-2369-4CA2-8565-507E383B9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2000250"/>
            <a:ext cx="143351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FFFFFF"/>
                </a:solidFill>
              </a:defRPr>
            </a:pPr>
            <a:r>
              <a:rPr sz="825" b="0" i="0">
                <a:solidFill>
                  <a:srgbClr val="FFFFFF"/>
                </a:solidFill>
              </a:rPr>
              <a:t>OPTION 2</a:t>
            </a:r>
          </a:p>
        </p:txBody>
      </p:sp>
      <p:sp>
        <p:nvSpPr>
          <p:cNvPr id="31" name="text-OPTION 3">
            <a:extLst xmlns:a="http://schemas.openxmlformats.org/drawingml/2006/main">
              <a:ext uri="{FF2B5EF4-FFF2-40B4-BE49-F238E27FC236}">
                <a16:creationId xmlns:a16="http://schemas.microsoft.com/office/drawing/2014/main" id="{3844BFDA-7D2F-4684-A432-3FFE00280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4938" y="2000250"/>
            <a:ext cx="143351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FFFFFF"/>
                </a:solidFill>
              </a:defRPr>
            </a:pPr>
            <a:r>
              <a:rPr sz="825" b="0" i="0">
                <a:solidFill>
                  <a:srgbClr val="FFFFFF"/>
                </a:solidFill>
              </a:rPr>
              <a:t>OPTION 3</a:t>
            </a:r>
          </a:p>
        </p:txBody>
      </p:sp>
      <p:sp>
        <p:nvSpPr>
          <p:cNvPr id="32" name="text-Name">
            <a:extLst xmlns:a="http://schemas.openxmlformats.org/drawingml/2006/main">
              <a:ext uri="{FF2B5EF4-FFF2-40B4-BE49-F238E27FC236}">
                <a16:creationId xmlns:a16="http://schemas.microsoft.com/office/drawing/2014/main" id="{57B0DB85-A71C-4900-AEB3-25302FD80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314575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Name</a:t>
            </a:r>
          </a:p>
        </p:txBody>
      </p:sp>
      <p:sp>
        <p:nvSpPr>
          <p:cNvPr id="33" name="text-Contact">
            <a:extLst xmlns:a="http://schemas.openxmlformats.org/drawingml/2006/main">
              <a:ext uri="{FF2B5EF4-FFF2-40B4-BE49-F238E27FC236}">
                <a16:creationId xmlns:a16="http://schemas.microsoft.com/office/drawing/2014/main" id="{318A95F6-C904-4DF7-B0BB-B7E054901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628900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Contact</a:t>
            </a:r>
          </a:p>
        </p:txBody>
      </p:sp>
      <p:sp>
        <p:nvSpPr>
          <p:cNvPr id="34" name="text-Price">
            <a:extLst xmlns:a="http://schemas.openxmlformats.org/drawingml/2006/main">
              <a:ext uri="{FF2B5EF4-FFF2-40B4-BE49-F238E27FC236}">
                <a16:creationId xmlns:a16="http://schemas.microsoft.com/office/drawing/2014/main" id="{338A3A72-A734-4050-84F4-E98650B06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943225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Price</a:t>
            </a:r>
          </a:p>
        </p:txBody>
      </p:sp>
      <p:sp>
        <p:nvSpPr>
          <p:cNvPr id="35" name="text-Availability">
            <a:extLst xmlns:a="http://schemas.openxmlformats.org/drawingml/2006/main">
              <a:ext uri="{FF2B5EF4-FFF2-40B4-BE49-F238E27FC236}">
                <a16:creationId xmlns:a16="http://schemas.microsoft.com/office/drawing/2014/main" id="{16F5C158-E6CC-41D0-9106-67EBF278E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57550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Availability</a:t>
            </a:r>
          </a:p>
        </p:txBody>
      </p:sp>
      <p:sp>
        <p:nvSpPr>
          <p:cNvPr id="36" name="text-Style">
            <a:extLst xmlns:a="http://schemas.openxmlformats.org/drawingml/2006/main">
              <a:ext uri="{FF2B5EF4-FFF2-40B4-BE49-F238E27FC236}">
                <a16:creationId xmlns:a16="http://schemas.microsoft.com/office/drawing/2014/main" id="{17BCEB0B-95B5-4D14-B3F3-FF1A47059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571875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Style</a:t>
            </a:r>
          </a:p>
        </p:txBody>
      </p:sp>
      <p:sp>
        <p:nvSpPr>
          <p:cNvPr id="37" name="text-Package">
            <a:extLst xmlns:a="http://schemas.openxmlformats.org/drawingml/2006/main">
              <a:ext uri="{FF2B5EF4-FFF2-40B4-BE49-F238E27FC236}">
                <a16:creationId xmlns:a16="http://schemas.microsoft.com/office/drawing/2014/main" id="{C00F630A-5A05-4278-A88D-8A06EFC16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886200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Package</a:t>
            </a:r>
          </a:p>
        </p:txBody>
      </p:sp>
      <p:sp>
        <p:nvSpPr>
          <p:cNvPr id="38" name="text-Deposit">
            <a:extLst xmlns:a="http://schemas.openxmlformats.org/drawingml/2006/main">
              <a:ext uri="{FF2B5EF4-FFF2-40B4-BE49-F238E27FC236}">
                <a16:creationId xmlns:a16="http://schemas.microsoft.com/office/drawing/2014/main" id="{E3F467F7-D313-4D5F-B9E5-1F4B81D7B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200525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Deposit</a:t>
            </a:r>
          </a:p>
        </p:txBody>
      </p:sp>
      <p:sp>
        <p:nvSpPr>
          <p:cNvPr id="39" name="text-Cancellation">
            <a:extLst xmlns:a="http://schemas.openxmlformats.org/drawingml/2006/main">
              <a:ext uri="{FF2B5EF4-FFF2-40B4-BE49-F238E27FC236}">
                <a16:creationId xmlns:a16="http://schemas.microsoft.com/office/drawing/2014/main" id="{70856EBF-DC45-41F2-8CDB-4F1BC22D5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514850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Cancellation</a:t>
            </a:r>
          </a:p>
        </p:txBody>
      </p:sp>
      <p:sp>
        <p:nvSpPr>
          <p:cNvPr id="40" name="text-Travel">
            <a:extLst xmlns:a="http://schemas.openxmlformats.org/drawingml/2006/main">
              <a:ext uri="{FF2B5EF4-FFF2-40B4-BE49-F238E27FC236}">
                <a16:creationId xmlns:a16="http://schemas.microsoft.com/office/drawing/2014/main" id="{0C7D88AE-A644-41CA-8C13-AE8F3BEAB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829175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Travel</a:t>
            </a:r>
          </a:p>
        </p:txBody>
      </p:sp>
      <p:sp>
        <p:nvSpPr>
          <p:cNvPr id="41" name="text-Setup">
            <a:extLst xmlns:a="http://schemas.openxmlformats.org/drawingml/2006/main">
              <a:ext uri="{FF2B5EF4-FFF2-40B4-BE49-F238E27FC236}">
                <a16:creationId xmlns:a16="http://schemas.microsoft.com/office/drawing/2014/main" id="{2C6BA806-8454-419C-BD33-5465A76D2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143500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Setup</a:t>
            </a:r>
          </a:p>
        </p:txBody>
      </p:sp>
      <p:sp>
        <p:nvSpPr>
          <p:cNvPr id="42" name="text-Experience">
            <a:extLst xmlns:a="http://schemas.openxmlformats.org/drawingml/2006/main">
              <a:ext uri="{FF2B5EF4-FFF2-40B4-BE49-F238E27FC236}">
                <a16:creationId xmlns:a16="http://schemas.microsoft.com/office/drawing/2014/main" id="{3B608B2B-83A4-416B-982B-934A54E71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457825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Experience</a:t>
            </a:r>
          </a:p>
        </p:txBody>
      </p:sp>
      <p:sp>
        <p:nvSpPr>
          <p:cNvPr id="43" name="text-Reviews">
            <a:extLst xmlns:a="http://schemas.openxmlformats.org/drawingml/2006/main">
              <a:ext uri="{FF2B5EF4-FFF2-40B4-BE49-F238E27FC236}">
                <a16:creationId xmlns:a16="http://schemas.microsoft.com/office/drawing/2014/main" id="{A1F930A2-AF4F-4BFB-A4A0-682180072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772150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Reviews</a:t>
            </a:r>
          </a:p>
        </p:txBody>
      </p:sp>
      <p:sp>
        <p:nvSpPr>
          <p:cNvPr id="44" name="text-Pros">
            <a:extLst xmlns:a="http://schemas.openxmlformats.org/drawingml/2006/main">
              <a:ext uri="{FF2B5EF4-FFF2-40B4-BE49-F238E27FC236}">
                <a16:creationId xmlns:a16="http://schemas.microsoft.com/office/drawing/2014/main" id="{84B57874-AAD5-4FD5-B14B-DA441F2DF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086475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Pros</a:t>
            </a:r>
          </a:p>
        </p:txBody>
      </p:sp>
      <p:sp>
        <p:nvSpPr>
          <p:cNvPr id="45" name="text-Cons">
            <a:extLst xmlns:a="http://schemas.openxmlformats.org/drawingml/2006/main">
              <a:ext uri="{FF2B5EF4-FFF2-40B4-BE49-F238E27FC236}">
                <a16:creationId xmlns:a16="http://schemas.microsoft.com/office/drawing/2014/main" id="{0A392099-A586-4BB9-A724-D7FAA8655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400800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Cons</a:t>
            </a:r>
          </a:p>
        </p:txBody>
      </p:sp>
      <p:sp>
        <p:nvSpPr>
          <p:cNvPr id="46" name="text-Questions">
            <a:extLst xmlns:a="http://schemas.openxmlformats.org/drawingml/2006/main">
              <a:ext uri="{FF2B5EF4-FFF2-40B4-BE49-F238E27FC236}">
                <a16:creationId xmlns:a16="http://schemas.microsoft.com/office/drawing/2014/main" id="{C1FC5F58-1F51-41EC-B12D-73BFC2DF4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715125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Questions</a:t>
            </a:r>
          </a:p>
        </p:txBody>
      </p:sp>
      <p:sp>
        <p:nvSpPr>
          <p:cNvPr id="47" name="text-Decision">
            <a:extLst xmlns:a="http://schemas.openxmlformats.org/drawingml/2006/main">
              <a:ext uri="{FF2B5EF4-FFF2-40B4-BE49-F238E27FC236}">
                <a16:creationId xmlns:a16="http://schemas.microsoft.com/office/drawing/2014/main" id="{06181B27-05D3-4FAF-B9AF-14CCC49A5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029450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Decision</a:t>
            </a:r>
          </a:p>
        </p:txBody>
      </p:sp>
    </p:spTree>
    <p:extLst>
      <p:ext uri="{BB962C8B-B14F-4D97-AF65-F5344CB8AC3E}">
        <p14:creationId xmlns:p14="http://schemas.microsoft.com/office/powerpoint/2010/main" val="1045540704"/>
      </p:ext>
    </p:extLst>
  </p:cSld>
</p:sld>
</file>

<file path=ppt/slides/slide68.xml><?xml version="1.0" encoding="utf-8"?>
<p:sld xmlns:p="http://schemas.openxmlformats.org/presentationml/2006/main">
  <p:cSld>
    <p:bg>
      <p:bgPr>
        <a:solidFill xmlns:a="http://schemas.openxmlformats.org/drawingml/2006/main">
          <a:srgbClr val="FC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5fb368acd34b4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7562850" cy="10696575"/>
          </a:xfrm>
          <a:prstGeom xmlns:a="http://schemas.openxmlformats.org/drawingml/2006/main" prst="rect">
            <a:avLst/>
          </a:prstGeom>
        </p:spPr>
      </p:pic>
      <p:sp>
        <p:nvSpPr>
          <p:cNvPr id="2" name="soft-romantic-panel">
            <a:extLst xmlns:a="http://schemas.openxmlformats.org/drawingml/2006/main">
              <a:ext uri="{FF2B5EF4-FFF2-40B4-BE49-F238E27FC236}">
                <a16:creationId xmlns:a16="http://schemas.microsoft.com/office/drawing/2014/main" id="{4C19DC39-C489-4141-98FE-ABC0C2506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"/>
            <a:ext cx="6000750" cy="9429750"/>
          </a:xfrm>
          <a:prstGeom xmlns:a="http://schemas.openxmlformats.org/drawingml/2006/main" prst="roundRect">
            <a:avLst>
              <a:gd name="adj" fmla="val 1270"/>
            </a:avLst>
          </a:prstGeom>
          <a:solidFill xmlns:a="http://schemas.openxmlformats.org/drawingml/2006/main">
            <a:srgbClr val="FCF7F3"/>
          </a:solidFill>
          <a:ln xmlns:a="http://schemas.openxmlformats.org/drawingml/2006/main" w="9525">
            <a:solidFill>
              <a:srgbClr val="C79B46"/>
            </a:solidFill>
            <a:prstDash val="solid"/>
          </a:ln>
        </p:spPr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C0E6325A-D487-471A-8280-9204FDA58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42950"/>
            <a:ext cx="5562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75" b="0" i="1">
                <a:solidFill>
                  <a:srgbClr val="52654E"/>
                </a:solidFill>
              </a:defRPr>
            </a:pPr>
            <a:r>
              <a:rPr sz="2475" b="0" i="1">
                <a:solidFill>
                  <a:srgbClr val="52654E"/>
                </a:solidFill>
              </a:rPr>
              <a:t>Vendor Contacts</a:t>
            </a:r>
          </a:p>
        </p:txBody>
      </p:sp>
      <p:sp>
        <p:nvSpPr>
          <p:cNvPr id="4" name="page-subtitle">
            <a:extLst xmlns:a="http://schemas.openxmlformats.org/drawingml/2006/main">
              <a:ext uri="{FF2B5EF4-FFF2-40B4-BE49-F238E27FC236}">
                <a16:creationId xmlns:a16="http://schemas.microsoft.com/office/drawing/2014/main" id="{8623361B-C0CF-458A-8811-5C33C054F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219200"/>
            <a:ext cx="461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C79B46"/>
                </a:solidFill>
              </a:defRPr>
            </a:pPr>
            <a:r>
              <a:rPr sz="975" b="0" i="0">
                <a:solidFill>
                  <a:srgbClr val="C79B46"/>
                </a:solidFill>
              </a:rPr>
              <a:t>NAMES, NUMBERS AND KEY DETAILS</a:t>
            </a:r>
          </a:p>
        </p:txBody>
      </p:sp>
      <p:sp>
        <p:nvSpPr>
          <p:cNvPr id="5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93839D68-9D0D-4572-88AF-15051A76F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581150"/>
            <a:ext cx="85725" cy="857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C79B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A2CB8FB-EDD9-4DF3-B1D1-232F4050F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966787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C79B46"/>
                </a:solidFill>
              </a:defRPr>
            </a:pPr>
            <a:r>
              <a:rPr sz="750" b="0" i="0">
                <a:solidFill>
                  <a:srgbClr val="C79B46"/>
                </a:solidFill>
              </a:rPr>
              <a:t>068</a:t>
            </a:r>
          </a:p>
        </p:txBody>
      </p:sp>
      <p:sp>
        <p:nvSpPr>
          <p:cNvPr id="7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ECEB2B92-4A15-4876-AFF1-0A5EDA8EE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05000"/>
            <a:ext cx="2762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7B61"/>
            </a:solidFill>
            <a:prstDash val="solid"/>
          </a:ln>
        </p:spPr>
      </p:sp>
      <p:sp>
        <p:nvSpPr>
          <p:cNvPr id="8" name="text-VENUE">
            <a:extLst xmlns:a="http://schemas.openxmlformats.org/drawingml/2006/main">
              <a:ext uri="{FF2B5EF4-FFF2-40B4-BE49-F238E27FC236}">
                <a16:creationId xmlns:a16="http://schemas.microsoft.com/office/drawing/2014/main" id="{C5820FCD-E9E1-4738-A9C2-AF6BC0D6E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00025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667B61"/>
                </a:solidFill>
              </a:defRPr>
            </a:pPr>
            <a:r>
              <a:rPr sz="975" b="0" i="0">
                <a:solidFill>
                  <a:srgbClr val="667B61"/>
                </a:solidFill>
              </a:rPr>
              <a:t>VENUE</a:t>
            </a:r>
          </a:p>
        </p:txBody>
      </p:sp>
      <p:sp>
        <p:nvSpPr>
          <p:cNvPr id="9" name="text-Name">
            <a:extLst xmlns:a="http://schemas.openxmlformats.org/drawingml/2006/main">
              <a:ext uri="{FF2B5EF4-FFF2-40B4-BE49-F238E27FC236}">
                <a16:creationId xmlns:a16="http://schemas.microsoft.com/office/drawing/2014/main" id="{48D77851-1A78-43FE-8EC0-9FCEAA1B0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3050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67B61"/>
                </a:solidFill>
              </a:defRPr>
            </a:pPr>
            <a:r>
              <a:rPr sz="750" b="0" i="0">
                <a:solidFill>
                  <a:srgbClr val="667B61"/>
                </a:solidFill>
              </a:rPr>
              <a:t>Name</a:t>
            </a:r>
          </a:p>
        </p:txBody>
      </p:sp>
      <p:sp>
        <p:nvSpPr>
          <p:cNvPr id="1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E7B42259-60C8-499C-93D4-33FE5E56F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486025"/>
            <a:ext cx="184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-Phone">
            <a:extLst xmlns:a="http://schemas.openxmlformats.org/drawingml/2006/main">
              <a:ext uri="{FF2B5EF4-FFF2-40B4-BE49-F238E27FC236}">
                <a16:creationId xmlns:a16="http://schemas.microsoft.com/office/drawing/2014/main" id="{8F437C6D-E0D2-440A-9880-4BC60C28E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5717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67B61"/>
                </a:solidFill>
              </a:defRPr>
            </a:pPr>
            <a:r>
              <a:rPr sz="750" b="0" i="0">
                <a:solidFill>
                  <a:srgbClr val="667B61"/>
                </a:solidFill>
              </a:rPr>
              <a:t>Phone</a:t>
            </a:r>
          </a:p>
        </p:txBody>
      </p:sp>
      <p:sp>
        <p:nvSpPr>
          <p:cNvPr id="1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52B22DFB-F52E-4C4D-92EB-0828D34C4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752725"/>
            <a:ext cx="184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-Email">
            <a:extLst xmlns:a="http://schemas.openxmlformats.org/drawingml/2006/main">
              <a:ext uri="{FF2B5EF4-FFF2-40B4-BE49-F238E27FC236}">
                <a16:creationId xmlns:a16="http://schemas.microsoft.com/office/drawing/2014/main" id="{928D46F7-2E4C-4788-9930-57BE77461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8384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67B61"/>
                </a:solidFill>
              </a:defRPr>
            </a:pPr>
            <a:r>
              <a:rPr sz="750" b="0" i="0">
                <a:solidFill>
                  <a:srgbClr val="667B61"/>
                </a:solidFill>
              </a:rPr>
              <a:t>Email</a:t>
            </a:r>
          </a:p>
        </p:txBody>
      </p:sp>
      <p:sp>
        <p:nvSpPr>
          <p:cNvPr id="1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1C49B882-3AE3-42A1-8299-20E34736E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019425"/>
            <a:ext cx="184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-Notes">
            <a:extLst xmlns:a="http://schemas.openxmlformats.org/drawingml/2006/main">
              <a:ext uri="{FF2B5EF4-FFF2-40B4-BE49-F238E27FC236}">
                <a16:creationId xmlns:a16="http://schemas.microsoft.com/office/drawing/2014/main" id="{B4EC1E10-7BB1-4704-9CB0-660EBBB1F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1051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67B61"/>
                </a:solidFill>
              </a:defRPr>
            </a:pPr>
            <a:r>
              <a:rPr sz="750" b="0" i="0">
                <a:solidFill>
                  <a:srgbClr val="667B61"/>
                </a:solidFill>
              </a:rPr>
              <a:t>Notes</a:t>
            </a:r>
          </a:p>
        </p:txBody>
      </p:sp>
      <p:sp>
        <p:nvSpPr>
          <p:cNvPr id="1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0995043D-38B4-4AE1-8B3A-A211DE681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286125"/>
            <a:ext cx="184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FD1ADCBD-C0EE-48AB-927E-41577393A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1905000"/>
            <a:ext cx="2762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7B61"/>
            </a:solidFill>
            <a:prstDash val="solid"/>
          </a:ln>
        </p:spPr>
      </p:sp>
      <p:sp>
        <p:nvSpPr>
          <p:cNvPr id="18" name="text-CATERER">
            <a:extLst xmlns:a="http://schemas.openxmlformats.org/drawingml/2006/main">
              <a:ext uri="{FF2B5EF4-FFF2-40B4-BE49-F238E27FC236}">
                <a16:creationId xmlns:a16="http://schemas.microsoft.com/office/drawing/2014/main" id="{C8F71CD5-9F1A-4820-9635-81E3B4DF0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200025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667B61"/>
                </a:solidFill>
              </a:defRPr>
            </a:pPr>
            <a:r>
              <a:rPr sz="975" b="0" i="0">
                <a:solidFill>
                  <a:srgbClr val="667B61"/>
                </a:solidFill>
              </a:rPr>
              <a:t>CATERER</a:t>
            </a:r>
          </a:p>
        </p:txBody>
      </p:sp>
      <p:sp>
        <p:nvSpPr>
          <p:cNvPr id="19" name="text-Name">
            <a:extLst xmlns:a="http://schemas.openxmlformats.org/drawingml/2006/main">
              <a:ext uri="{FF2B5EF4-FFF2-40B4-BE49-F238E27FC236}">
                <a16:creationId xmlns:a16="http://schemas.microsoft.com/office/drawing/2014/main" id="{98525DCE-12FB-4B46-86BD-DE533228D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23050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67B61"/>
                </a:solidFill>
              </a:defRPr>
            </a:pPr>
            <a:r>
              <a:rPr sz="750" b="0" i="0">
                <a:solidFill>
                  <a:srgbClr val="667B61"/>
                </a:solidFill>
              </a:rPr>
              <a:t>Name</a:t>
            </a:r>
          </a:p>
        </p:txBody>
      </p:sp>
      <p:sp>
        <p:nvSpPr>
          <p:cNvPr id="2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CD074519-8C8D-410D-903A-FD08FA410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486025"/>
            <a:ext cx="184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-Phone">
            <a:extLst xmlns:a="http://schemas.openxmlformats.org/drawingml/2006/main">
              <a:ext uri="{FF2B5EF4-FFF2-40B4-BE49-F238E27FC236}">
                <a16:creationId xmlns:a16="http://schemas.microsoft.com/office/drawing/2014/main" id="{E39F10BA-81E0-4787-92C3-F7098F502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25717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67B61"/>
                </a:solidFill>
              </a:defRPr>
            </a:pPr>
            <a:r>
              <a:rPr sz="750" b="0" i="0">
                <a:solidFill>
                  <a:srgbClr val="667B61"/>
                </a:solidFill>
              </a:rPr>
              <a:t>Phone</a:t>
            </a:r>
          </a:p>
        </p:txBody>
      </p:sp>
      <p:sp>
        <p:nvSpPr>
          <p:cNvPr id="2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FC479CD8-5A26-4FE0-AECA-EBEEA6E99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752725"/>
            <a:ext cx="184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ext-Email">
            <a:extLst xmlns:a="http://schemas.openxmlformats.org/drawingml/2006/main">
              <a:ext uri="{FF2B5EF4-FFF2-40B4-BE49-F238E27FC236}">
                <a16:creationId xmlns:a16="http://schemas.microsoft.com/office/drawing/2014/main" id="{CAB4FB17-C443-477A-944E-2C15DBA6A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28384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67B61"/>
                </a:solidFill>
              </a:defRPr>
            </a:pPr>
            <a:r>
              <a:rPr sz="750" b="0" i="0">
                <a:solidFill>
                  <a:srgbClr val="667B61"/>
                </a:solidFill>
              </a:rPr>
              <a:t>Email</a:t>
            </a:r>
          </a:p>
        </p:txBody>
      </p:sp>
      <p:sp>
        <p:nvSpPr>
          <p:cNvPr id="2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B8BAF2D4-BB05-4B89-A35E-1275FDBBC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019425"/>
            <a:ext cx="184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text-Notes">
            <a:extLst xmlns:a="http://schemas.openxmlformats.org/drawingml/2006/main">
              <a:ext uri="{FF2B5EF4-FFF2-40B4-BE49-F238E27FC236}">
                <a16:creationId xmlns:a16="http://schemas.microsoft.com/office/drawing/2014/main" id="{6D45695A-C384-499E-B260-4D82D57F7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31051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67B61"/>
                </a:solidFill>
              </a:defRPr>
            </a:pPr>
            <a:r>
              <a:rPr sz="750" b="0" i="0">
                <a:solidFill>
                  <a:srgbClr val="667B61"/>
                </a:solidFill>
              </a:rPr>
              <a:t>Notes</a:t>
            </a:r>
          </a:p>
        </p:txBody>
      </p:sp>
      <p:sp>
        <p:nvSpPr>
          <p:cNvPr id="2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37BE4FD7-F940-4C10-838E-058C14F6E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286125"/>
            <a:ext cx="184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9362CF52-4BE2-465E-8A2F-E1FD02024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0"/>
            <a:ext cx="2762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7B61"/>
            </a:solidFill>
            <a:prstDash val="solid"/>
          </a:ln>
        </p:spPr>
      </p:sp>
      <p:sp>
        <p:nvSpPr>
          <p:cNvPr id="28" name="text-PHOTOGRAPHER">
            <a:extLst xmlns:a="http://schemas.openxmlformats.org/drawingml/2006/main">
              <a:ext uri="{FF2B5EF4-FFF2-40B4-BE49-F238E27FC236}">
                <a16:creationId xmlns:a16="http://schemas.microsoft.com/office/drawing/2014/main" id="{78476F60-DAA2-4802-871C-E39FF02A7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81000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667B61"/>
                </a:solidFill>
              </a:defRPr>
            </a:pPr>
            <a:r>
              <a:rPr sz="975" b="0" i="0">
                <a:solidFill>
                  <a:srgbClr val="667B61"/>
                </a:solidFill>
              </a:rPr>
              <a:t>PHOTOGRAPHER</a:t>
            </a:r>
          </a:p>
        </p:txBody>
      </p:sp>
      <p:sp>
        <p:nvSpPr>
          <p:cNvPr id="29" name="text-Name">
            <a:extLst xmlns:a="http://schemas.openxmlformats.org/drawingml/2006/main">
              <a:ext uri="{FF2B5EF4-FFF2-40B4-BE49-F238E27FC236}">
                <a16:creationId xmlns:a16="http://schemas.microsoft.com/office/drawing/2014/main" id="{D5DE47C9-58D3-4CB1-9526-8F7950F9F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11480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67B61"/>
                </a:solidFill>
              </a:defRPr>
            </a:pPr>
            <a:r>
              <a:rPr sz="750" b="0" i="0">
                <a:solidFill>
                  <a:srgbClr val="667B61"/>
                </a:solidFill>
              </a:rPr>
              <a:t>Name</a:t>
            </a:r>
          </a:p>
        </p:txBody>
      </p:sp>
      <p:sp>
        <p:nvSpPr>
          <p:cNvPr id="3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F68DFBA1-4CB0-4ED3-AABE-5BBF867F6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295775"/>
            <a:ext cx="184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text-Phone">
            <a:extLst xmlns:a="http://schemas.openxmlformats.org/drawingml/2006/main">
              <a:ext uri="{FF2B5EF4-FFF2-40B4-BE49-F238E27FC236}">
                <a16:creationId xmlns:a16="http://schemas.microsoft.com/office/drawing/2014/main" id="{564457B7-2BF3-48EB-B872-6451DADE9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38150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67B61"/>
                </a:solidFill>
              </a:defRPr>
            </a:pPr>
            <a:r>
              <a:rPr sz="750" b="0" i="0">
                <a:solidFill>
                  <a:srgbClr val="667B61"/>
                </a:solidFill>
              </a:rPr>
              <a:t>Phone</a:t>
            </a:r>
          </a:p>
        </p:txBody>
      </p:sp>
      <p:sp>
        <p:nvSpPr>
          <p:cNvPr id="3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FF78BA9B-5B8D-434B-A6A3-9AE44E7AE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562475"/>
            <a:ext cx="184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text-Email">
            <a:extLst xmlns:a="http://schemas.openxmlformats.org/drawingml/2006/main">
              <a:ext uri="{FF2B5EF4-FFF2-40B4-BE49-F238E27FC236}">
                <a16:creationId xmlns:a16="http://schemas.microsoft.com/office/drawing/2014/main" id="{D90D36F9-A3AD-4C40-8530-AB8FCBA54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64820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67B61"/>
                </a:solidFill>
              </a:defRPr>
            </a:pPr>
            <a:r>
              <a:rPr sz="750" b="0" i="0">
                <a:solidFill>
                  <a:srgbClr val="667B61"/>
                </a:solidFill>
              </a:rPr>
              <a:t>Email</a:t>
            </a:r>
          </a:p>
        </p:txBody>
      </p:sp>
      <p:sp>
        <p:nvSpPr>
          <p:cNvPr id="3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0E650BD6-5948-45D3-92CC-58A8EE9EF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829175"/>
            <a:ext cx="184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text-Notes">
            <a:extLst xmlns:a="http://schemas.openxmlformats.org/drawingml/2006/main">
              <a:ext uri="{FF2B5EF4-FFF2-40B4-BE49-F238E27FC236}">
                <a16:creationId xmlns:a16="http://schemas.microsoft.com/office/drawing/2014/main" id="{3D9C7EAF-44F1-480D-A558-2C715A98D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91490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67B61"/>
                </a:solidFill>
              </a:defRPr>
            </a:pPr>
            <a:r>
              <a:rPr sz="750" b="0" i="0">
                <a:solidFill>
                  <a:srgbClr val="667B61"/>
                </a:solidFill>
              </a:rPr>
              <a:t>Notes</a:t>
            </a:r>
          </a:p>
        </p:txBody>
      </p:sp>
      <p:sp>
        <p:nvSpPr>
          <p:cNvPr id="3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6C78C068-C324-4F87-9021-EF65452FF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095875"/>
            <a:ext cx="184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BCFF35DE-AB57-472B-8318-5A0C36995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714750"/>
            <a:ext cx="2762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7B61"/>
            </a:solidFill>
            <a:prstDash val="solid"/>
          </a:ln>
        </p:spPr>
      </p:sp>
      <p:sp>
        <p:nvSpPr>
          <p:cNvPr id="38" name="text-FLORIST">
            <a:extLst xmlns:a="http://schemas.openxmlformats.org/drawingml/2006/main">
              <a:ext uri="{FF2B5EF4-FFF2-40B4-BE49-F238E27FC236}">
                <a16:creationId xmlns:a16="http://schemas.microsoft.com/office/drawing/2014/main" id="{A92359B2-08EF-47A7-AA5C-42950BA9B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381000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667B61"/>
                </a:solidFill>
              </a:defRPr>
            </a:pPr>
            <a:r>
              <a:rPr sz="975" b="0" i="0">
                <a:solidFill>
                  <a:srgbClr val="667B61"/>
                </a:solidFill>
              </a:rPr>
              <a:t>FLORIST</a:t>
            </a:r>
          </a:p>
        </p:txBody>
      </p:sp>
      <p:sp>
        <p:nvSpPr>
          <p:cNvPr id="39" name="text-Name">
            <a:extLst xmlns:a="http://schemas.openxmlformats.org/drawingml/2006/main">
              <a:ext uri="{FF2B5EF4-FFF2-40B4-BE49-F238E27FC236}">
                <a16:creationId xmlns:a16="http://schemas.microsoft.com/office/drawing/2014/main" id="{5A6B9371-FFE3-4A6D-B05D-E39CF75DB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411480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67B61"/>
                </a:solidFill>
              </a:defRPr>
            </a:pPr>
            <a:r>
              <a:rPr sz="750" b="0" i="0">
                <a:solidFill>
                  <a:srgbClr val="667B61"/>
                </a:solidFill>
              </a:rPr>
              <a:t>Name</a:t>
            </a:r>
          </a:p>
        </p:txBody>
      </p:sp>
      <p:sp>
        <p:nvSpPr>
          <p:cNvPr id="4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8B8272C8-64F1-47A6-8B5D-224D9D108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295775"/>
            <a:ext cx="184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text-Phone">
            <a:extLst xmlns:a="http://schemas.openxmlformats.org/drawingml/2006/main">
              <a:ext uri="{FF2B5EF4-FFF2-40B4-BE49-F238E27FC236}">
                <a16:creationId xmlns:a16="http://schemas.microsoft.com/office/drawing/2014/main" id="{5F46A455-B63A-4CAB-87C0-5C414D60B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438150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67B61"/>
                </a:solidFill>
              </a:defRPr>
            </a:pPr>
            <a:r>
              <a:rPr sz="750" b="0" i="0">
                <a:solidFill>
                  <a:srgbClr val="667B61"/>
                </a:solidFill>
              </a:rPr>
              <a:t>Phone</a:t>
            </a:r>
          </a:p>
        </p:txBody>
      </p:sp>
      <p:sp>
        <p:nvSpPr>
          <p:cNvPr id="4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31213FA1-0EAD-4BA2-B70D-4D6417950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562475"/>
            <a:ext cx="184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text-Email">
            <a:extLst xmlns:a="http://schemas.openxmlformats.org/drawingml/2006/main">
              <a:ext uri="{FF2B5EF4-FFF2-40B4-BE49-F238E27FC236}">
                <a16:creationId xmlns:a16="http://schemas.microsoft.com/office/drawing/2014/main" id="{AE06AAEC-0614-40FB-8024-D5E9F1D5F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464820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67B61"/>
                </a:solidFill>
              </a:defRPr>
            </a:pPr>
            <a:r>
              <a:rPr sz="750" b="0" i="0">
                <a:solidFill>
                  <a:srgbClr val="667B61"/>
                </a:solidFill>
              </a:rPr>
              <a:t>Email</a:t>
            </a:r>
          </a:p>
        </p:txBody>
      </p:sp>
      <p:sp>
        <p:nvSpPr>
          <p:cNvPr id="4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7B0A8687-C18E-44BB-B186-1577FA4D2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829175"/>
            <a:ext cx="184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text-Notes">
            <a:extLst xmlns:a="http://schemas.openxmlformats.org/drawingml/2006/main">
              <a:ext uri="{FF2B5EF4-FFF2-40B4-BE49-F238E27FC236}">
                <a16:creationId xmlns:a16="http://schemas.microsoft.com/office/drawing/2014/main" id="{B1F65D59-3986-493E-B29D-5FB71096B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491490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67B61"/>
                </a:solidFill>
              </a:defRPr>
            </a:pPr>
            <a:r>
              <a:rPr sz="750" b="0" i="0">
                <a:solidFill>
                  <a:srgbClr val="667B61"/>
                </a:solidFill>
              </a:rPr>
              <a:t>Notes</a:t>
            </a:r>
          </a:p>
        </p:txBody>
      </p:sp>
      <p:sp>
        <p:nvSpPr>
          <p:cNvPr id="4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396ECE00-A243-40D0-8A54-5ADCE706E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5095875"/>
            <a:ext cx="184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48929A0B-C6F3-4C16-916A-77CE69CAC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24500"/>
            <a:ext cx="2762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7B61"/>
            </a:solidFill>
            <a:prstDash val="solid"/>
          </a:ln>
        </p:spPr>
      </p:sp>
      <p:sp>
        <p:nvSpPr>
          <p:cNvPr id="48" name="text-ENTERTAINMENT">
            <a:extLst xmlns:a="http://schemas.openxmlformats.org/drawingml/2006/main">
              <a:ext uri="{FF2B5EF4-FFF2-40B4-BE49-F238E27FC236}">
                <a16:creationId xmlns:a16="http://schemas.microsoft.com/office/drawing/2014/main" id="{9FFDD52B-FB9A-4CA7-B3FE-C08704DF3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561975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667B61"/>
                </a:solidFill>
              </a:defRPr>
            </a:pPr>
            <a:r>
              <a:rPr sz="975" b="0" i="0">
                <a:solidFill>
                  <a:srgbClr val="667B61"/>
                </a:solidFill>
              </a:rPr>
              <a:t>ENTERTAINMENT</a:t>
            </a:r>
          </a:p>
        </p:txBody>
      </p:sp>
      <p:sp>
        <p:nvSpPr>
          <p:cNvPr id="49" name="text-Name">
            <a:extLst xmlns:a="http://schemas.openxmlformats.org/drawingml/2006/main">
              <a:ext uri="{FF2B5EF4-FFF2-40B4-BE49-F238E27FC236}">
                <a16:creationId xmlns:a16="http://schemas.microsoft.com/office/drawing/2014/main" id="{2CEBEC96-5767-4E09-B207-55E3F4CA6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59245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67B61"/>
                </a:solidFill>
              </a:defRPr>
            </a:pPr>
            <a:r>
              <a:rPr sz="750" b="0" i="0">
                <a:solidFill>
                  <a:srgbClr val="667B61"/>
                </a:solidFill>
              </a:rPr>
              <a:t>Name</a:t>
            </a:r>
          </a:p>
        </p:txBody>
      </p:sp>
      <p:sp>
        <p:nvSpPr>
          <p:cNvPr id="5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86DCCCF7-970A-4FF6-B478-09FCF7F40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6105525"/>
            <a:ext cx="184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text-Phone">
            <a:extLst xmlns:a="http://schemas.openxmlformats.org/drawingml/2006/main">
              <a:ext uri="{FF2B5EF4-FFF2-40B4-BE49-F238E27FC236}">
                <a16:creationId xmlns:a16="http://schemas.microsoft.com/office/drawing/2014/main" id="{47CB9319-D824-4B9E-B127-62F633711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61912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67B61"/>
                </a:solidFill>
              </a:defRPr>
            </a:pPr>
            <a:r>
              <a:rPr sz="750" b="0" i="0">
                <a:solidFill>
                  <a:srgbClr val="667B61"/>
                </a:solidFill>
              </a:rPr>
              <a:t>Phone</a:t>
            </a:r>
          </a:p>
        </p:txBody>
      </p:sp>
      <p:sp>
        <p:nvSpPr>
          <p:cNvPr id="5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02D45705-2180-42E7-A5F7-75D6ECA47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6372225"/>
            <a:ext cx="184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text-Email">
            <a:extLst xmlns:a="http://schemas.openxmlformats.org/drawingml/2006/main">
              <a:ext uri="{FF2B5EF4-FFF2-40B4-BE49-F238E27FC236}">
                <a16:creationId xmlns:a16="http://schemas.microsoft.com/office/drawing/2014/main" id="{4638BD50-56D8-4925-9208-FDACD8D54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64579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67B61"/>
                </a:solidFill>
              </a:defRPr>
            </a:pPr>
            <a:r>
              <a:rPr sz="750" b="0" i="0">
                <a:solidFill>
                  <a:srgbClr val="667B61"/>
                </a:solidFill>
              </a:rPr>
              <a:t>Email</a:t>
            </a:r>
          </a:p>
        </p:txBody>
      </p:sp>
      <p:sp>
        <p:nvSpPr>
          <p:cNvPr id="5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917DEE6A-9EBD-4016-A330-D5FAA01C4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6638925"/>
            <a:ext cx="184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text-Notes">
            <a:extLst xmlns:a="http://schemas.openxmlformats.org/drawingml/2006/main">
              <a:ext uri="{FF2B5EF4-FFF2-40B4-BE49-F238E27FC236}">
                <a16:creationId xmlns:a16="http://schemas.microsoft.com/office/drawing/2014/main" id="{758F3278-95B7-47DC-B2DD-C658F1562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67246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67B61"/>
                </a:solidFill>
              </a:defRPr>
            </a:pPr>
            <a:r>
              <a:rPr sz="750" b="0" i="0">
                <a:solidFill>
                  <a:srgbClr val="667B61"/>
                </a:solidFill>
              </a:rPr>
              <a:t>Notes</a:t>
            </a:r>
          </a:p>
        </p:txBody>
      </p:sp>
      <p:sp>
        <p:nvSpPr>
          <p:cNvPr id="5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81EE00FB-99C8-457B-843D-B0A5ED353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6905625"/>
            <a:ext cx="184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B6D8C33B-2868-407D-8FA7-A01B34DFE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5524500"/>
            <a:ext cx="2762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7B61"/>
            </a:solidFill>
            <a:prstDash val="solid"/>
          </a:ln>
        </p:spPr>
      </p:sp>
      <p:sp>
        <p:nvSpPr>
          <p:cNvPr id="58" name="text-TRANSPORT">
            <a:extLst xmlns:a="http://schemas.openxmlformats.org/drawingml/2006/main">
              <a:ext uri="{FF2B5EF4-FFF2-40B4-BE49-F238E27FC236}">
                <a16:creationId xmlns:a16="http://schemas.microsoft.com/office/drawing/2014/main" id="{96AE9559-6F9B-4935-A15B-C257BC3F1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561975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667B61"/>
                </a:solidFill>
              </a:defRPr>
            </a:pPr>
            <a:r>
              <a:rPr sz="975" b="0" i="0">
                <a:solidFill>
                  <a:srgbClr val="667B61"/>
                </a:solidFill>
              </a:rPr>
              <a:t>TRANSPORT</a:t>
            </a:r>
          </a:p>
        </p:txBody>
      </p:sp>
      <p:sp>
        <p:nvSpPr>
          <p:cNvPr id="59" name="text-Name">
            <a:extLst xmlns:a="http://schemas.openxmlformats.org/drawingml/2006/main">
              <a:ext uri="{FF2B5EF4-FFF2-40B4-BE49-F238E27FC236}">
                <a16:creationId xmlns:a16="http://schemas.microsoft.com/office/drawing/2014/main" id="{ADD2B02A-5E31-4B79-95E3-35BC7C2AE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59245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67B61"/>
                </a:solidFill>
              </a:defRPr>
            </a:pPr>
            <a:r>
              <a:rPr sz="750" b="0" i="0">
                <a:solidFill>
                  <a:srgbClr val="667B61"/>
                </a:solidFill>
              </a:rPr>
              <a:t>Name</a:t>
            </a:r>
          </a:p>
        </p:txBody>
      </p:sp>
      <p:sp>
        <p:nvSpPr>
          <p:cNvPr id="6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A38F650B-91CD-4980-AAD0-FEBAE3109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6105525"/>
            <a:ext cx="184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text-Phone">
            <a:extLst xmlns:a="http://schemas.openxmlformats.org/drawingml/2006/main">
              <a:ext uri="{FF2B5EF4-FFF2-40B4-BE49-F238E27FC236}">
                <a16:creationId xmlns:a16="http://schemas.microsoft.com/office/drawing/2014/main" id="{7EE3687A-84C6-4F87-8AFF-9B530FD56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61912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67B61"/>
                </a:solidFill>
              </a:defRPr>
            </a:pPr>
            <a:r>
              <a:rPr sz="750" b="0" i="0">
                <a:solidFill>
                  <a:srgbClr val="667B61"/>
                </a:solidFill>
              </a:rPr>
              <a:t>Phone</a:t>
            </a:r>
          </a:p>
        </p:txBody>
      </p:sp>
      <p:sp>
        <p:nvSpPr>
          <p:cNvPr id="6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3E1F383A-F417-4334-BE9D-A5E1C4965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6372225"/>
            <a:ext cx="184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text-Email">
            <a:extLst xmlns:a="http://schemas.openxmlformats.org/drawingml/2006/main">
              <a:ext uri="{FF2B5EF4-FFF2-40B4-BE49-F238E27FC236}">
                <a16:creationId xmlns:a16="http://schemas.microsoft.com/office/drawing/2014/main" id="{9453C3B4-FA55-48EA-9F15-9E8D90F22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64579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67B61"/>
                </a:solidFill>
              </a:defRPr>
            </a:pPr>
            <a:r>
              <a:rPr sz="750" b="0" i="0">
                <a:solidFill>
                  <a:srgbClr val="667B61"/>
                </a:solidFill>
              </a:rPr>
              <a:t>Email</a:t>
            </a:r>
          </a:p>
        </p:txBody>
      </p:sp>
      <p:sp>
        <p:nvSpPr>
          <p:cNvPr id="6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B4C7AE83-6494-4257-B5E1-9BDF0069F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6638925"/>
            <a:ext cx="184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text-Notes">
            <a:extLst xmlns:a="http://schemas.openxmlformats.org/drawingml/2006/main">
              <a:ext uri="{FF2B5EF4-FFF2-40B4-BE49-F238E27FC236}">
                <a16:creationId xmlns:a16="http://schemas.microsoft.com/office/drawing/2014/main" id="{B2538F9B-71F6-42E7-99C8-7C047DAD1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67246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67B61"/>
                </a:solidFill>
              </a:defRPr>
            </a:pPr>
            <a:r>
              <a:rPr sz="750" b="0" i="0">
                <a:solidFill>
                  <a:srgbClr val="667B61"/>
                </a:solidFill>
              </a:rPr>
              <a:t>Notes</a:t>
            </a:r>
          </a:p>
        </p:txBody>
      </p:sp>
      <p:sp>
        <p:nvSpPr>
          <p:cNvPr id="6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3AAF22D6-FA8C-4662-B9E9-946CF3E7C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6905625"/>
            <a:ext cx="184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663EBDD4-28E6-4700-B6BF-F2CA9D33E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334250"/>
            <a:ext cx="2762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7B61"/>
            </a:solidFill>
            <a:prstDash val="solid"/>
          </a:ln>
        </p:spPr>
      </p:sp>
      <p:sp>
        <p:nvSpPr>
          <p:cNvPr id="68" name="text-CAKE">
            <a:extLst xmlns:a="http://schemas.openxmlformats.org/drawingml/2006/main">
              <a:ext uri="{FF2B5EF4-FFF2-40B4-BE49-F238E27FC236}">
                <a16:creationId xmlns:a16="http://schemas.microsoft.com/office/drawing/2014/main" id="{9FE22C13-8C9A-4570-8099-4A33081EB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742950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667B61"/>
                </a:solidFill>
              </a:defRPr>
            </a:pPr>
            <a:r>
              <a:rPr sz="975" b="0" i="0">
                <a:solidFill>
                  <a:srgbClr val="667B61"/>
                </a:solidFill>
              </a:rPr>
              <a:t>CAKE</a:t>
            </a:r>
          </a:p>
        </p:txBody>
      </p:sp>
      <p:sp>
        <p:nvSpPr>
          <p:cNvPr id="69" name="text-Name">
            <a:extLst xmlns:a="http://schemas.openxmlformats.org/drawingml/2006/main">
              <a:ext uri="{FF2B5EF4-FFF2-40B4-BE49-F238E27FC236}">
                <a16:creationId xmlns:a16="http://schemas.microsoft.com/office/drawing/2014/main" id="{94784DC5-4354-49DE-91EB-BFFFB4BD4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773430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67B61"/>
                </a:solidFill>
              </a:defRPr>
            </a:pPr>
            <a:r>
              <a:rPr sz="750" b="0" i="0">
                <a:solidFill>
                  <a:srgbClr val="667B61"/>
                </a:solidFill>
              </a:rPr>
              <a:t>Name</a:t>
            </a:r>
          </a:p>
        </p:txBody>
      </p:sp>
      <p:sp>
        <p:nvSpPr>
          <p:cNvPr id="7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DDCFB5BE-0289-4C33-9E88-A3FCE318D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7915275"/>
            <a:ext cx="184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text-Phone">
            <a:extLst xmlns:a="http://schemas.openxmlformats.org/drawingml/2006/main">
              <a:ext uri="{FF2B5EF4-FFF2-40B4-BE49-F238E27FC236}">
                <a16:creationId xmlns:a16="http://schemas.microsoft.com/office/drawing/2014/main" id="{B30B9BF3-F881-474F-AA18-C70EC77AA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800100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67B61"/>
                </a:solidFill>
              </a:defRPr>
            </a:pPr>
            <a:r>
              <a:rPr sz="750" b="0" i="0">
                <a:solidFill>
                  <a:srgbClr val="667B61"/>
                </a:solidFill>
              </a:rPr>
              <a:t>Phone</a:t>
            </a:r>
          </a:p>
        </p:txBody>
      </p:sp>
      <p:sp>
        <p:nvSpPr>
          <p:cNvPr id="7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9CE7753E-6A75-49D0-8ECC-DC8505923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8181975"/>
            <a:ext cx="184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text-Email">
            <a:extLst xmlns:a="http://schemas.openxmlformats.org/drawingml/2006/main">
              <a:ext uri="{FF2B5EF4-FFF2-40B4-BE49-F238E27FC236}">
                <a16:creationId xmlns:a16="http://schemas.microsoft.com/office/drawing/2014/main" id="{58E1F829-70C0-42E8-B007-13B38936F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826770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67B61"/>
                </a:solidFill>
              </a:defRPr>
            </a:pPr>
            <a:r>
              <a:rPr sz="750" b="0" i="0">
                <a:solidFill>
                  <a:srgbClr val="667B61"/>
                </a:solidFill>
              </a:rPr>
              <a:t>Email</a:t>
            </a:r>
          </a:p>
        </p:txBody>
      </p:sp>
      <p:sp>
        <p:nvSpPr>
          <p:cNvPr id="7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D3DDFED6-819E-4241-BD62-1ACC87261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8448675"/>
            <a:ext cx="184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text-Notes">
            <a:extLst xmlns:a="http://schemas.openxmlformats.org/drawingml/2006/main">
              <a:ext uri="{FF2B5EF4-FFF2-40B4-BE49-F238E27FC236}">
                <a16:creationId xmlns:a16="http://schemas.microsoft.com/office/drawing/2014/main" id="{BB5090E9-4CBB-41E5-AA69-5D59A7794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853440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67B61"/>
                </a:solidFill>
              </a:defRPr>
            </a:pPr>
            <a:r>
              <a:rPr sz="750" b="0" i="0">
                <a:solidFill>
                  <a:srgbClr val="667B61"/>
                </a:solidFill>
              </a:rPr>
              <a:t>Notes</a:t>
            </a:r>
          </a:p>
        </p:txBody>
      </p:sp>
      <p:sp>
        <p:nvSpPr>
          <p:cNvPr id="7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0EBF56A9-F410-44C6-8173-22554945C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8715375"/>
            <a:ext cx="184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97E17699-6112-4228-8D1C-8AD209AC8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7334250"/>
            <a:ext cx="2762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7B61"/>
            </a:solidFill>
            <a:prstDash val="solid"/>
          </a:ln>
        </p:spPr>
      </p:sp>
      <p:sp>
        <p:nvSpPr>
          <p:cNvPr id="78" name="text-BEAUTY">
            <a:extLst xmlns:a="http://schemas.openxmlformats.org/drawingml/2006/main">
              <a:ext uri="{FF2B5EF4-FFF2-40B4-BE49-F238E27FC236}">
                <a16:creationId xmlns:a16="http://schemas.microsoft.com/office/drawing/2014/main" id="{8F92B1B1-56CF-4EA4-BE86-4675152C8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742950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667B61"/>
                </a:solidFill>
              </a:defRPr>
            </a:pPr>
            <a:r>
              <a:rPr sz="975" b="0" i="0">
                <a:solidFill>
                  <a:srgbClr val="667B61"/>
                </a:solidFill>
              </a:rPr>
              <a:t>BEAUTY</a:t>
            </a:r>
          </a:p>
        </p:txBody>
      </p:sp>
      <p:sp>
        <p:nvSpPr>
          <p:cNvPr id="79" name="text-Name">
            <a:extLst xmlns:a="http://schemas.openxmlformats.org/drawingml/2006/main">
              <a:ext uri="{FF2B5EF4-FFF2-40B4-BE49-F238E27FC236}">
                <a16:creationId xmlns:a16="http://schemas.microsoft.com/office/drawing/2014/main" id="{750B070B-090D-4343-BFA1-BA963EF82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773430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67B61"/>
                </a:solidFill>
              </a:defRPr>
            </a:pPr>
            <a:r>
              <a:rPr sz="750" b="0" i="0">
                <a:solidFill>
                  <a:srgbClr val="667B61"/>
                </a:solidFill>
              </a:rPr>
              <a:t>Name</a:t>
            </a:r>
          </a:p>
        </p:txBody>
      </p:sp>
      <p:sp>
        <p:nvSpPr>
          <p:cNvPr id="8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F2B41AC9-9379-4EB9-96D7-A79CE8786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7915275"/>
            <a:ext cx="184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text-Phone">
            <a:extLst xmlns:a="http://schemas.openxmlformats.org/drawingml/2006/main">
              <a:ext uri="{FF2B5EF4-FFF2-40B4-BE49-F238E27FC236}">
                <a16:creationId xmlns:a16="http://schemas.microsoft.com/office/drawing/2014/main" id="{D6395450-8C83-478F-9EE8-077EE678D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800100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67B61"/>
                </a:solidFill>
              </a:defRPr>
            </a:pPr>
            <a:r>
              <a:rPr sz="750" b="0" i="0">
                <a:solidFill>
                  <a:srgbClr val="667B61"/>
                </a:solidFill>
              </a:rPr>
              <a:t>Phone</a:t>
            </a:r>
          </a:p>
        </p:txBody>
      </p:sp>
      <p:sp>
        <p:nvSpPr>
          <p:cNvPr id="8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8E2DB493-8C73-467C-915A-70E2E2F96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8181975"/>
            <a:ext cx="184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text-Email">
            <a:extLst xmlns:a="http://schemas.openxmlformats.org/drawingml/2006/main">
              <a:ext uri="{FF2B5EF4-FFF2-40B4-BE49-F238E27FC236}">
                <a16:creationId xmlns:a16="http://schemas.microsoft.com/office/drawing/2014/main" id="{15449E6C-ADA6-4528-81FA-435F6B33D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826770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67B61"/>
                </a:solidFill>
              </a:defRPr>
            </a:pPr>
            <a:r>
              <a:rPr sz="750" b="0" i="0">
                <a:solidFill>
                  <a:srgbClr val="667B61"/>
                </a:solidFill>
              </a:rPr>
              <a:t>Email</a:t>
            </a:r>
          </a:p>
        </p:txBody>
      </p:sp>
      <p:sp>
        <p:nvSpPr>
          <p:cNvPr id="8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6C06D82C-4D3A-4BEB-9753-F54E66D97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8448675"/>
            <a:ext cx="184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text-Notes">
            <a:extLst xmlns:a="http://schemas.openxmlformats.org/drawingml/2006/main">
              <a:ext uri="{FF2B5EF4-FFF2-40B4-BE49-F238E27FC236}">
                <a16:creationId xmlns:a16="http://schemas.microsoft.com/office/drawing/2014/main" id="{DECC04E6-7239-4A31-BD93-AF2B8E633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853440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67B61"/>
                </a:solidFill>
              </a:defRPr>
            </a:pPr>
            <a:r>
              <a:rPr sz="750" b="0" i="0">
                <a:solidFill>
                  <a:srgbClr val="667B61"/>
                </a:solidFill>
              </a:rPr>
              <a:t>Notes</a:t>
            </a:r>
          </a:p>
        </p:txBody>
      </p:sp>
      <p:sp>
        <p:nvSpPr>
          <p:cNvPr id="8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2769A797-86CE-4EC1-B840-8A708025F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8715375"/>
            <a:ext cx="184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648732204"/>
      </p:ext>
    </p:extLst>
  </p:cSld>
</p:sld>
</file>

<file path=ppt/slides/slide69.xml><?xml version="1.0" encoding="utf-8"?>
<p:sld xmlns:p="http://schemas.openxmlformats.org/presentationml/2006/main">
  <p:cSld>
    <p:bg>
      <p:bgPr>
        <a:solidFill xmlns:a="http://schemas.openxmlformats.org/drawingml/2006/main">
          <a:srgbClr val="FC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d4ab4010974a5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7562850" cy="10696575"/>
          </a:xfrm>
          <a:prstGeom xmlns:a="http://schemas.openxmlformats.org/drawingml/2006/main" prst="rect">
            <a:avLst/>
          </a:prstGeom>
        </p:spPr>
      </p:pic>
      <p:sp>
        <p:nvSpPr>
          <p:cNvPr id="2" name="soft-romantic-panel">
            <a:extLst xmlns:a="http://schemas.openxmlformats.org/drawingml/2006/main">
              <a:ext uri="{FF2B5EF4-FFF2-40B4-BE49-F238E27FC236}">
                <a16:creationId xmlns:a16="http://schemas.microsoft.com/office/drawing/2014/main" id="{72CB94A9-74BD-489A-AC6C-6A620F59F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"/>
            <a:ext cx="6000750" cy="9429750"/>
          </a:xfrm>
          <a:prstGeom xmlns:a="http://schemas.openxmlformats.org/drawingml/2006/main" prst="roundRect">
            <a:avLst>
              <a:gd name="adj" fmla="val 1270"/>
            </a:avLst>
          </a:prstGeom>
          <a:solidFill xmlns:a="http://schemas.openxmlformats.org/drawingml/2006/main">
            <a:srgbClr val="FCF7F3"/>
          </a:solidFill>
          <a:ln xmlns:a="http://schemas.openxmlformats.org/drawingml/2006/main" w="9525">
            <a:solidFill>
              <a:srgbClr val="C79B46"/>
            </a:solidFill>
            <a:prstDash val="solid"/>
          </a:ln>
        </p:spPr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5B45179B-6FAF-44A0-AD61-7AB249824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42950"/>
            <a:ext cx="5562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75" b="0" i="1">
                <a:solidFill>
                  <a:srgbClr val="52654E"/>
                </a:solidFill>
              </a:defRPr>
            </a:pPr>
            <a:r>
              <a:rPr sz="2475" b="0" i="1">
                <a:solidFill>
                  <a:srgbClr val="52654E"/>
                </a:solidFill>
              </a:rPr>
              <a:t>Contract Tracker</a:t>
            </a:r>
          </a:p>
        </p:txBody>
      </p:sp>
      <p:sp>
        <p:nvSpPr>
          <p:cNvPr id="4" name="page-subtitle">
            <a:extLst xmlns:a="http://schemas.openxmlformats.org/drawingml/2006/main">
              <a:ext uri="{FF2B5EF4-FFF2-40B4-BE49-F238E27FC236}">
                <a16:creationId xmlns:a16="http://schemas.microsoft.com/office/drawing/2014/main" id="{957A21E5-9F9E-436C-B897-B9AD28B97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219200"/>
            <a:ext cx="461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C79B46"/>
                </a:solidFill>
              </a:defRPr>
            </a:pPr>
            <a:r>
              <a:rPr sz="975" b="0" i="0">
                <a:solidFill>
                  <a:srgbClr val="C79B46"/>
                </a:solidFill>
              </a:rPr>
              <a:t>KEEP PAPERWORK UNDER CONTROL</a:t>
            </a:r>
          </a:p>
        </p:txBody>
      </p:sp>
      <p:sp>
        <p:nvSpPr>
          <p:cNvPr id="5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84F8E1C6-9285-4511-BFB4-292398E4B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581150"/>
            <a:ext cx="85725" cy="857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C79B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D09FF3C-050A-463E-8D31-5F13B893A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966787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C79B46"/>
                </a:solidFill>
              </a:defRPr>
            </a:pPr>
            <a:r>
              <a:rPr sz="750" b="0" i="0">
                <a:solidFill>
                  <a:srgbClr val="C79B46"/>
                </a:solidFill>
              </a:rPr>
              <a:t>069</a:t>
            </a:r>
          </a:p>
        </p:txBody>
      </p:sp>
      <p:sp>
        <p:nvSpPr>
          <p:cNvPr id="7" name="table-header">
            <a:extLst xmlns:a="http://schemas.openxmlformats.org/drawingml/2006/main">
              <a:ext uri="{FF2B5EF4-FFF2-40B4-BE49-F238E27FC236}">
                <a16:creationId xmlns:a16="http://schemas.microsoft.com/office/drawing/2014/main" id="{E892F44A-AC03-4FF0-9A67-C14E5359B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57340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8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735E5190-6223-4755-AD66-9896A5824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5734050" cy="6600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7B61"/>
            </a:solidFill>
            <a:prstDash val="solid"/>
          </a:ln>
        </p:spPr>
      </p:sp>
      <p:sp>
        <p:nvSpPr>
          <p:cNvPr id="9" name="table-v">
            <a:extLst xmlns:a="http://schemas.openxmlformats.org/drawingml/2006/main">
              <a:ext uri="{FF2B5EF4-FFF2-40B4-BE49-F238E27FC236}">
                <a16:creationId xmlns:a16="http://schemas.microsoft.com/office/drawing/2014/main" id="{2D378D84-AA23-4404-B933-E4F27ADC9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1210" y="2000250"/>
            <a:ext cx="6668" cy="6600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able-v">
            <a:extLst xmlns:a="http://schemas.openxmlformats.org/drawingml/2006/main">
              <a:ext uri="{FF2B5EF4-FFF2-40B4-BE49-F238E27FC236}">
                <a16:creationId xmlns:a16="http://schemas.microsoft.com/office/drawing/2014/main" id="{E7F3C6C8-2CC2-44A6-9DBD-D21ACFF23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8020" y="2000250"/>
            <a:ext cx="6668" cy="6600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able-v">
            <a:extLst xmlns:a="http://schemas.openxmlformats.org/drawingml/2006/main">
              <a:ext uri="{FF2B5EF4-FFF2-40B4-BE49-F238E27FC236}">
                <a16:creationId xmlns:a16="http://schemas.microsoft.com/office/drawing/2014/main" id="{4F4D09EA-A782-4EB4-938A-141204A35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4830" y="2000250"/>
            <a:ext cx="6668" cy="6600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able-v">
            <a:extLst xmlns:a="http://schemas.openxmlformats.org/drawingml/2006/main">
              <a:ext uri="{FF2B5EF4-FFF2-40B4-BE49-F238E27FC236}">
                <a16:creationId xmlns:a16="http://schemas.microsoft.com/office/drawing/2014/main" id="{32027E95-B13B-4CBF-9513-A906A219E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1640" y="2000250"/>
            <a:ext cx="6668" cy="6600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able-h">
            <a:extLst xmlns:a="http://schemas.openxmlformats.org/drawingml/2006/main">
              <a:ext uri="{FF2B5EF4-FFF2-40B4-BE49-F238E27FC236}">
                <a16:creationId xmlns:a16="http://schemas.microsoft.com/office/drawing/2014/main" id="{BD756EB5-D9BF-4CF1-A752-0403F9BFD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1457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able-h">
            <a:extLst xmlns:a="http://schemas.openxmlformats.org/drawingml/2006/main">
              <a:ext uri="{FF2B5EF4-FFF2-40B4-BE49-F238E27FC236}">
                <a16:creationId xmlns:a16="http://schemas.microsoft.com/office/drawing/2014/main" id="{27D7135D-9347-42EB-B7CA-7D7CC2D14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2890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able-h">
            <a:extLst xmlns:a="http://schemas.openxmlformats.org/drawingml/2006/main">
              <a:ext uri="{FF2B5EF4-FFF2-40B4-BE49-F238E27FC236}">
                <a16:creationId xmlns:a16="http://schemas.microsoft.com/office/drawing/2014/main" id="{7AEFF541-2F86-4A6A-A579-4609BE0E1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4322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able-h">
            <a:extLst xmlns:a="http://schemas.openxmlformats.org/drawingml/2006/main">
              <a:ext uri="{FF2B5EF4-FFF2-40B4-BE49-F238E27FC236}">
                <a16:creationId xmlns:a16="http://schemas.microsoft.com/office/drawing/2014/main" id="{16935420-E235-412F-BBC5-2D271DC17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5755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able-h">
            <a:extLst xmlns:a="http://schemas.openxmlformats.org/drawingml/2006/main">
              <a:ext uri="{FF2B5EF4-FFF2-40B4-BE49-F238E27FC236}">
                <a16:creationId xmlns:a16="http://schemas.microsoft.com/office/drawing/2014/main" id="{A311EBD4-F1AF-462C-9BE6-5831CC5D1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7187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able-h">
            <a:extLst xmlns:a="http://schemas.openxmlformats.org/drawingml/2006/main">
              <a:ext uri="{FF2B5EF4-FFF2-40B4-BE49-F238E27FC236}">
                <a16:creationId xmlns:a16="http://schemas.microsoft.com/office/drawing/2014/main" id="{C57CC1E8-F04E-4E64-B984-F0C10A0DF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8620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able-h">
            <a:extLst xmlns:a="http://schemas.openxmlformats.org/drawingml/2006/main">
              <a:ext uri="{FF2B5EF4-FFF2-40B4-BE49-F238E27FC236}">
                <a16:creationId xmlns:a16="http://schemas.microsoft.com/office/drawing/2014/main" id="{7544CAB3-09A9-4847-9065-0BC2834B1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0052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able-h">
            <a:extLst xmlns:a="http://schemas.openxmlformats.org/drawingml/2006/main">
              <a:ext uri="{FF2B5EF4-FFF2-40B4-BE49-F238E27FC236}">
                <a16:creationId xmlns:a16="http://schemas.microsoft.com/office/drawing/2014/main" id="{9825350A-67DE-4BFA-A5EE-489D03CFA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1485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able-h">
            <a:extLst xmlns:a="http://schemas.openxmlformats.org/drawingml/2006/main">
              <a:ext uri="{FF2B5EF4-FFF2-40B4-BE49-F238E27FC236}">
                <a16:creationId xmlns:a16="http://schemas.microsoft.com/office/drawing/2014/main" id="{81BFF377-D78E-428C-B09F-16AA8C593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2917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able-h">
            <a:extLst xmlns:a="http://schemas.openxmlformats.org/drawingml/2006/main">
              <a:ext uri="{FF2B5EF4-FFF2-40B4-BE49-F238E27FC236}">
                <a16:creationId xmlns:a16="http://schemas.microsoft.com/office/drawing/2014/main" id="{00919A8F-458E-4CC0-94CA-AD3C55EA7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4350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able-h">
            <a:extLst xmlns:a="http://schemas.openxmlformats.org/drawingml/2006/main">
              <a:ext uri="{FF2B5EF4-FFF2-40B4-BE49-F238E27FC236}">
                <a16:creationId xmlns:a16="http://schemas.microsoft.com/office/drawing/2014/main" id="{18FD9EA7-A591-4AA6-920F-165C68AF7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5782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able-h">
            <a:extLst xmlns:a="http://schemas.openxmlformats.org/drawingml/2006/main">
              <a:ext uri="{FF2B5EF4-FFF2-40B4-BE49-F238E27FC236}">
                <a16:creationId xmlns:a16="http://schemas.microsoft.com/office/drawing/2014/main" id="{9ACE284A-79B8-484F-9086-1A2D8C8DB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7215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table-h">
            <a:extLst xmlns:a="http://schemas.openxmlformats.org/drawingml/2006/main">
              <a:ext uri="{FF2B5EF4-FFF2-40B4-BE49-F238E27FC236}">
                <a16:creationId xmlns:a16="http://schemas.microsoft.com/office/drawing/2014/main" id="{FC75B04F-995C-4758-B75C-77EF1855F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8647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table-h">
            <a:extLst xmlns:a="http://schemas.openxmlformats.org/drawingml/2006/main">
              <a:ext uri="{FF2B5EF4-FFF2-40B4-BE49-F238E27FC236}">
                <a16:creationId xmlns:a16="http://schemas.microsoft.com/office/drawing/2014/main" id="{64EE7C4F-4439-482F-9856-699F9AA03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0080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table-h">
            <a:extLst xmlns:a="http://schemas.openxmlformats.org/drawingml/2006/main">
              <a:ext uri="{FF2B5EF4-FFF2-40B4-BE49-F238E27FC236}">
                <a16:creationId xmlns:a16="http://schemas.microsoft.com/office/drawing/2014/main" id="{DAF459A8-689B-4519-B9F9-AEC3D076E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71512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table-h">
            <a:extLst xmlns:a="http://schemas.openxmlformats.org/drawingml/2006/main">
              <a:ext uri="{FF2B5EF4-FFF2-40B4-BE49-F238E27FC236}">
                <a16:creationId xmlns:a16="http://schemas.microsoft.com/office/drawing/2014/main" id="{4F7B2025-022F-4DBF-8FC1-84AA10DF5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02945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table-h">
            <a:extLst xmlns:a="http://schemas.openxmlformats.org/drawingml/2006/main">
              <a:ext uri="{FF2B5EF4-FFF2-40B4-BE49-F238E27FC236}">
                <a16:creationId xmlns:a16="http://schemas.microsoft.com/office/drawing/2014/main" id="{69DA939B-0959-4D29-9029-9AE408FDA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34377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table-h">
            <a:extLst xmlns:a="http://schemas.openxmlformats.org/drawingml/2006/main">
              <a:ext uri="{FF2B5EF4-FFF2-40B4-BE49-F238E27FC236}">
                <a16:creationId xmlns:a16="http://schemas.microsoft.com/office/drawing/2014/main" id="{FB2E7C40-75C7-461F-990C-03AA539D2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65810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table-h">
            <a:extLst xmlns:a="http://schemas.openxmlformats.org/drawingml/2006/main">
              <a:ext uri="{FF2B5EF4-FFF2-40B4-BE49-F238E27FC236}">
                <a16:creationId xmlns:a16="http://schemas.microsoft.com/office/drawing/2014/main" id="{74BCF15F-6155-4A28-8953-7DC6F9D4D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97242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table-h">
            <a:extLst xmlns:a="http://schemas.openxmlformats.org/drawingml/2006/main">
              <a:ext uri="{FF2B5EF4-FFF2-40B4-BE49-F238E27FC236}">
                <a16:creationId xmlns:a16="http://schemas.microsoft.com/office/drawing/2014/main" id="{43FAEE9F-623B-457D-B744-F9ED80A5C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28675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text-VENDOR">
            <a:extLst xmlns:a="http://schemas.openxmlformats.org/drawingml/2006/main">
              <a:ext uri="{FF2B5EF4-FFF2-40B4-BE49-F238E27FC236}">
                <a16:creationId xmlns:a16="http://schemas.microsoft.com/office/drawing/2014/main" id="{1AC6F3A0-53CA-4378-BE61-0512EC05B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114681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FFFFFF"/>
                </a:solidFill>
              </a:defRPr>
            </a:pPr>
            <a:r>
              <a:rPr sz="825" b="0" i="0">
                <a:solidFill>
                  <a:srgbClr val="FFFFFF"/>
                </a:solidFill>
              </a:rPr>
              <a:t>VENDOR</a:t>
            </a:r>
          </a:p>
        </p:txBody>
      </p:sp>
      <p:sp>
        <p:nvSpPr>
          <p:cNvPr id="34" name="text-SIGNED">
            <a:extLst xmlns:a="http://schemas.openxmlformats.org/drawingml/2006/main">
              <a:ext uri="{FF2B5EF4-FFF2-40B4-BE49-F238E27FC236}">
                <a16:creationId xmlns:a16="http://schemas.microsoft.com/office/drawing/2014/main" id="{E40E36B3-D34D-4667-8D65-54BBDA75B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1210" y="2000250"/>
            <a:ext cx="114681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FFFFFF"/>
                </a:solidFill>
              </a:defRPr>
            </a:pPr>
            <a:r>
              <a:rPr sz="825" b="0" i="0">
                <a:solidFill>
                  <a:srgbClr val="FFFFFF"/>
                </a:solidFill>
              </a:rPr>
              <a:t>SIGNED</a:t>
            </a:r>
          </a:p>
        </p:txBody>
      </p:sp>
      <p:sp>
        <p:nvSpPr>
          <p:cNvPr id="35" name="text-DEPOSIT">
            <a:extLst xmlns:a="http://schemas.openxmlformats.org/drawingml/2006/main">
              <a:ext uri="{FF2B5EF4-FFF2-40B4-BE49-F238E27FC236}">
                <a16:creationId xmlns:a16="http://schemas.microsoft.com/office/drawing/2014/main" id="{3537A5FE-DE86-4199-976A-8D9C91974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8020" y="2000250"/>
            <a:ext cx="114681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FFFFFF"/>
                </a:solidFill>
              </a:defRPr>
            </a:pPr>
            <a:r>
              <a:rPr sz="825" b="0" i="0">
                <a:solidFill>
                  <a:srgbClr val="FFFFFF"/>
                </a:solidFill>
              </a:rPr>
              <a:t>DEPOSIT</a:t>
            </a:r>
          </a:p>
        </p:txBody>
      </p:sp>
      <p:sp>
        <p:nvSpPr>
          <p:cNvPr id="36" name="text-INSURANCE">
            <a:extLst xmlns:a="http://schemas.openxmlformats.org/drawingml/2006/main">
              <a:ext uri="{FF2B5EF4-FFF2-40B4-BE49-F238E27FC236}">
                <a16:creationId xmlns:a16="http://schemas.microsoft.com/office/drawing/2014/main" id="{0458AB75-98FF-40A9-BD1C-0E3AC33EA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4830" y="2000250"/>
            <a:ext cx="114681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FFFFFF"/>
                </a:solidFill>
              </a:defRPr>
            </a:pPr>
            <a:r>
              <a:rPr sz="825" b="0" i="0">
                <a:solidFill>
                  <a:srgbClr val="FFFFFF"/>
                </a:solidFill>
              </a:rPr>
              <a:t>INSURANCE</a:t>
            </a:r>
          </a:p>
        </p:txBody>
      </p:sp>
      <p:sp>
        <p:nvSpPr>
          <p:cNvPr id="37" name="text-NOTES">
            <a:extLst xmlns:a="http://schemas.openxmlformats.org/drawingml/2006/main">
              <a:ext uri="{FF2B5EF4-FFF2-40B4-BE49-F238E27FC236}">
                <a16:creationId xmlns:a16="http://schemas.microsoft.com/office/drawing/2014/main" id="{BC8212E9-3881-4B84-A773-512A5D772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1640" y="2000250"/>
            <a:ext cx="114681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FFFFFF"/>
                </a:solidFill>
              </a:defRPr>
            </a:pPr>
            <a:r>
              <a:rPr sz="825" b="0" i="0">
                <a:solidFill>
                  <a:srgbClr val="FFFFFF"/>
                </a:solidFill>
              </a:rPr>
              <a:t>NOTES</a:t>
            </a:r>
          </a:p>
        </p:txBody>
      </p:sp>
    </p:spTree>
    <p:extLst>
      <p:ext uri="{BB962C8B-B14F-4D97-AF65-F5344CB8AC3E}">
        <p14:creationId xmlns:p14="http://schemas.microsoft.com/office/powerpoint/2010/main" val="557924346"/>
      </p:ext>
    </p:extLst>
  </p:cSld>
</p:sld>
</file>

<file path=ppt/slides/slide70.xml><?xml version="1.0" encoding="utf-8"?>
<p:sld xmlns:p="http://schemas.openxmlformats.org/presentationml/2006/main">
  <p:cSld>
    <p:bg>
      <p:bgPr>
        <a:solidFill xmlns:a="http://schemas.openxmlformats.org/drawingml/2006/main">
          <a:srgbClr val="FC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5a466290c04af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7562850" cy="10696575"/>
          </a:xfrm>
          <a:prstGeom xmlns:a="http://schemas.openxmlformats.org/drawingml/2006/main" prst="rect">
            <a:avLst/>
          </a:prstGeom>
        </p:spPr>
      </p:pic>
      <p:sp>
        <p:nvSpPr>
          <p:cNvPr id="2" name="soft-romantic-panel">
            <a:extLst xmlns:a="http://schemas.openxmlformats.org/drawingml/2006/main">
              <a:ext uri="{FF2B5EF4-FFF2-40B4-BE49-F238E27FC236}">
                <a16:creationId xmlns:a16="http://schemas.microsoft.com/office/drawing/2014/main" id="{91E27833-6EA6-42F8-8BB6-6D79F8931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"/>
            <a:ext cx="6000750" cy="9429750"/>
          </a:xfrm>
          <a:prstGeom xmlns:a="http://schemas.openxmlformats.org/drawingml/2006/main" prst="roundRect">
            <a:avLst>
              <a:gd name="adj" fmla="val 1270"/>
            </a:avLst>
          </a:prstGeom>
          <a:solidFill xmlns:a="http://schemas.openxmlformats.org/drawingml/2006/main">
            <a:srgbClr val="FCF7F3"/>
          </a:solidFill>
          <a:ln xmlns:a="http://schemas.openxmlformats.org/drawingml/2006/main" w="9525">
            <a:solidFill>
              <a:srgbClr val="C79B46"/>
            </a:solidFill>
            <a:prstDash val="solid"/>
          </a:ln>
        </p:spPr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3AECC0FA-63BB-4C05-A15C-5BB08ACB6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42950"/>
            <a:ext cx="5562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75" b="0" i="1">
                <a:solidFill>
                  <a:srgbClr val="52654E"/>
                </a:solidFill>
              </a:defRPr>
            </a:pPr>
            <a:r>
              <a:rPr sz="2475" b="0" i="1">
                <a:solidFill>
                  <a:srgbClr val="52654E"/>
                </a:solidFill>
              </a:rPr>
              <a:t>Vendor Payment Tracker</a:t>
            </a:r>
          </a:p>
        </p:txBody>
      </p:sp>
      <p:sp>
        <p:nvSpPr>
          <p:cNvPr id="4" name="page-subtitle">
            <a:extLst xmlns:a="http://schemas.openxmlformats.org/drawingml/2006/main">
              <a:ext uri="{FF2B5EF4-FFF2-40B4-BE49-F238E27FC236}">
                <a16:creationId xmlns:a16="http://schemas.microsoft.com/office/drawing/2014/main" id="{EF5FB91B-5BE6-49C9-9AE6-D2C4F3E10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219200"/>
            <a:ext cx="461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C79B46"/>
                </a:solidFill>
              </a:defRPr>
            </a:pPr>
            <a:r>
              <a:rPr sz="975" b="0" i="0">
                <a:solidFill>
                  <a:srgbClr val="C79B46"/>
                </a:solidFill>
              </a:rPr>
              <a:t>KEEP EVERY PAYMENT VISIBLE</a:t>
            </a:r>
          </a:p>
        </p:txBody>
      </p:sp>
      <p:sp>
        <p:nvSpPr>
          <p:cNvPr id="5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0913F96D-5890-42B6-8EEF-CB584278B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581150"/>
            <a:ext cx="85725" cy="857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C79B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383491E-3C7F-4DE2-8B24-4B1269BB7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966787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C79B46"/>
                </a:solidFill>
              </a:defRPr>
            </a:pPr>
            <a:r>
              <a:rPr sz="750" b="0" i="0">
                <a:solidFill>
                  <a:srgbClr val="C79B46"/>
                </a:solidFill>
              </a:rPr>
              <a:t>070</a:t>
            </a:r>
          </a:p>
        </p:txBody>
      </p:sp>
      <p:sp>
        <p:nvSpPr>
          <p:cNvPr id="7" name="table-header">
            <a:extLst xmlns:a="http://schemas.openxmlformats.org/drawingml/2006/main">
              <a:ext uri="{FF2B5EF4-FFF2-40B4-BE49-F238E27FC236}">
                <a16:creationId xmlns:a16="http://schemas.microsoft.com/office/drawing/2014/main" id="{5724C990-B838-4042-8BF1-96B14EFC2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57340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8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C79653D0-D5E9-43FD-B303-FDF6FDCE2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5734050" cy="5972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7B61"/>
            </a:solidFill>
            <a:prstDash val="solid"/>
          </a:ln>
        </p:spPr>
      </p:sp>
      <p:sp>
        <p:nvSpPr>
          <p:cNvPr id="9" name="table-v">
            <a:extLst xmlns:a="http://schemas.openxmlformats.org/drawingml/2006/main">
              <a:ext uri="{FF2B5EF4-FFF2-40B4-BE49-F238E27FC236}">
                <a16:creationId xmlns:a16="http://schemas.microsoft.com/office/drawing/2014/main" id="{58DFF9F3-B35A-451A-A645-3B75763BD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1210" y="2000250"/>
            <a:ext cx="6668" cy="5972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able-v">
            <a:extLst xmlns:a="http://schemas.openxmlformats.org/drawingml/2006/main">
              <a:ext uri="{FF2B5EF4-FFF2-40B4-BE49-F238E27FC236}">
                <a16:creationId xmlns:a16="http://schemas.microsoft.com/office/drawing/2014/main" id="{5712CB97-2B09-4B06-B888-33CF68929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8020" y="2000250"/>
            <a:ext cx="6668" cy="5972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able-v">
            <a:extLst xmlns:a="http://schemas.openxmlformats.org/drawingml/2006/main">
              <a:ext uri="{FF2B5EF4-FFF2-40B4-BE49-F238E27FC236}">
                <a16:creationId xmlns:a16="http://schemas.microsoft.com/office/drawing/2014/main" id="{FA19F51A-2BC0-4D9C-AF6E-17C7DE8BA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4830" y="2000250"/>
            <a:ext cx="6668" cy="5972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able-v">
            <a:extLst xmlns:a="http://schemas.openxmlformats.org/drawingml/2006/main">
              <a:ext uri="{FF2B5EF4-FFF2-40B4-BE49-F238E27FC236}">
                <a16:creationId xmlns:a16="http://schemas.microsoft.com/office/drawing/2014/main" id="{0BF1E593-97B8-4162-8769-E30C52F03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1640" y="2000250"/>
            <a:ext cx="6668" cy="5972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able-h">
            <a:extLst xmlns:a="http://schemas.openxmlformats.org/drawingml/2006/main">
              <a:ext uri="{FF2B5EF4-FFF2-40B4-BE49-F238E27FC236}">
                <a16:creationId xmlns:a16="http://schemas.microsoft.com/office/drawing/2014/main" id="{2DCDB96D-84BB-47F6-8AD6-4791278FE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1457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able-h">
            <a:extLst xmlns:a="http://schemas.openxmlformats.org/drawingml/2006/main">
              <a:ext uri="{FF2B5EF4-FFF2-40B4-BE49-F238E27FC236}">
                <a16:creationId xmlns:a16="http://schemas.microsoft.com/office/drawing/2014/main" id="{40B36FB0-26E5-4D98-8988-C686D4047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2890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able-h">
            <a:extLst xmlns:a="http://schemas.openxmlformats.org/drawingml/2006/main">
              <a:ext uri="{FF2B5EF4-FFF2-40B4-BE49-F238E27FC236}">
                <a16:creationId xmlns:a16="http://schemas.microsoft.com/office/drawing/2014/main" id="{452B858C-8955-48ED-8BDC-1F69C74B4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4322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able-h">
            <a:extLst xmlns:a="http://schemas.openxmlformats.org/drawingml/2006/main">
              <a:ext uri="{FF2B5EF4-FFF2-40B4-BE49-F238E27FC236}">
                <a16:creationId xmlns:a16="http://schemas.microsoft.com/office/drawing/2014/main" id="{47D3147A-E258-44E2-B031-0EFA95FB2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5755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able-h">
            <a:extLst xmlns:a="http://schemas.openxmlformats.org/drawingml/2006/main">
              <a:ext uri="{FF2B5EF4-FFF2-40B4-BE49-F238E27FC236}">
                <a16:creationId xmlns:a16="http://schemas.microsoft.com/office/drawing/2014/main" id="{684524E0-79C5-47D0-AE12-1A4F90F3F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7187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able-h">
            <a:extLst xmlns:a="http://schemas.openxmlformats.org/drawingml/2006/main">
              <a:ext uri="{FF2B5EF4-FFF2-40B4-BE49-F238E27FC236}">
                <a16:creationId xmlns:a16="http://schemas.microsoft.com/office/drawing/2014/main" id="{6A449591-B758-48BE-8E8B-FF3881B0E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8620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able-h">
            <a:extLst xmlns:a="http://schemas.openxmlformats.org/drawingml/2006/main">
              <a:ext uri="{FF2B5EF4-FFF2-40B4-BE49-F238E27FC236}">
                <a16:creationId xmlns:a16="http://schemas.microsoft.com/office/drawing/2014/main" id="{644CC29A-3C15-4024-94B5-61971B5D6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0052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able-h">
            <a:extLst xmlns:a="http://schemas.openxmlformats.org/drawingml/2006/main">
              <a:ext uri="{FF2B5EF4-FFF2-40B4-BE49-F238E27FC236}">
                <a16:creationId xmlns:a16="http://schemas.microsoft.com/office/drawing/2014/main" id="{04A64A39-E581-46A7-B4C1-6AD5FDA06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1485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able-h">
            <a:extLst xmlns:a="http://schemas.openxmlformats.org/drawingml/2006/main">
              <a:ext uri="{FF2B5EF4-FFF2-40B4-BE49-F238E27FC236}">
                <a16:creationId xmlns:a16="http://schemas.microsoft.com/office/drawing/2014/main" id="{469CA1CE-3669-46D5-AC40-2809CE0A5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2917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able-h">
            <a:extLst xmlns:a="http://schemas.openxmlformats.org/drawingml/2006/main">
              <a:ext uri="{FF2B5EF4-FFF2-40B4-BE49-F238E27FC236}">
                <a16:creationId xmlns:a16="http://schemas.microsoft.com/office/drawing/2014/main" id="{FEC9D567-7901-4913-90D4-276252E89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4350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able-h">
            <a:extLst xmlns:a="http://schemas.openxmlformats.org/drawingml/2006/main">
              <a:ext uri="{FF2B5EF4-FFF2-40B4-BE49-F238E27FC236}">
                <a16:creationId xmlns:a16="http://schemas.microsoft.com/office/drawing/2014/main" id="{C290ABAA-61C9-422F-AB5C-DA74083EB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5782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able-h">
            <a:extLst xmlns:a="http://schemas.openxmlformats.org/drawingml/2006/main">
              <a:ext uri="{FF2B5EF4-FFF2-40B4-BE49-F238E27FC236}">
                <a16:creationId xmlns:a16="http://schemas.microsoft.com/office/drawing/2014/main" id="{AD5F551E-BB6B-4153-95AD-89DFEF8C3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7215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table-h">
            <a:extLst xmlns:a="http://schemas.openxmlformats.org/drawingml/2006/main">
              <a:ext uri="{FF2B5EF4-FFF2-40B4-BE49-F238E27FC236}">
                <a16:creationId xmlns:a16="http://schemas.microsoft.com/office/drawing/2014/main" id="{9B2E9FC7-B4F3-468E-A5BC-38AB11378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8647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table-h">
            <a:extLst xmlns:a="http://schemas.openxmlformats.org/drawingml/2006/main">
              <a:ext uri="{FF2B5EF4-FFF2-40B4-BE49-F238E27FC236}">
                <a16:creationId xmlns:a16="http://schemas.microsoft.com/office/drawing/2014/main" id="{951DF1B3-A16D-4EC9-83B0-4746B1360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0080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table-h">
            <a:extLst xmlns:a="http://schemas.openxmlformats.org/drawingml/2006/main">
              <a:ext uri="{FF2B5EF4-FFF2-40B4-BE49-F238E27FC236}">
                <a16:creationId xmlns:a16="http://schemas.microsoft.com/office/drawing/2014/main" id="{AEECDB82-DD7B-4A25-A99A-AB4DDE94B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71512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table-h">
            <a:extLst xmlns:a="http://schemas.openxmlformats.org/drawingml/2006/main">
              <a:ext uri="{FF2B5EF4-FFF2-40B4-BE49-F238E27FC236}">
                <a16:creationId xmlns:a16="http://schemas.microsoft.com/office/drawing/2014/main" id="{591B9933-195F-41EE-90C7-1BA031EC6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02945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table-h">
            <a:extLst xmlns:a="http://schemas.openxmlformats.org/drawingml/2006/main">
              <a:ext uri="{FF2B5EF4-FFF2-40B4-BE49-F238E27FC236}">
                <a16:creationId xmlns:a16="http://schemas.microsoft.com/office/drawing/2014/main" id="{C74C8156-DBF0-46A6-9A47-28A88559B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34377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table-h">
            <a:extLst xmlns:a="http://schemas.openxmlformats.org/drawingml/2006/main">
              <a:ext uri="{FF2B5EF4-FFF2-40B4-BE49-F238E27FC236}">
                <a16:creationId xmlns:a16="http://schemas.microsoft.com/office/drawing/2014/main" id="{4A72B98D-A42D-4186-A1FC-C3905B0BA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65810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text-VENDOR">
            <a:extLst xmlns:a="http://schemas.openxmlformats.org/drawingml/2006/main">
              <a:ext uri="{FF2B5EF4-FFF2-40B4-BE49-F238E27FC236}">
                <a16:creationId xmlns:a16="http://schemas.microsoft.com/office/drawing/2014/main" id="{850B2F71-615F-4BBB-9636-BD464756D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114681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FFFFFF"/>
                </a:solidFill>
              </a:defRPr>
            </a:pPr>
            <a:r>
              <a:rPr sz="825" b="0" i="0">
                <a:solidFill>
                  <a:srgbClr val="FFFFFF"/>
                </a:solidFill>
              </a:rPr>
              <a:t>VENDOR</a:t>
            </a:r>
          </a:p>
        </p:txBody>
      </p:sp>
      <p:sp>
        <p:nvSpPr>
          <p:cNvPr id="32" name="text-DEPOSIT">
            <a:extLst xmlns:a="http://schemas.openxmlformats.org/drawingml/2006/main">
              <a:ext uri="{FF2B5EF4-FFF2-40B4-BE49-F238E27FC236}">
                <a16:creationId xmlns:a16="http://schemas.microsoft.com/office/drawing/2014/main" id="{FEB61A76-C7B1-40BD-869C-2AC038F3F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1210" y="2000250"/>
            <a:ext cx="114681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FFFFFF"/>
                </a:solidFill>
              </a:defRPr>
            </a:pPr>
            <a:r>
              <a:rPr sz="825" b="0" i="0">
                <a:solidFill>
                  <a:srgbClr val="FFFFFF"/>
                </a:solidFill>
              </a:rPr>
              <a:t>DEPOSIT</a:t>
            </a:r>
          </a:p>
        </p:txBody>
      </p:sp>
      <p:sp>
        <p:nvSpPr>
          <p:cNvPr id="33" name="text-BALANCE">
            <a:extLst xmlns:a="http://schemas.openxmlformats.org/drawingml/2006/main">
              <a:ext uri="{FF2B5EF4-FFF2-40B4-BE49-F238E27FC236}">
                <a16:creationId xmlns:a16="http://schemas.microsoft.com/office/drawing/2014/main" id="{A4445B09-1EC2-406C-8B64-01551CAE1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8020" y="2000250"/>
            <a:ext cx="114681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FFFFFF"/>
                </a:solidFill>
              </a:defRPr>
            </a:pPr>
            <a:r>
              <a:rPr sz="825" b="0" i="0">
                <a:solidFill>
                  <a:srgbClr val="FFFFFF"/>
                </a:solidFill>
              </a:rPr>
              <a:t>BALANCE</a:t>
            </a:r>
          </a:p>
        </p:txBody>
      </p:sp>
      <p:sp>
        <p:nvSpPr>
          <p:cNvPr id="34" name="text-DUE DATE">
            <a:extLst xmlns:a="http://schemas.openxmlformats.org/drawingml/2006/main">
              <a:ext uri="{FF2B5EF4-FFF2-40B4-BE49-F238E27FC236}">
                <a16:creationId xmlns:a16="http://schemas.microsoft.com/office/drawing/2014/main" id="{60BA6A51-58E1-4B30-A13D-CA60D6CD6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4830" y="2000250"/>
            <a:ext cx="114681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FFFFFF"/>
                </a:solidFill>
              </a:defRPr>
            </a:pPr>
            <a:r>
              <a:rPr sz="825" b="0" i="0">
                <a:solidFill>
                  <a:srgbClr val="FFFFFF"/>
                </a:solidFill>
              </a:rPr>
              <a:t>DUE DATE</a:t>
            </a:r>
          </a:p>
        </p:txBody>
      </p:sp>
      <p:sp>
        <p:nvSpPr>
          <p:cNvPr id="35" name="text-STATUS">
            <a:extLst xmlns:a="http://schemas.openxmlformats.org/drawingml/2006/main">
              <a:ext uri="{FF2B5EF4-FFF2-40B4-BE49-F238E27FC236}">
                <a16:creationId xmlns:a16="http://schemas.microsoft.com/office/drawing/2014/main" id="{BC8C4882-A818-4297-B26E-5127957FD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1640" y="2000250"/>
            <a:ext cx="114681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FFFFFF"/>
                </a:solidFill>
              </a:defRPr>
            </a:pPr>
            <a:r>
              <a:rPr sz="825" b="0" i="0">
                <a:solidFill>
                  <a:srgbClr val="FFFFFF"/>
                </a:solidFill>
              </a:rPr>
              <a:t>STATUS</a:t>
            </a:r>
          </a:p>
        </p:txBody>
      </p:sp>
      <p:sp>
        <p:nvSpPr>
          <p:cNvPr id="36" name="status-circle">
            <a:extLst xmlns:a="http://schemas.openxmlformats.org/drawingml/2006/main">
              <a:ext uri="{FF2B5EF4-FFF2-40B4-BE49-F238E27FC236}">
                <a16:creationId xmlns:a16="http://schemas.microsoft.com/office/drawing/2014/main" id="{8A4007B9-CBEE-4E95-854E-6015C0C68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400300"/>
            <a:ext cx="133350" cy="133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37" name="status-circle">
            <a:extLst xmlns:a="http://schemas.openxmlformats.org/drawingml/2006/main">
              <a:ext uri="{FF2B5EF4-FFF2-40B4-BE49-F238E27FC236}">
                <a16:creationId xmlns:a16="http://schemas.microsoft.com/office/drawing/2014/main" id="{54D343FA-A6CA-4362-8EDA-7003D4C85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714625"/>
            <a:ext cx="133350" cy="133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38" name="status-circle">
            <a:extLst xmlns:a="http://schemas.openxmlformats.org/drawingml/2006/main">
              <a:ext uri="{FF2B5EF4-FFF2-40B4-BE49-F238E27FC236}">
                <a16:creationId xmlns:a16="http://schemas.microsoft.com/office/drawing/2014/main" id="{9A9A5B65-C2B3-46F0-BE91-8027AD8BD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028950"/>
            <a:ext cx="133350" cy="133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39" name="status-circle">
            <a:extLst xmlns:a="http://schemas.openxmlformats.org/drawingml/2006/main">
              <a:ext uri="{FF2B5EF4-FFF2-40B4-BE49-F238E27FC236}">
                <a16:creationId xmlns:a16="http://schemas.microsoft.com/office/drawing/2014/main" id="{08039F58-E483-41CA-BDE0-FE290DDA1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343275"/>
            <a:ext cx="133350" cy="133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40" name="status-circle">
            <a:extLst xmlns:a="http://schemas.openxmlformats.org/drawingml/2006/main">
              <a:ext uri="{FF2B5EF4-FFF2-40B4-BE49-F238E27FC236}">
                <a16:creationId xmlns:a16="http://schemas.microsoft.com/office/drawing/2014/main" id="{06BAAF51-9150-48FE-9060-58D193188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657600"/>
            <a:ext cx="133350" cy="133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41" name="status-circle">
            <a:extLst xmlns:a="http://schemas.openxmlformats.org/drawingml/2006/main">
              <a:ext uri="{FF2B5EF4-FFF2-40B4-BE49-F238E27FC236}">
                <a16:creationId xmlns:a16="http://schemas.microsoft.com/office/drawing/2014/main" id="{64F96914-AA44-41A8-9053-A267248AB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971925"/>
            <a:ext cx="133350" cy="133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42" name="status-circle">
            <a:extLst xmlns:a="http://schemas.openxmlformats.org/drawingml/2006/main">
              <a:ext uri="{FF2B5EF4-FFF2-40B4-BE49-F238E27FC236}">
                <a16:creationId xmlns:a16="http://schemas.microsoft.com/office/drawing/2014/main" id="{16AD1BEB-2B26-472C-96A2-3D23D2C57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286250"/>
            <a:ext cx="133350" cy="133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43" name="status-circle">
            <a:extLst xmlns:a="http://schemas.openxmlformats.org/drawingml/2006/main">
              <a:ext uri="{FF2B5EF4-FFF2-40B4-BE49-F238E27FC236}">
                <a16:creationId xmlns:a16="http://schemas.microsoft.com/office/drawing/2014/main" id="{A1C5BE8B-D2A0-4EDA-811F-D1B3658F0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600575"/>
            <a:ext cx="133350" cy="133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44" name="status-circle">
            <a:extLst xmlns:a="http://schemas.openxmlformats.org/drawingml/2006/main">
              <a:ext uri="{FF2B5EF4-FFF2-40B4-BE49-F238E27FC236}">
                <a16:creationId xmlns:a16="http://schemas.microsoft.com/office/drawing/2014/main" id="{D8E0F2E4-577B-4EDE-812E-94CC7BBCD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914900"/>
            <a:ext cx="133350" cy="133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45" name="status-circle">
            <a:extLst xmlns:a="http://schemas.openxmlformats.org/drawingml/2006/main">
              <a:ext uri="{FF2B5EF4-FFF2-40B4-BE49-F238E27FC236}">
                <a16:creationId xmlns:a16="http://schemas.microsoft.com/office/drawing/2014/main" id="{E0660FFF-C13F-4967-989C-2D00FD918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229225"/>
            <a:ext cx="133350" cy="133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46" name="status-circle">
            <a:extLst xmlns:a="http://schemas.openxmlformats.org/drawingml/2006/main">
              <a:ext uri="{FF2B5EF4-FFF2-40B4-BE49-F238E27FC236}">
                <a16:creationId xmlns:a16="http://schemas.microsoft.com/office/drawing/2014/main" id="{54512D7C-E52A-45E3-9E34-D26D8E274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543550"/>
            <a:ext cx="133350" cy="133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47" name="status-circle">
            <a:extLst xmlns:a="http://schemas.openxmlformats.org/drawingml/2006/main">
              <a:ext uri="{FF2B5EF4-FFF2-40B4-BE49-F238E27FC236}">
                <a16:creationId xmlns:a16="http://schemas.microsoft.com/office/drawing/2014/main" id="{52DC31C6-9819-4478-921B-3AFFD134A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857875"/>
            <a:ext cx="133350" cy="133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48" name="status-circle">
            <a:extLst xmlns:a="http://schemas.openxmlformats.org/drawingml/2006/main">
              <a:ext uri="{FF2B5EF4-FFF2-40B4-BE49-F238E27FC236}">
                <a16:creationId xmlns:a16="http://schemas.microsoft.com/office/drawing/2014/main" id="{2190A24F-A615-4557-A379-ECCACB90A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6172200"/>
            <a:ext cx="133350" cy="133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49" name="status-circle">
            <a:extLst xmlns:a="http://schemas.openxmlformats.org/drawingml/2006/main">
              <a:ext uri="{FF2B5EF4-FFF2-40B4-BE49-F238E27FC236}">
                <a16:creationId xmlns:a16="http://schemas.microsoft.com/office/drawing/2014/main" id="{5A8923B8-BD24-405B-8072-67BE7CAE6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6486525"/>
            <a:ext cx="133350" cy="133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50" name="status-circle">
            <a:extLst xmlns:a="http://schemas.openxmlformats.org/drawingml/2006/main">
              <a:ext uri="{FF2B5EF4-FFF2-40B4-BE49-F238E27FC236}">
                <a16:creationId xmlns:a16="http://schemas.microsoft.com/office/drawing/2014/main" id="{E3AB7FD6-3A91-4107-9386-0FECBDDC6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6800850"/>
            <a:ext cx="133350" cy="133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51" name="status-circle">
            <a:extLst xmlns:a="http://schemas.openxmlformats.org/drawingml/2006/main">
              <a:ext uri="{FF2B5EF4-FFF2-40B4-BE49-F238E27FC236}">
                <a16:creationId xmlns:a16="http://schemas.microsoft.com/office/drawing/2014/main" id="{BB567BF4-7243-4CBF-9DBC-089E0D13C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7115175"/>
            <a:ext cx="133350" cy="133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52" name="status-circle">
            <a:extLst xmlns:a="http://schemas.openxmlformats.org/drawingml/2006/main">
              <a:ext uri="{FF2B5EF4-FFF2-40B4-BE49-F238E27FC236}">
                <a16:creationId xmlns:a16="http://schemas.microsoft.com/office/drawing/2014/main" id="{53E78987-6779-48B3-B160-0EB018882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7429500"/>
            <a:ext cx="133350" cy="133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53" name="status-circle">
            <a:extLst xmlns:a="http://schemas.openxmlformats.org/drawingml/2006/main">
              <a:ext uri="{FF2B5EF4-FFF2-40B4-BE49-F238E27FC236}">
                <a16:creationId xmlns:a16="http://schemas.microsoft.com/office/drawing/2014/main" id="{BE6BF429-7A1A-4F26-80D7-A43BF4474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7743825"/>
            <a:ext cx="133350" cy="133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63736449"/>
      </p:ext>
    </p:extLst>
  </p:cSld>
</p:sld>
</file>

<file path=ppt/slides/slide71.xml><?xml version="1.0" encoding="utf-8"?>
<p:sld xmlns:p="http://schemas.openxmlformats.org/presentationml/2006/main">
  <p:cSld>
    <p:bg>
      <p:bgPr>
        <a:solidFill xmlns:a="http://schemas.openxmlformats.org/drawingml/2006/main">
          <a:srgbClr val="FC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dbab8be1fc413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7562850" cy="10696575"/>
          </a:xfrm>
          <a:prstGeom xmlns:a="http://schemas.openxmlformats.org/drawingml/2006/main" prst="rect">
            <a:avLst/>
          </a:prstGeom>
        </p:spPr>
      </p:pic>
      <p:sp>
        <p:nvSpPr>
          <p:cNvPr id="2" name="soft-romantic-panel">
            <a:extLst xmlns:a="http://schemas.openxmlformats.org/drawingml/2006/main">
              <a:ext uri="{FF2B5EF4-FFF2-40B4-BE49-F238E27FC236}">
                <a16:creationId xmlns:a16="http://schemas.microsoft.com/office/drawing/2014/main" id="{83D9F124-9084-4854-9D3E-90CFE4297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"/>
            <a:ext cx="6000750" cy="9429750"/>
          </a:xfrm>
          <a:prstGeom xmlns:a="http://schemas.openxmlformats.org/drawingml/2006/main" prst="roundRect">
            <a:avLst>
              <a:gd name="adj" fmla="val 1270"/>
            </a:avLst>
          </a:prstGeom>
          <a:solidFill xmlns:a="http://schemas.openxmlformats.org/drawingml/2006/main">
            <a:srgbClr val="FCF7F3"/>
          </a:solidFill>
          <a:ln xmlns:a="http://schemas.openxmlformats.org/drawingml/2006/main" w="9525">
            <a:solidFill>
              <a:srgbClr val="C79B46"/>
            </a:solidFill>
            <a:prstDash val="solid"/>
          </a:ln>
        </p:spPr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9094DBBB-5500-45F2-9D27-595FFAEF5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42950"/>
            <a:ext cx="5562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75" b="0" i="1">
                <a:solidFill>
                  <a:srgbClr val="52654E"/>
                </a:solidFill>
              </a:defRPr>
            </a:pPr>
            <a:r>
              <a:rPr sz="2475" b="0" i="1">
                <a:solidFill>
                  <a:srgbClr val="52654E"/>
                </a:solidFill>
              </a:rPr>
              <a:t>Venue Notes</a:t>
            </a:r>
          </a:p>
        </p:txBody>
      </p:sp>
      <p:sp>
        <p:nvSpPr>
          <p:cNvPr id="4" name="page-subtitle">
            <a:extLst xmlns:a="http://schemas.openxmlformats.org/drawingml/2006/main">
              <a:ext uri="{FF2B5EF4-FFF2-40B4-BE49-F238E27FC236}">
                <a16:creationId xmlns:a16="http://schemas.microsoft.com/office/drawing/2014/main" id="{FFB42929-8267-44A4-A37E-0A8946F95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219200"/>
            <a:ext cx="461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C79B46"/>
                </a:solidFill>
              </a:defRPr>
            </a:pPr>
            <a:r>
              <a:rPr sz="975" b="0" i="0">
                <a:solidFill>
                  <a:srgbClr val="C79B46"/>
                </a:solidFill>
              </a:rPr>
              <a:t>QUESTIONS, DECISIONS AND DETAILS</a:t>
            </a:r>
          </a:p>
        </p:txBody>
      </p:sp>
      <p:sp>
        <p:nvSpPr>
          <p:cNvPr id="5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C2221D48-D3C7-4DC3-8BDA-9F3C10303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581150"/>
            <a:ext cx="85725" cy="857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C79B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11291E7-4535-4098-B252-4E0848287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966787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C79B46"/>
                </a:solidFill>
              </a:defRPr>
            </a:pPr>
            <a:r>
              <a:rPr sz="750" b="0" i="0">
                <a:solidFill>
                  <a:srgbClr val="C79B46"/>
                </a:solidFill>
              </a:rPr>
              <a:t>071</a:t>
            </a:r>
          </a:p>
        </p:txBody>
      </p:sp>
      <p:sp>
        <p:nvSpPr>
          <p:cNvPr id="7" name="text-SPACES AND CAPACITY">
            <a:extLst xmlns:a="http://schemas.openxmlformats.org/drawingml/2006/main">
              <a:ext uri="{FF2B5EF4-FFF2-40B4-BE49-F238E27FC236}">
                <a16:creationId xmlns:a16="http://schemas.microsoft.com/office/drawing/2014/main" id="{DE391ABC-6B11-477F-B19E-CDB6985CF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90500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SPACES AND CAPACITY</a:t>
            </a:r>
          </a:p>
        </p:txBody>
      </p:sp>
      <p:sp>
        <p:nvSpPr>
          <p:cNvPr id="8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8A3C87F2-D5CD-4F6C-8430-F99B9C5DC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30505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087F0AC0-207F-41F3-95A9-881C234F5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57175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1CDC6C58-3E95-429B-9BCF-4D03D0B70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83845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-ACCESS AND TIMINGS">
            <a:extLst xmlns:a="http://schemas.openxmlformats.org/drawingml/2006/main">
              <a:ext uri="{FF2B5EF4-FFF2-40B4-BE49-F238E27FC236}">
                <a16:creationId xmlns:a16="http://schemas.microsoft.com/office/drawing/2014/main" id="{990941C0-DA65-4A88-8CE4-5D11BEE02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86125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ACCESS AND TIMINGS</a:t>
            </a:r>
          </a:p>
        </p:txBody>
      </p:sp>
      <p:sp>
        <p:nvSpPr>
          <p:cNvPr id="1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610A2B89-F102-432E-9BC6-9D508DA4D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686175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F192AF0B-C75B-4A27-9F9D-21D4BB750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952875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9DB6FBCF-DDDA-47CF-85B4-1A0CEAC7E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219575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-INCLUDED SERVICES">
            <a:extLst xmlns:a="http://schemas.openxmlformats.org/drawingml/2006/main">
              <a:ext uri="{FF2B5EF4-FFF2-40B4-BE49-F238E27FC236}">
                <a16:creationId xmlns:a16="http://schemas.microsoft.com/office/drawing/2014/main" id="{ADDC2943-1C05-4389-9526-525B16D1D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66725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INCLUDED SERVICES</a:t>
            </a:r>
          </a:p>
        </p:txBody>
      </p:sp>
      <p:sp>
        <p:nvSpPr>
          <p:cNvPr id="1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2FFA6416-462E-46E6-8851-EC7D3168B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06730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30B59AED-828B-47A6-A402-68CD5AC19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33400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F7C707C1-19CC-4496-A91F-DA49F7188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60070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-QUESTIONS AND DECISIONS">
            <a:extLst xmlns:a="http://schemas.openxmlformats.org/drawingml/2006/main">
              <a:ext uri="{FF2B5EF4-FFF2-40B4-BE49-F238E27FC236}">
                <a16:creationId xmlns:a16="http://schemas.microsoft.com/office/drawing/2014/main" id="{FF3EE8C5-2117-458E-AE12-C2ABE4CAE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048375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QUESTIONS AND DECISIONS</a:t>
            </a:r>
          </a:p>
        </p:txBody>
      </p:sp>
      <p:sp>
        <p:nvSpPr>
          <p:cNvPr id="2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3045100D-5FF9-49F7-8C05-6BDF94F09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448425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5E6F6A48-F674-4B3E-9566-D2DA27031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715125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F3AB7B44-EF85-4A14-8833-DB4BB80FE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981825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ext-FINAL NOTES">
            <a:extLst xmlns:a="http://schemas.openxmlformats.org/drawingml/2006/main">
              <a:ext uri="{FF2B5EF4-FFF2-40B4-BE49-F238E27FC236}">
                <a16:creationId xmlns:a16="http://schemas.microsoft.com/office/drawing/2014/main" id="{B36F57C3-54F3-4263-A1A6-5D3C75188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42950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FINAL NOTES</a:t>
            </a:r>
          </a:p>
        </p:txBody>
      </p:sp>
      <p:sp>
        <p:nvSpPr>
          <p:cNvPr id="2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604ABA8B-8658-44E2-AF91-5794E6AE5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82955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7E4A1E8C-94A7-47C0-AFDB-BF0B8A801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09625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1EE8500F-FC77-4C38-8697-8FDF62081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36295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93155154"/>
      </p:ext>
    </p:extLst>
  </p:cSld>
</p:sld>
</file>

<file path=ppt/slides/slide72.xml><?xml version="1.0" encoding="utf-8"?>
<p:sld xmlns:p="http://schemas.openxmlformats.org/presentationml/2006/main">
  <p:cSld>
    <p:bg>
      <p:bgPr>
        <a:solidFill xmlns:a="http://schemas.openxmlformats.org/drawingml/2006/main">
          <a:srgbClr val="FC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59c8aee5624ef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7562850" cy="10696575"/>
          </a:xfrm>
          <a:prstGeom xmlns:a="http://schemas.openxmlformats.org/drawingml/2006/main" prst="rect">
            <a:avLst/>
          </a:prstGeom>
        </p:spPr>
      </p:pic>
      <p:sp>
        <p:nvSpPr>
          <p:cNvPr id="2" name="soft-romantic-panel">
            <a:extLst xmlns:a="http://schemas.openxmlformats.org/drawingml/2006/main">
              <a:ext uri="{FF2B5EF4-FFF2-40B4-BE49-F238E27FC236}">
                <a16:creationId xmlns:a16="http://schemas.microsoft.com/office/drawing/2014/main" id="{ABBA4022-6640-42B5-B5AE-E8C299FB2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"/>
            <a:ext cx="6000750" cy="9429750"/>
          </a:xfrm>
          <a:prstGeom xmlns:a="http://schemas.openxmlformats.org/drawingml/2006/main" prst="roundRect">
            <a:avLst>
              <a:gd name="adj" fmla="val 1270"/>
            </a:avLst>
          </a:prstGeom>
          <a:solidFill xmlns:a="http://schemas.openxmlformats.org/drawingml/2006/main">
            <a:srgbClr val="FCF7F3"/>
          </a:solidFill>
          <a:ln xmlns:a="http://schemas.openxmlformats.org/drawingml/2006/main" w="9525">
            <a:solidFill>
              <a:srgbClr val="C79B46"/>
            </a:solidFill>
            <a:prstDash val="solid"/>
          </a:ln>
        </p:spPr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2E3618C8-5771-485C-B234-F65B5B3C4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42950"/>
            <a:ext cx="5562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75" b="0" i="1">
                <a:solidFill>
                  <a:srgbClr val="52654E"/>
                </a:solidFill>
              </a:defRPr>
            </a:pPr>
            <a:r>
              <a:rPr sz="2475" b="0" i="1">
                <a:solidFill>
                  <a:srgbClr val="52654E"/>
                </a:solidFill>
              </a:rPr>
              <a:t>Catering Notes</a:t>
            </a:r>
          </a:p>
        </p:txBody>
      </p:sp>
      <p:sp>
        <p:nvSpPr>
          <p:cNvPr id="4" name="page-subtitle">
            <a:extLst xmlns:a="http://schemas.openxmlformats.org/drawingml/2006/main">
              <a:ext uri="{FF2B5EF4-FFF2-40B4-BE49-F238E27FC236}">
                <a16:creationId xmlns:a16="http://schemas.microsoft.com/office/drawing/2014/main" id="{6A9748DC-F7EF-45F0-84A2-76659BA7C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219200"/>
            <a:ext cx="461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C79B46"/>
                </a:solidFill>
              </a:defRPr>
            </a:pPr>
            <a:r>
              <a:rPr sz="975" b="0" i="0">
                <a:solidFill>
                  <a:srgbClr val="C79B46"/>
                </a:solidFill>
              </a:rPr>
              <a:t>QUESTIONS, DECISIONS AND DETAILS</a:t>
            </a:r>
          </a:p>
        </p:txBody>
      </p:sp>
      <p:sp>
        <p:nvSpPr>
          <p:cNvPr id="5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5169E7D9-5A1F-4AC5-B855-81CD6A4E5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581150"/>
            <a:ext cx="85725" cy="857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C79B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E80B305-F513-4E3F-AFBF-A7E8DA308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966787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C79B46"/>
                </a:solidFill>
              </a:defRPr>
            </a:pPr>
            <a:r>
              <a:rPr sz="750" b="0" i="0">
                <a:solidFill>
                  <a:srgbClr val="C79B46"/>
                </a:solidFill>
              </a:rPr>
              <a:t>072</a:t>
            </a:r>
          </a:p>
        </p:txBody>
      </p:sp>
      <p:sp>
        <p:nvSpPr>
          <p:cNvPr id="7" name="text-MENU DIRECTION">
            <a:extLst xmlns:a="http://schemas.openxmlformats.org/drawingml/2006/main">
              <a:ext uri="{FF2B5EF4-FFF2-40B4-BE49-F238E27FC236}">
                <a16:creationId xmlns:a16="http://schemas.microsoft.com/office/drawing/2014/main" id="{5C19247D-DB60-4476-9857-30A413B78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90500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MENU DIRECTION</a:t>
            </a:r>
          </a:p>
        </p:txBody>
      </p:sp>
      <p:sp>
        <p:nvSpPr>
          <p:cNvPr id="8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A085BE8C-B0CA-49C7-A18D-7AF40F333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30505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A880AD17-EDBC-4FD7-8CE1-FE8D8E3F1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57175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32BC191D-0CA6-4B4F-88E9-2D21F4850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83845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-DIETARY REQUIREMENTS">
            <a:extLst xmlns:a="http://schemas.openxmlformats.org/drawingml/2006/main">
              <a:ext uri="{FF2B5EF4-FFF2-40B4-BE49-F238E27FC236}">
                <a16:creationId xmlns:a16="http://schemas.microsoft.com/office/drawing/2014/main" id="{AE8625D9-D5A6-4ED8-891C-36A644F96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86125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DIETARY REQUIREMENTS</a:t>
            </a:r>
          </a:p>
        </p:txBody>
      </p:sp>
      <p:sp>
        <p:nvSpPr>
          <p:cNvPr id="1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C4F870ED-98C3-44F4-B7E8-775A335B0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686175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8EC4A0D1-7871-470F-A5A6-8281C7F82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952875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07B7214A-5695-4550-8C09-9963436D5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219575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-DRINKS AND SERVICE">
            <a:extLst xmlns:a="http://schemas.openxmlformats.org/drawingml/2006/main">
              <a:ext uri="{FF2B5EF4-FFF2-40B4-BE49-F238E27FC236}">
                <a16:creationId xmlns:a16="http://schemas.microsoft.com/office/drawing/2014/main" id="{D33D9F14-DC71-49EE-A59C-009523841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66725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DRINKS AND SERVICE</a:t>
            </a:r>
          </a:p>
        </p:txBody>
      </p:sp>
      <p:sp>
        <p:nvSpPr>
          <p:cNvPr id="1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04DDB832-2D9C-45B4-98D9-F4AAAD436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06730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61CC9223-AF0B-45EF-B65C-4471CE668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33400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E8F03637-8941-4598-B478-5BD807C0C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60070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-TASTINGS AND DECISIONS">
            <a:extLst xmlns:a="http://schemas.openxmlformats.org/drawingml/2006/main">
              <a:ext uri="{FF2B5EF4-FFF2-40B4-BE49-F238E27FC236}">
                <a16:creationId xmlns:a16="http://schemas.microsoft.com/office/drawing/2014/main" id="{691A0539-65FA-4E95-8813-A59371F61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048375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TASTINGS AND DECISIONS</a:t>
            </a:r>
          </a:p>
        </p:txBody>
      </p:sp>
      <p:sp>
        <p:nvSpPr>
          <p:cNvPr id="2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0DDD8C2F-8C5C-45F0-8415-3BB55395E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448425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7C3AD61F-EA7D-4528-95D7-98B50DB7F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715125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B582AAD3-5F42-4ED8-A452-6A23D7B33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981825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ext-FINAL NOTES">
            <a:extLst xmlns:a="http://schemas.openxmlformats.org/drawingml/2006/main">
              <a:ext uri="{FF2B5EF4-FFF2-40B4-BE49-F238E27FC236}">
                <a16:creationId xmlns:a16="http://schemas.microsoft.com/office/drawing/2014/main" id="{5ADB0362-D3D8-421D-B8B7-A53968C2F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42950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FINAL NOTES</a:t>
            </a:r>
          </a:p>
        </p:txBody>
      </p:sp>
      <p:sp>
        <p:nvSpPr>
          <p:cNvPr id="2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803F982A-C116-4789-8D77-DF664B340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82955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61B8B152-A45A-42EC-9C38-B0BBAFC33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09625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05796C2E-D5BE-4277-BAEB-465E26E80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36295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2146730478"/>
      </p:ext>
    </p:extLst>
  </p:cSld>
</p:sld>
</file>

<file path=ppt/slides/slide73.xml><?xml version="1.0" encoding="utf-8"?>
<p:sld xmlns:p="http://schemas.openxmlformats.org/presentationml/2006/main">
  <p:cSld>
    <p:bg>
      <p:bgPr>
        <a:solidFill xmlns:a="http://schemas.openxmlformats.org/drawingml/2006/main">
          <a:srgbClr val="FC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649e2484c4417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7562850" cy="10696575"/>
          </a:xfrm>
          <a:prstGeom xmlns:a="http://schemas.openxmlformats.org/drawingml/2006/main" prst="rect">
            <a:avLst/>
          </a:prstGeom>
        </p:spPr>
      </p:pic>
      <p:sp>
        <p:nvSpPr>
          <p:cNvPr id="2" name="soft-romantic-panel">
            <a:extLst xmlns:a="http://schemas.openxmlformats.org/drawingml/2006/main">
              <a:ext uri="{FF2B5EF4-FFF2-40B4-BE49-F238E27FC236}">
                <a16:creationId xmlns:a16="http://schemas.microsoft.com/office/drawing/2014/main" id="{D7A5F0FB-D5C6-43BB-8D83-D86AC57A9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"/>
            <a:ext cx="6000750" cy="9429750"/>
          </a:xfrm>
          <a:prstGeom xmlns:a="http://schemas.openxmlformats.org/drawingml/2006/main" prst="roundRect">
            <a:avLst>
              <a:gd name="adj" fmla="val 1270"/>
            </a:avLst>
          </a:prstGeom>
          <a:solidFill xmlns:a="http://schemas.openxmlformats.org/drawingml/2006/main">
            <a:srgbClr val="FCF7F3"/>
          </a:solidFill>
          <a:ln xmlns:a="http://schemas.openxmlformats.org/drawingml/2006/main" w="9525">
            <a:solidFill>
              <a:srgbClr val="C79B46"/>
            </a:solidFill>
            <a:prstDash val="solid"/>
          </a:ln>
        </p:spPr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421D6918-715A-4DB0-8670-E4FCE3710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42950"/>
            <a:ext cx="5562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75" b="0" i="1">
                <a:solidFill>
                  <a:srgbClr val="52654E"/>
                </a:solidFill>
              </a:defRPr>
            </a:pPr>
            <a:r>
              <a:rPr sz="2475" b="0" i="1">
                <a:solidFill>
                  <a:srgbClr val="52654E"/>
                </a:solidFill>
              </a:rPr>
              <a:t>Photography Notes</a:t>
            </a:r>
          </a:p>
        </p:txBody>
      </p:sp>
      <p:sp>
        <p:nvSpPr>
          <p:cNvPr id="4" name="page-subtitle">
            <a:extLst xmlns:a="http://schemas.openxmlformats.org/drawingml/2006/main">
              <a:ext uri="{FF2B5EF4-FFF2-40B4-BE49-F238E27FC236}">
                <a16:creationId xmlns:a16="http://schemas.microsoft.com/office/drawing/2014/main" id="{3F1011B5-9909-4389-85F7-6185095C0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219200"/>
            <a:ext cx="461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C79B46"/>
                </a:solidFill>
              </a:defRPr>
            </a:pPr>
            <a:r>
              <a:rPr sz="975" b="0" i="0">
                <a:solidFill>
                  <a:srgbClr val="C79B46"/>
                </a:solidFill>
              </a:rPr>
              <a:t>QUESTIONS, DECISIONS AND DETAILS</a:t>
            </a:r>
          </a:p>
        </p:txBody>
      </p:sp>
      <p:sp>
        <p:nvSpPr>
          <p:cNvPr id="5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E3EF0F5C-5783-4BC8-ABCD-02DA1B95F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581150"/>
            <a:ext cx="85725" cy="857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C79B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0482E6A2-9DC2-4130-8F75-5ED22DB12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966787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C79B46"/>
                </a:solidFill>
              </a:defRPr>
            </a:pPr>
            <a:r>
              <a:rPr sz="750" b="0" i="0">
                <a:solidFill>
                  <a:srgbClr val="C79B46"/>
                </a:solidFill>
              </a:rPr>
              <a:t>073</a:t>
            </a:r>
          </a:p>
        </p:txBody>
      </p:sp>
      <p:sp>
        <p:nvSpPr>
          <p:cNvPr id="7" name="text-STYLE AND PRIORITIES">
            <a:extLst xmlns:a="http://schemas.openxmlformats.org/drawingml/2006/main">
              <a:ext uri="{FF2B5EF4-FFF2-40B4-BE49-F238E27FC236}">
                <a16:creationId xmlns:a16="http://schemas.microsoft.com/office/drawing/2014/main" id="{3FDBDEC1-AC9E-44B4-8DC9-31DD30FB2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90500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STYLE AND PRIORITIES</a:t>
            </a:r>
          </a:p>
        </p:txBody>
      </p:sp>
      <p:sp>
        <p:nvSpPr>
          <p:cNvPr id="8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4BA1E4D3-FFBB-45BA-A233-6251D1EA1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30505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CB96090F-EF2A-4228-A8A6-2ADFF9826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57175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C599EFF1-46D9-4AE0-B1B5-ECB1C3DDB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83845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-MUST-HAVE SHOTS">
            <a:extLst xmlns:a="http://schemas.openxmlformats.org/drawingml/2006/main">
              <a:ext uri="{FF2B5EF4-FFF2-40B4-BE49-F238E27FC236}">
                <a16:creationId xmlns:a16="http://schemas.microsoft.com/office/drawing/2014/main" id="{34823A21-5C91-4BC7-ADCE-9D062DF6F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86125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MUST-HAVE SHOTS</a:t>
            </a:r>
          </a:p>
        </p:txBody>
      </p:sp>
      <p:sp>
        <p:nvSpPr>
          <p:cNvPr id="1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1CE3B459-0645-4F42-85F5-1A6DC7466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686175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B36DA31B-9315-429F-B7E0-7270F64DE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952875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BEC1AD3C-E7DA-45D9-8DF9-1F32A4CDC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219575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-FAMILY GROUPINGS">
            <a:extLst xmlns:a="http://schemas.openxmlformats.org/drawingml/2006/main">
              <a:ext uri="{FF2B5EF4-FFF2-40B4-BE49-F238E27FC236}">
                <a16:creationId xmlns:a16="http://schemas.microsoft.com/office/drawing/2014/main" id="{D59845A9-116F-40DF-BFEC-95F3AFF56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66725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FAMILY GROUPINGS</a:t>
            </a:r>
          </a:p>
        </p:txBody>
      </p:sp>
      <p:sp>
        <p:nvSpPr>
          <p:cNvPr id="1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03A04F0C-B33C-41D6-813D-93FDFCD95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06730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94BAFC17-C690-4CAF-847A-5EB3B4A5D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33400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F8E7E9E5-3021-4689-BF64-70371A5A4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60070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-LOCATIONS AND LIGHT">
            <a:extLst xmlns:a="http://schemas.openxmlformats.org/drawingml/2006/main">
              <a:ext uri="{FF2B5EF4-FFF2-40B4-BE49-F238E27FC236}">
                <a16:creationId xmlns:a16="http://schemas.microsoft.com/office/drawing/2014/main" id="{D66E6735-1B19-4A83-A1BE-1951DFAE6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048375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LOCATIONS AND LIGHT</a:t>
            </a:r>
          </a:p>
        </p:txBody>
      </p:sp>
      <p:sp>
        <p:nvSpPr>
          <p:cNvPr id="2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EE164104-2178-4419-92DE-CBF383C66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448425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7A3CBE02-713D-43BD-BD5B-C5248F8FA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715125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BBE1FA1E-9790-4EA6-9C2A-EAC97DAE1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981825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ext-FINAL NOTES">
            <a:extLst xmlns:a="http://schemas.openxmlformats.org/drawingml/2006/main">
              <a:ext uri="{FF2B5EF4-FFF2-40B4-BE49-F238E27FC236}">
                <a16:creationId xmlns:a16="http://schemas.microsoft.com/office/drawing/2014/main" id="{87A89D7F-DB7D-4C14-A657-0459B4393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42950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FINAL NOTES</a:t>
            </a:r>
          </a:p>
        </p:txBody>
      </p:sp>
      <p:sp>
        <p:nvSpPr>
          <p:cNvPr id="2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5355D3C3-3A71-4274-9657-406048F71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82955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F367997B-A369-4280-A066-CA3CF94F0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09625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A85EC539-218B-4141-AD44-BB7418EDF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36295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826218122"/>
      </p:ext>
    </p:extLst>
  </p:cSld>
</p:sld>
</file>

<file path=ppt/slides/slide74.xml><?xml version="1.0" encoding="utf-8"?>
<p:sld xmlns:p="http://schemas.openxmlformats.org/presentationml/2006/main">
  <p:cSld>
    <p:bg>
      <p:bgPr>
        <a:solidFill xmlns:a="http://schemas.openxmlformats.org/drawingml/2006/main">
          <a:srgbClr val="FC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277f12820440a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7562850" cy="10696575"/>
          </a:xfrm>
          <a:prstGeom xmlns:a="http://schemas.openxmlformats.org/drawingml/2006/main" prst="rect">
            <a:avLst/>
          </a:prstGeom>
        </p:spPr>
      </p:pic>
      <p:sp>
        <p:nvSpPr>
          <p:cNvPr id="2" name="soft-romantic-panel">
            <a:extLst xmlns:a="http://schemas.openxmlformats.org/drawingml/2006/main">
              <a:ext uri="{FF2B5EF4-FFF2-40B4-BE49-F238E27FC236}">
                <a16:creationId xmlns:a16="http://schemas.microsoft.com/office/drawing/2014/main" id="{4EA20E4C-80B4-4293-8755-5832CB3B5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"/>
            <a:ext cx="6000750" cy="9429750"/>
          </a:xfrm>
          <a:prstGeom xmlns:a="http://schemas.openxmlformats.org/drawingml/2006/main" prst="roundRect">
            <a:avLst>
              <a:gd name="adj" fmla="val 1270"/>
            </a:avLst>
          </a:prstGeom>
          <a:solidFill xmlns:a="http://schemas.openxmlformats.org/drawingml/2006/main">
            <a:srgbClr val="FCF7F3"/>
          </a:solidFill>
          <a:ln xmlns:a="http://schemas.openxmlformats.org/drawingml/2006/main" w="9525">
            <a:solidFill>
              <a:srgbClr val="C79B46"/>
            </a:solidFill>
            <a:prstDash val="solid"/>
          </a:ln>
        </p:spPr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477902C8-CF2E-4FCE-9D66-18978B573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42950"/>
            <a:ext cx="5562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75" b="0" i="1">
                <a:solidFill>
                  <a:srgbClr val="52654E"/>
                </a:solidFill>
              </a:defRPr>
            </a:pPr>
            <a:r>
              <a:rPr sz="2475" b="0" i="1">
                <a:solidFill>
                  <a:srgbClr val="52654E"/>
                </a:solidFill>
              </a:rPr>
              <a:t>Videography Notes</a:t>
            </a:r>
          </a:p>
        </p:txBody>
      </p:sp>
      <p:sp>
        <p:nvSpPr>
          <p:cNvPr id="4" name="page-subtitle">
            <a:extLst xmlns:a="http://schemas.openxmlformats.org/drawingml/2006/main">
              <a:ext uri="{FF2B5EF4-FFF2-40B4-BE49-F238E27FC236}">
                <a16:creationId xmlns:a16="http://schemas.microsoft.com/office/drawing/2014/main" id="{9BF2655E-6DCA-41AC-B565-F1D2DAEDC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219200"/>
            <a:ext cx="461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C79B46"/>
                </a:solidFill>
              </a:defRPr>
            </a:pPr>
            <a:r>
              <a:rPr sz="975" b="0" i="0">
                <a:solidFill>
                  <a:srgbClr val="C79B46"/>
                </a:solidFill>
              </a:rPr>
              <a:t>QUESTIONS, DECISIONS AND DETAILS</a:t>
            </a:r>
          </a:p>
        </p:txBody>
      </p:sp>
      <p:sp>
        <p:nvSpPr>
          <p:cNvPr id="5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B178B930-C73C-475E-B9CF-E738A0CC0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581150"/>
            <a:ext cx="85725" cy="857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C79B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4919F63-3C8B-4D23-9D80-02FA63AF8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966787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C79B46"/>
                </a:solidFill>
              </a:defRPr>
            </a:pPr>
            <a:r>
              <a:rPr sz="750" b="0" i="0">
                <a:solidFill>
                  <a:srgbClr val="C79B46"/>
                </a:solidFill>
              </a:rPr>
              <a:t>074</a:t>
            </a:r>
          </a:p>
        </p:txBody>
      </p:sp>
      <p:sp>
        <p:nvSpPr>
          <p:cNvPr id="7" name="text-FILM STYLE">
            <a:extLst xmlns:a="http://schemas.openxmlformats.org/drawingml/2006/main">
              <a:ext uri="{FF2B5EF4-FFF2-40B4-BE49-F238E27FC236}">
                <a16:creationId xmlns:a16="http://schemas.microsoft.com/office/drawing/2014/main" id="{248CC98D-DF93-4707-AC01-A5FC9D87C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90500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FILM STYLE</a:t>
            </a:r>
          </a:p>
        </p:txBody>
      </p:sp>
      <p:sp>
        <p:nvSpPr>
          <p:cNvPr id="8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680BC0C1-319A-4F14-98E9-E06861E00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30505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FE09FE19-688F-4E91-B890-E4C02BB3F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57175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DD061751-66A1-490F-8BE5-F1EA3604D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83845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-AUDIO AND SPEECHES">
            <a:extLst xmlns:a="http://schemas.openxmlformats.org/drawingml/2006/main">
              <a:ext uri="{FF2B5EF4-FFF2-40B4-BE49-F238E27FC236}">
                <a16:creationId xmlns:a16="http://schemas.microsoft.com/office/drawing/2014/main" id="{8E81FA9F-BFC1-4311-89A7-99C46377B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86125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AUDIO AND SPEECHES</a:t>
            </a:r>
          </a:p>
        </p:txBody>
      </p:sp>
      <p:sp>
        <p:nvSpPr>
          <p:cNvPr id="1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9A3630D1-6F8A-44FE-9601-6512D8ECF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686175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0C413AB9-EA91-42E1-9A59-3ABA14923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952875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5FC76CAB-F82D-4845-AC79-C4EDB3492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219575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-KEY MOMENTS">
            <a:extLst xmlns:a="http://schemas.openxmlformats.org/drawingml/2006/main">
              <a:ext uri="{FF2B5EF4-FFF2-40B4-BE49-F238E27FC236}">
                <a16:creationId xmlns:a16="http://schemas.microsoft.com/office/drawing/2014/main" id="{F5540FF0-F089-4ED0-B21F-BEC79BC71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66725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KEY MOMENTS</a:t>
            </a:r>
          </a:p>
        </p:txBody>
      </p:sp>
      <p:sp>
        <p:nvSpPr>
          <p:cNvPr id="1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4248B482-9703-4973-938E-63F348306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06730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19DFB129-E6E2-4AEB-95F6-99DEE959B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33400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FDF89389-2E3C-46CE-9641-38B9FAA62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60070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-DELIVERY AND EDITS">
            <a:extLst xmlns:a="http://schemas.openxmlformats.org/drawingml/2006/main">
              <a:ext uri="{FF2B5EF4-FFF2-40B4-BE49-F238E27FC236}">
                <a16:creationId xmlns:a16="http://schemas.microsoft.com/office/drawing/2014/main" id="{F34DA7BF-44BC-485C-9989-CB06D4AF0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048375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DELIVERY AND EDITS</a:t>
            </a:r>
          </a:p>
        </p:txBody>
      </p:sp>
      <p:sp>
        <p:nvSpPr>
          <p:cNvPr id="2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F0920A57-7957-4747-A35B-CCD3F3ECA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448425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8FC71781-6022-47B9-8107-AC4F2598F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715125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66E7CA19-B739-407E-9FB0-0D60F873A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981825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ext-FINAL NOTES">
            <a:extLst xmlns:a="http://schemas.openxmlformats.org/drawingml/2006/main">
              <a:ext uri="{FF2B5EF4-FFF2-40B4-BE49-F238E27FC236}">
                <a16:creationId xmlns:a16="http://schemas.microsoft.com/office/drawing/2014/main" id="{2B4A56FD-1AA1-4D10-885F-152C96A6F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42950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FINAL NOTES</a:t>
            </a:r>
          </a:p>
        </p:txBody>
      </p:sp>
      <p:sp>
        <p:nvSpPr>
          <p:cNvPr id="2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BDE25216-7F41-4388-8BA3-57862B650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82955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1D343CD5-3D32-437E-84BC-E01EEA445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09625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06F1FB51-6A3A-40FA-82AC-A6DF4D138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36295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726234058"/>
      </p:ext>
    </p:extLst>
  </p:cSld>
</p:sld>
</file>

<file path=ppt/slides/slide75.xml><?xml version="1.0" encoding="utf-8"?>
<p:sld xmlns:p="http://schemas.openxmlformats.org/presentationml/2006/main">
  <p:cSld>
    <p:bg>
      <p:bgPr>
        <a:solidFill xmlns:a="http://schemas.openxmlformats.org/drawingml/2006/main">
          <a:srgbClr val="FC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396e4dbda94b7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7562850" cy="10696575"/>
          </a:xfrm>
          <a:prstGeom xmlns:a="http://schemas.openxmlformats.org/drawingml/2006/main" prst="rect">
            <a:avLst/>
          </a:prstGeom>
        </p:spPr>
      </p:pic>
      <p:sp>
        <p:nvSpPr>
          <p:cNvPr id="2" name="soft-romantic-panel">
            <a:extLst xmlns:a="http://schemas.openxmlformats.org/drawingml/2006/main">
              <a:ext uri="{FF2B5EF4-FFF2-40B4-BE49-F238E27FC236}">
                <a16:creationId xmlns:a16="http://schemas.microsoft.com/office/drawing/2014/main" id="{C932F460-CCFC-4724-B9E2-F1F82797F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"/>
            <a:ext cx="6000750" cy="9429750"/>
          </a:xfrm>
          <a:prstGeom xmlns:a="http://schemas.openxmlformats.org/drawingml/2006/main" prst="roundRect">
            <a:avLst>
              <a:gd name="adj" fmla="val 1270"/>
            </a:avLst>
          </a:prstGeom>
          <a:solidFill xmlns:a="http://schemas.openxmlformats.org/drawingml/2006/main">
            <a:srgbClr val="FCF7F3"/>
          </a:solidFill>
          <a:ln xmlns:a="http://schemas.openxmlformats.org/drawingml/2006/main" w="9525">
            <a:solidFill>
              <a:srgbClr val="C79B46"/>
            </a:solidFill>
            <a:prstDash val="solid"/>
          </a:ln>
        </p:spPr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C56B98E0-AD74-478B-B002-01E4405CC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42950"/>
            <a:ext cx="5562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75" b="0" i="1">
                <a:solidFill>
                  <a:srgbClr val="52654E"/>
                </a:solidFill>
              </a:defRPr>
            </a:pPr>
            <a:r>
              <a:rPr sz="2475" b="0" i="1">
                <a:solidFill>
                  <a:srgbClr val="52654E"/>
                </a:solidFill>
              </a:rPr>
              <a:t>Florist Notes</a:t>
            </a:r>
          </a:p>
        </p:txBody>
      </p:sp>
      <p:sp>
        <p:nvSpPr>
          <p:cNvPr id="4" name="page-subtitle">
            <a:extLst xmlns:a="http://schemas.openxmlformats.org/drawingml/2006/main">
              <a:ext uri="{FF2B5EF4-FFF2-40B4-BE49-F238E27FC236}">
                <a16:creationId xmlns:a16="http://schemas.microsoft.com/office/drawing/2014/main" id="{AFB43F86-87C4-453D-B252-2D5E596EA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219200"/>
            <a:ext cx="461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C79B46"/>
                </a:solidFill>
              </a:defRPr>
            </a:pPr>
            <a:r>
              <a:rPr sz="975" b="0" i="0">
                <a:solidFill>
                  <a:srgbClr val="C79B46"/>
                </a:solidFill>
              </a:rPr>
              <a:t>QUESTIONS, DECISIONS AND DETAILS</a:t>
            </a:r>
          </a:p>
        </p:txBody>
      </p:sp>
      <p:sp>
        <p:nvSpPr>
          <p:cNvPr id="5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15018EC9-3566-4C4A-A43C-6C7B4F47D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581150"/>
            <a:ext cx="85725" cy="857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C79B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1CA75A8-41C7-437E-9054-9F38AE925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966787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C79B46"/>
                </a:solidFill>
              </a:defRPr>
            </a:pPr>
            <a:r>
              <a:rPr sz="750" b="0" i="0">
                <a:solidFill>
                  <a:srgbClr val="C79B46"/>
                </a:solidFill>
              </a:rPr>
              <a:t>075</a:t>
            </a:r>
          </a:p>
        </p:txBody>
      </p:sp>
      <p:sp>
        <p:nvSpPr>
          <p:cNvPr id="7" name="text-BOUQUETS AND PERSONAL FLOWER">
            <a:extLst xmlns:a="http://schemas.openxmlformats.org/drawingml/2006/main">
              <a:ext uri="{FF2B5EF4-FFF2-40B4-BE49-F238E27FC236}">
                <a16:creationId xmlns:a16="http://schemas.microsoft.com/office/drawing/2014/main" id="{61688C8C-24D4-455E-86AE-17C56160B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90500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BOUQUETS AND PERSONAL FLOWERS</a:t>
            </a:r>
          </a:p>
        </p:txBody>
      </p:sp>
      <p:sp>
        <p:nvSpPr>
          <p:cNvPr id="8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B2905ED5-560E-41F4-8520-802CE128A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30505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7926FCA4-4D85-4844-AB51-519D9E54F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57175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5074D125-9D9A-47E3-B196-124A4CED5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83845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-CEREMONY FLOWERS">
            <a:extLst xmlns:a="http://schemas.openxmlformats.org/drawingml/2006/main">
              <a:ext uri="{FF2B5EF4-FFF2-40B4-BE49-F238E27FC236}">
                <a16:creationId xmlns:a16="http://schemas.microsoft.com/office/drawing/2014/main" id="{4FBDDCD4-F63C-459A-820F-2598E0564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86125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CEREMONY FLOWERS</a:t>
            </a:r>
          </a:p>
        </p:txBody>
      </p:sp>
      <p:sp>
        <p:nvSpPr>
          <p:cNvPr id="1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4B137B5E-3FB0-4220-9F98-3EE33818B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686175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EF6FD117-D5DC-48A3-A66B-EDDAC575B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952875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8FBCE50E-4002-4C85-80D0-75B6D05FE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219575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-RECEPTION FLOWERS">
            <a:extLst xmlns:a="http://schemas.openxmlformats.org/drawingml/2006/main">
              <a:ext uri="{FF2B5EF4-FFF2-40B4-BE49-F238E27FC236}">
                <a16:creationId xmlns:a16="http://schemas.microsoft.com/office/drawing/2014/main" id="{8CC20634-B069-43FC-8C48-CEF371087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66725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RECEPTION FLOWERS</a:t>
            </a:r>
          </a:p>
        </p:txBody>
      </p:sp>
      <p:sp>
        <p:nvSpPr>
          <p:cNvPr id="1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4F44C009-37CE-4690-B693-7731AC822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06730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C451AF13-A91C-4F89-AA49-941147176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33400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B23C663C-68A4-4191-80F7-2181401B4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60070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-SEASONAL ALTERNATIVES">
            <a:extLst xmlns:a="http://schemas.openxmlformats.org/drawingml/2006/main">
              <a:ext uri="{FF2B5EF4-FFF2-40B4-BE49-F238E27FC236}">
                <a16:creationId xmlns:a16="http://schemas.microsoft.com/office/drawing/2014/main" id="{2B6AF2F3-74F5-4BD0-BA4E-C8893B4D7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048375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SEASONAL ALTERNATIVES</a:t>
            </a:r>
          </a:p>
        </p:txBody>
      </p:sp>
      <p:sp>
        <p:nvSpPr>
          <p:cNvPr id="2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1F0DC6B9-7226-477E-8F0B-C69492593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448425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2BC278C3-A7A2-415B-AC7A-8F7A34EEC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715125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05DF6EA8-C8A6-43D7-B56A-53A4D3DAF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981825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ext-FINAL NOTES">
            <a:extLst xmlns:a="http://schemas.openxmlformats.org/drawingml/2006/main">
              <a:ext uri="{FF2B5EF4-FFF2-40B4-BE49-F238E27FC236}">
                <a16:creationId xmlns:a16="http://schemas.microsoft.com/office/drawing/2014/main" id="{29294B3D-91A4-46D7-BCD0-D201482F3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42950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FINAL NOTES</a:t>
            </a:r>
          </a:p>
        </p:txBody>
      </p:sp>
      <p:sp>
        <p:nvSpPr>
          <p:cNvPr id="2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C204E8A7-304D-4B6B-A32C-7DA9798EE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82955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3048D594-828B-4518-A3B8-FBBD58AB4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09625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783684D4-ACC8-4629-B980-356329167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36295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2063574208"/>
      </p:ext>
    </p:extLst>
  </p:cSld>
</p:sld>
</file>

<file path=ppt/slides/slide76.xml><?xml version="1.0" encoding="utf-8"?>
<p:sld xmlns:p="http://schemas.openxmlformats.org/presentationml/2006/main">
  <p:cSld>
    <p:bg>
      <p:bgPr>
        <a:solidFill xmlns:a="http://schemas.openxmlformats.org/drawingml/2006/main">
          <a:srgbClr val="FC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3d1bed2a5c495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7562850" cy="10696575"/>
          </a:xfrm>
          <a:prstGeom xmlns:a="http://schemas.openxmlformats.org/drawingml/2006/main" prst="rect">
            <a:avLst/>
          </a:prstGeom>
        </p:spPr>
      </p:pic>
      <p:sp>
        <p:nvSpPr>
          <p:cNvPr id="2" name="soft-romantic-panel">
            <a:extLst xmlns:a="http://schemas.openxmlformats.org/drawingml/2006/main">
              <a:ext uri="{FF2B5EF4-FFF2-40B4-BE49-F238E27FC236}">
                <a16:creationId xmlns:a16="http://schemas.microsoft.com/office/drawing/2014/main" id="{6C179674-ABDA-4F92-B08B-1B6882D25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"/>
            <a:ext cx="6000750" cy="9429750"/>
          </a:xfrm>
          <a:prstGeom xmlns:a="http://schemas.openxmlformats.org/drawingml/2006/main" prst="roundRect">
            <a:avLst>
              <a:gd name="adj" fmla="val 1270"/>
            </a:avLst>
          </a:prstGeom>
          <a:solidFill xmlns:a="http://schemas.openxmlformats.org/drawingml/2006/main">
            <a:srgbClr val="FCF7F3"/>
          </a:solidFill>
          <a:ln xmlns:a="http://schemas.openxmlformats.org/drawingml/2006/main" w="9525">
            <a:solidFill>
              <a:srgbClr val="C79B46"/>
            </a:solidFill>
            <a:prstDash val="solid"/>
          </a:ln>
        </p:spPr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F06AE984-7B3D-40CD-8C80-C71A45362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42950"/>
            <a:ext cx="5562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75" b="0" i="1">
                <a:solidFill>
                  <a:srgbClr val="52654E"/>
                </a:solidFill>
              </a:defRPr>
            </a:pPr>
            <a:r>
              <a:rPr sz="2475" b="0" i="1">
                <a:solidFill>
                  <a:srgbClr val="52654E"/>
                </a:solidFill>
              </a:rPr>
              <a:t>Music Notes</a:t>
            </a:r>
          </a:p>
        </p:txBody>
      </p:sp>
      <p:sp>
        <p:nvSpPr>
          <p:cNvPr id="4" name="page-subtitle">
            <a:extLst xmlns:a="http://schemas.openxmlformats.org/drawingml/2006/main">
              <a:ext uri="{FF2B5EF4-FFF2-40B4-BE49-F238E27FC236}">
                <a16:creationId xmlns:a16="http://schemas.microsoft.com/office/drawing/2014/main" id="{C3CC5D52-9398-4B7A-953C-ECA7B1447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219200"/>
            <a:ext cx="461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C79B46"/>
                </a:solidFill>
              </a:defRPr>
            </a:pPr>
            <a:r>
              <a:rPr sz="975" b="0" i="0">
                <a:solidFill>
                  <a:srgbClr val="C79B46"/>
                </a:solidFill>
              </a:rPr>
              <a:t>QUESTIONS, DECISIONS AND DETAILS</a:t>
            </a:r>
          </a:p>
        </p:txBody>
      </p:sp>
      <p:sp>
        <p:nvSpPr>
          <p:cNvPr id="5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9B374DAC-7298-444F-93A2-496562C41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581150"/>
            <a:ext cx="85725" cy="857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C79B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12C0590-14B6-4260-A4D2-19D5F42AB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966787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C79B46"/>
                </a:solidFill>
              </a:defRPr>
            </a:pPr>
            <a:r>
              <a:rPr sz="750" b="0" i="0">
                <a:solidFill>
                  <a:srgbClr val="C79B46"/>
                </a:solidFill>
              </a:rPr>
              <a:t>076</a:t>
            </a:r>
          </a:p>
        </p:txBody>
      </p:sp>
      <p:sp>
        <p:nvSpPr>
          <p:cNvPr id="7" name="text-CEREMONY MUSIC">
            <a:extLst xmlns:a="http://schemas.openxmlformats.org/drawingml/2006/main">
              <a:ext uri="{FF2B5EF4-FFF2-40B4-BE49-F238E27FC236}">
                <a16:creationId xmlns:a16="http://schemas.microsoft.com/office/drawing/2014/main" id="{AA8795D0-EC57-4E4D-91C3-3662B0016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90500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CEREMONY MUSIC</a:t>
            </a:r>
          </a:p>
        </p:txBody>
      </p:sp>
      <p:sp>
        <p:nvSpPr>
          <p:cNvPr id="8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342EB8D9-0EDF-4F12-8BA5-0BFBB87A5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30505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C003B9F3-3F31-4AE5-B31A-EC004B772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57175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44B62E9C-7053-4B45-9FA6-034DCFF65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83845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-COCKTAIL HOUR">
            <a:extLst xmlns:a="http://schemas.openxmlformats.org/drawingml/2006/main">
              <a:ext uri="{FF2B5EF4-FFF2-40B4-BE49-F238E27FC236}">
                <a16:creationId xmlns:a16="http://schemas.microsoft.com/office/drawing/2014/main" id="{71976CFD-FC31-4BFE-81D8-00AB289CF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86125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COCKTAIL HOUR</a:t>
            </a:r>
          </a:p>
        </p:txBody>
      </p:sp>
      <p:sp>
        <p:nvSpPr>
          <p:cNvPr id="1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A2C2DB65-2934-46EF-A3C9-E2D52AEA7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686175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85C272A8-35B6-47B2-ADBD-C39F32EA3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952875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E565197E-AD90-4051-A6E5-99D441AE1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219575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-RECEPTION PLAYLIST">
            <a:extLst xmlns:a="http://schemas.openxmlformats.org/drawingml/2006/main">
              <a:ext uri="{FF2B5EF4-FFF2-40B4-BE49-F238E27FC236}">
                <a16:creationId xmlns:a16="http://schemas.microsoft.com/office/drawing/2014/main" id="{7CA9EF62-A5A7-4589-BFF7-B0E8D8138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66725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RECEPTION PLAYLIST</a:t>
            </a:r>
          </a:p>
        </p:txBody>
      </p:sp>
      <p:sp>
        <p:nvSpPr>
          <p:cNvPr id="1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6BAAB3F1-7C05-493C-9198-B53305088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06730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D0602926-2046-4ECD-B1A0-B2EA29070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33400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9630AC51-D923-4E78-BAD1-AE6FB164D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60070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-DO-NOT-PLAY LIST">
            <a:extLst xmlns:a="http://schemas.openxmlformats.org/drawingml/2006/main">
              <a:ext uri="{FF2B5EF4-FFF2-40B4-BE49-F238E27FC236}">
                <a16:creationId xmlns:a16="http://schemas.microsoft.com/office/drawing/2014/main" id="{3F97FCD9-E453-4622-BBFF-E6AA63A93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048375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DO-NOT-PLAY LIST</a:t>
            </a:r>
          </a:p>
        </p:txBody>
      </p:sp>
      <p:sp>
        <p:nvSpPr>
          <p:cNvPr id="2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47024AED-A24B-417E-A1D7-8127913EB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448425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3087159D-96A4-4EAC-A20E-DDFD676B5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715125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DD3BD8DE-33C8-471D-BE85-AF95F8849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981825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ext-FINAL NOTES">
            <a:extLst xmlns:a="http://schemas.openxmlformats.org/drawingml/2006/main">
              <a:ext uri="{FF2B5EF4-FFF2-40B4-BE49-F238E27FC236}">
                <a16:creationId xmlns:a16="http://schemas.microsoft.com/office/drawing/2014/main" id="{46CCE736-873F-46A6-8E96-7C6DBB726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42950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FINAL NOTES</a:t>
            </a:r>
          </a:p>
        </p:txBody>
      </p:sp>
      <p:sp>
        <p:nvSpPr>
          <p:cNvPr id="2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28351F24-5C3F-455D-91C6-D17DA17D5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82955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09932CCB-B008-4A0D-9D21-26EF3E251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09625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2B9916C1-B1AE-4BE7-A1EE-BB5CF3549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36295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998545363"/>
      </p:ext>
    </p:extLst>
  </p:cSld>
</p:sld>
</file>

<file path=ppt/slides/slide77.xml><?xml version="1.0" encoding="utf-8"?>
<p:sld xmlns:p="http://schemas.openxmlformats.org/presentationml/2006/main">
  <p:cSld>
    <p:bg>
      <p:bgPr>
        <a:solidFill xmlns:a="http://schemas.openxmlformats.org/drawingml/2006/main">
          <a:srgbClr val="FC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698693644f40d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7562850" cy="10696575"/>
          </a:xfrm>
          <a:prstGeom xmlns:a="http://schemas.openxmlformats.org/drawingml/2006/main" prst="rect">
            <a:avLst/>
          </a:prstGeom>
        </p:spPr>
      </p:pic>
      <p:sp>
        <p:nvSpPr>
          <p:cNvPr id="2" name="soft-romantic-panel">
            <a:extLst xmlns:a="http://schemas.openxmlformats.org/drawingml/2006/main">
              <a:ext uri="{FF2B5EF4-FFF2-40B4-BE49-F238E27FC236}">
                <a16:creationId xmlns:a16="http://schemas.microsoft.com/office/drawing/2014/main" id="{9F2154F1-76E9-4B57-96AB-6AD3159AB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"/>
            <a:ext cx="6000750" cy="9429750"/>
          </a:xfrm>
          <a:prstGeom xmlns:a="http://schemas.openxmlformats.org/drawingml/2006/main" prst="roundRect">
            <a:avLst>
              <a:gd name="adj" fmla="val 1270"/>
            </a:avLst>
          </a:prstGeom>
          <a:solidFill xmlns:a="http://schemas.openxmlformats.org/drawingml/2006/main">
            <a:srgbClr val="FCF7F3"/>
          </a:solidFill>
          <a:ln xmlns:a="http://schemas.openxmlformats.org/drawingml/2006/main" w="9525">
            <a:solidFill>
              <a:srgbClr val="C79B46"/>
            </a:solidFill>
            <a:prstDash val="solid"/>
          </a:ln>
        </p:spPr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5DAFB7F9-ED6F-443A-BE61-C5B1A2833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42950"/>
            <a:ext cx="5562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75" b="0" i="1">
                <a:solidFill>
                  <a:srgbClr val="52654E"/>
                </a:solidFill>
              </a:defRPr>
            </a:pPr>
            <a:r>
              <a:rPr sz="2475" b="0" i="1">
                <a:solidFill>
                  <a:srgbClr val="52654E"/>
                </a:solidFill>
              </a:rPr>
              <a:t>Cake Notes</a:t>
            </a:r>
          </a:p>
        </p:txBody>
      </p:sp>
      <p:sp>
        <p:nvSpPr>
          <p:cNvPr id="4" name="page-subtitle">
            <a:extLst xmlns:a="http://schemas.openxmlformats.org/drawingml/2006/main">
              <a:ext uri="{FF2B5EF4-FFF2-40B4-BE49-F238E27FC236}">
                <a16:creationId xmlns:a16="http://schemas.microsoft.com/office/drawing/2014/main" id="{FA3AFD19-8A0F-4A37-8451-4E210665D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219200"/>
            <a:ext cx="461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C79B46"/>
                </a:solidFill>
              </a:defRPr>
            </a:pPr>
            <a:r>
              <a:rPr sz="975" b="0" i="0">
                <a:solidFill>
                  <a:srgbClr val="C79B46"/>
                </a:solidFill>
              </a:rPr>
              <a:t>QUESTIONS, DECISIONS AND DETAILS</a:t>
            </a:r>
          </a:p>
        </p:txBody>
      </p:sp>
      <p:sp>
        <p:nvSpPr>
          <p:cNvPr id="5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AF20AC1B-D90E-4DE7-ACEF-38956AAA1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581150"/>
            <a:ext cx="85725" cy="857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C79B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2C25D71B-3E8A-4911-B49F-E707B316B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966787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C79B46"/>
                </a:solidFill>
              </a:defRPr>
            </a:pPr>
            <a:r>
              <a:rPr sz="750" b="0" i="0">
                <a:solidFill>
                  <a:srgbClr val="C79B46"/>
                </a:solidFill>
              </a:rPr>
              <a:t>077</a:t>
            </a:r>
          </a:p>
        </p:txBody>
      </p:sp>
      <p:sp>
        <p:nvSpPr>
          <p:cNvPr id="7" name="text-FLAVOURS AND FILLINGS">
            <a:extLst xmlns:a="http://schemas.openxmlformats.org/drawingml/2006/main">
              <a:ext uri="{FF2B5EF4-FFF2-40B4-BE49-F238E27FC236}">
                <a16:creationId xmlns:a16="http://schemas.microsoft.com/office/drawing/2014/main" id="{31C7470D-B38C-45F5-A1CB-BDA0C8520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90500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FLAVOURS AND FILLINGS</a:t>
            </a:r>
          </a:p>
        </p:txBody>
      </p:sp>
      <p:sp>
        <p:nvSpPr>
          <p:cNvPr id="8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3BA471AA-C733-48CE-99B5-82200E217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30505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C68D75EE-7056-48D0-B63B-67F24F3D1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57175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32A45D13-70A2-465A-8639-9C1694628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83845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-DESIGN DIRECTION">
            <a:extLst xmlns:a="http://schemas.openxmlformats.org/drawingml/2006/main">
              <a:ext uri="{FF2B5EF4-FFF2-40B4-BE49-F238E27FC236}">
                <a16:creationId xmlns:a16="http://schemas.microsoft.com/office/drawing/2014/main" id="{49E97F19-ACD6-4E4F-A443-013A6E09F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86125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DESIGN DIRECTION</a:t>
            </a:r>
          </a:p>
        </p:txBody>
      </p:sp>
      <p:sp>
        <p:nvSpPr>
          <p:cNvPr id="1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033A5A73-CD06-4051-A536-AEF342860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686175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A526BE78-A27D-4C46-B56B-79E185641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952875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E19DD5A9-C435-432A-B548-74A1BB4E4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219575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-SIZE AND SERVINGS">
            <a:extLst xmlns:a="http://schemas.openxmlformats.org/drawingml/2006/main">
              <a:ext uri="{FF2B5EF4-FFF2-40B4-BE49-F238E27FC236}">
                <a16:creationId xmlns:a16="http://schemas.microsoft.com/office/drawing/2014/main" id="{D5BFB05C-44E6-4A50-B96E-6067CAB46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66725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SIZE AND SERVINGS</a:t>
            </a:r>
          </a:p>
        </p:txBody>
      </p:sp>
      <p:sp>
        <p:nvSpPr>
          <p:cNvPr id="1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1F7A793D-8238-48B2-B9F7-AA7FB79CF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06730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4BF673FD-F497-4A2E-A8BF-0A2F08F2D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33400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B6C5862A-5092-4B26-AC74-F169DC804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60070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-DELIVERY AND DISPLAY">
            <a:extLst xmlns:a="http://schemas.openxmlformats.org/drawingml/2006/main">
              <a:ext uri="{FF2B5EF4-FFF2-40B4-BE49-F238E27FC236}">
                <a16:creationId xmlns:a16="http://schemas.microsoft.com/office/drawing/2014/main" id="{7006D4E8-52A3-4F76-AB47-0C25CF1F7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048375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DELIVERY AND DISPLAY</a:t>
            </a:r>
          </a:p>
        </p:txBody>
      </p:sp>
      <p:sp>
        <p:nvSpPr>
          <p:cNvPr id="2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DD5B2EF9-087F-4376-8B8B-A502805EF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448425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935899FA-08F1-4D14-A556-7B7BBE892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715125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9C465B58-41DA-4477-BCA0-052D23D92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981825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ext-FINAL NOTES">
            <a:extLst xmlns:a="http://schemas.openxmlformats.org/drawingml/2006/main">
              <a:ext uri="{FF2B5EF4-FFF2-40B4-BE49-F238E27FC236}">
                <a16:creationId xmlns:a16="http://schemas.microsoft.com/office/drawing/2014/main" id="{1A5BE876-F379-4F92-8A55-A06ACC796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42950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FINAL NOTES</a:t>
            </a:r>
          </a:p>
        </p:txBody>
      </p:sp>
      <p:sp>
        <p:nvSpPr>
          <p:cNvPr id="2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B29A6A04-014E-4CE5-B2E2-58A71219E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82955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7F53C2A4-4D17-4B7B-8DFE-6B1520A8D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09625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2D9B46B4-164B-4B9E-8A32-F2A2D3804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36295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2041367664"/>
      </p:ext>
    </p:extLst>
  </p:cSld>
</p:sld>
</file>

<file path=ppt/slides/slide78.xml><?xml version="1.0" encoding="utf-8"?>
<p:sld xmlns:p="http://schemas.openxmlformats.org/presentationml/2006/main">
  <p:cSld>
    <p:bg>
      <p:bgPr>
        <a:solidFill xmlns:a="http://schemas.openxmlformats.org/drawingml/2006/main">
          <a:srgbClr val="FC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44ff4d8279464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7562850" cy="10696575"/>
          </a:xfrm>
          <a:prstGeom xmlns:a="http://schemas.openxmlformats.org/drawingml/2006/main" prst="rect">
            <a:avLst/>
          </a:prstGeom>
        </p:spPr>
      </p:pic>
      <p:sp>
        <p:nvSpPr>
          <p:cNvPr id="2" name="soft-romantic-panel">
            <a:extLst xmlns:a="http://schemas.openxmlformats.org/drawingml/2006/main">
              <a:ext uri="{FF2B5EF4-FFF2-40B4-BE49-F238E27FC236}">
                <a16:creationId xmlns:a16="http://schemas.microsoft.com/office/drawing/2014/main" id="{DF08B74F-F3DA-499E-900A-8957C972F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"/>
            <a:ext cx="6000750" cy="9429750"/>
          </a:xfrm>
          <a:prstGeom xmlns:a="http://schemas.openxmlformats.org/drawingml/2006/main" prst="roundRect">
            <a:avLst>
              <a:gd name="adj" fmla="val 1270"/>
            </a:avLst>
          </a:prstGeom>
          <a:solidFill xmlns:a="http://schemas.openxmlformats.org/drawingml/2006/main">
            <a:srgbClr val="FCF7F3"/>
          </a:solidFill>
          <a:ln xmlns:a="http://schemas.openxmlformats.org/drawingml/2006/main" w="9525">
            <a:solidFill>
              <a:srgbClr val="C79B46"/>
            </a:solidFill>
            <a:prstDash val="solid"/>
          </a:ln>
        </p:spPr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172AB3B2-428A-4772-945E-F45307A6A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42950"/>
            <a:ext cx="5562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75" b="0" i="1">
                <a:solidFill>
                  <a:srgbClr val="52654E"/>
                </a:solidFill>
              </a:defRPr>
            </a:pPr>
            <a:r>
              <a:rPr sz="2475" b="0" i="1">
                <a:solidFill>
                  <a:srgbClr val="52654E"/>
                </a:solidFill>
              </a:rPr>
              <a:t>Stationery Notes</a:t>
            </a:r>
          </a:p>
        </p:txBody>
      </p:sp>
      <p:sp>
        <p:nvSpPr>
          <p:cNvPr id="4" name="page-subtitle">
            <a:extLst xmlns:a="http://schemas.openxmlformats.org/drawingml/2006/main">
              <a:ext uri="{FF2B5EF4-FFF2-40B4-BE49-F238E27FC236}">
                <a16:creationId xmlns:a16="http://schemas.microsoft.com/office/drawing/2014/main" id="{532C818F-1CB3-41F8-A08F-85C7D4E35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219200"/>
            <a:ext cx="461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C79B46"/>
                </a:solidFill>
              </a:defRPr>
            </a:pPr>
            <a:r>
              <a:rPr sz="975" b="0" i="0">
                <a:solidFill>
                  <a:srgbClr val="C79B46"/>
                </a:solidFill>
              </a:rPr>
              <a:t>QUESTIONS, DECISIONS AND DETAILS</a:t>
            </a:r>
          </a:p>
        </p:txBody>
      </p:sp>
      <p:sp>
        <p:nvSpPr>
          <p:cNvPr id="5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3036DD19-17D7-45DD-8D3F-F61A0B992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581150"/>
            <a:ext cx="85725" cy="857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C79B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13DE067-FD37-44DA-B520-57F0EC25B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966787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C79B46"/>
                </a:solidFill>
              </a:defRPr>
            </a:pPr>
            <a:r>
              <a:rPr sz="750" b="0" i="0">
                <a:solidFill>
                  <a:srgbClr val="C79B46"/>
                </a:solidFill>
              </a:rPr>
              <a:t>078</a:t>
            </a:r>
          </a:p>
        </p:txBody>
      </p:sp>
      <p:sp>
        <p:nvSpPr>
          <p:cNvPr id="7" name="text-SAVE-THE-DATES">
            <a:extLst xmlns:a="http://schemas.openxmlformats.org/drawingml/2006/main">
              <a:ext uri="{FF2B5EF4-FFF2-40B4-BE49-F238E27FC236}">
                <a16:creationId xmlns:a16="http://schemas.microsoft.com/office/drawing/2014/main" id="{68F8A78C-E770-4EAD-A331-BB37DA86F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90500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SAVE-THE-DATES</a:t>
            </a:r>
          </a:p>
        </p:txBody>
      </p:sp>
      <p:sp>
        <p:nvSpPr>
          <p:cNvPr id="8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552BDDFB-915E-4CA0-BE16-4AF057195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30505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6B219DFD-EAAA-4F51-B0EF-BDEA7343A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57175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D082CCC0-11E3-4A4B-982F-1334532C1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83845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-INVITATIONS">
            <a:extLst xmlns:a="http://schemas.openxmlformats.org/drawingml/2006/main">
              <a:ext uri="{FF2B5EF4-FFF2-40B4-BE49-F238E27FC236}">
                <a16:creationId xmlns:a16="http://schemas.microsoft.com/office/drawing/2014/main" id="{CFB63F06-509D-45BA-9E77-A2384B287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86125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INVITATIONS</a:t>
            </a:r>
          </a:p>
        </p:txBody>
      </p:sp>
      <p:sp>
        <p:nvSpPr>
          <p:cNvPr id="1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B2755710-3AD4-43E3-BE27-3A52E6F40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686175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73AB6409-CB26-4758-A19D-2594A819C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952875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67011A6A-0B6D-4641-B8F2-3875D7C3D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219575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-DAY-OF STATIONERY">
            <a:extLst xmlns:a="http://schemas.openxmlformats.org/drawingml/2006/main">
              <a:ext uri="{FF2B5EF4-FFF2-40B4-BE49-F238E27FC236}">
                <a16:creationId xmlns:a16="http://schemas.microsoft.com/office/drawing/2014/main" id="{46B6EBA7-FEBC-42F9-A9C3-EBC877D4F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66725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DAY-OF STATIONERY</a:t>
            </a:r>
          </a:p>
        </p:txBody>
      </p:sp>
      <p:sp>
        <p:nvSpPr>
          <p:cNvPr id="1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43A51E3F-2326-4009-9F08-6FA51867D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06730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19C2C8CE-C4B1-4C28-88F6-92F0A503C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33400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B54F5135-E229-4563-BFF1-744DBE7F9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60070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-WORDING AND ADDRESSES">
            <a:extLst xmlns:a="http://schemas.openxmlformats.org/drawingml/2006/main">
              <a:ext uri="{FF2B5EF4-FFF2-40B4-BE49-F238E27FC236}">
                <a16:creationId xmlns:a16="http://schemas.microsoft.com/office/drawing/2014/main" id="{2F560B67-42BC-4A8D-9E6E-680D0CFEC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048375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WORDING AND ADDRESSES</a:t>
            </a:r>
          </a:p>
        </p:txBody>
      </p:sp>
      <p:sp>
        <p:nvSpPr>
          <p:cNvPr id="2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2F400D49-DB85-4A05-BB3E-23221D867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448425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C41A4FE7-53AF-4259-BC8E-AE6DB0C21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715125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A217DD2B-8CD3-432C-9881-E075EF680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981825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ext-FINAL NOTES">
            <a:extLst xmlns:a="http://schemas.openxmlformats.org/drawingml/2006/main">
              <a:ext uri="{FF2B5EF4-FFF2-40B4-BE49-F238E27FC236}">
                <a16:creationId xmlns:a16="http://schemas.microsoft.com/office/drawing/2014/main" id="{6D15F5E3-40DC-45AC-9767-63D3B881E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42950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FINAL NOTES</a:t>
            </a:r>
          </a:p>
        </p:txBody>
      </p:sp>
      <p:sp>
        <p:nvSpPr>
          <p:cNvPr id="2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CA85B5CE-256E-4F30-A9E3-878B4830F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82955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8BC3097E-C8ED-4F04-9F0E-AB7CA66B9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09625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EFB59B51-FF2C-4085-9C30-E0A01178D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36295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97219594"/>
      </p:ext>
    </p:extLst>
  </p:cSld>
</p:sld>
</file>

<file path=ppt/slides/slide79.xml><?xml version="1.0" encoding="utf-8"?>
<p:sld xmlns:p="http://schemas.openxmlformats.org/presentationml/2006/main">
  <p:cSld>
    <p:bg>
      <p:bgPr>
        <a:solidFill xmlns:a="http://schemas.openxmlformats.org/drawingml/2006/main">
          <a:srgbClr val="FC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d3eee71b824c3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7562850" cy="10696575"/>
          </a:xfrm>
          <a:prstGeom xmlns:a="http://schemas.openxmlformats.org/drawingml/2006/main" prst="rect">
            <a:avLst/>
          </a:prstGeom>
        </p:spPr>
      </p:pic>
      <p:sp>
        <p:nvSpPr>
          <p:cNvPr id="2" name="soft-romantic-panel">
            <a:extLst xmlns:a="http://schemas.openxmlformats.org/drawingml/2006/main">
              <a:ext uri="{FF2B5EF4-FFF2-40B4-BE49-F238E27FC236}">
                <a16:creationId xmlns:a16="http://schemas.microsoft.com/office/drawing/2014/main" id="{7E6B51AE-4A4C-477F-856F-9EF179100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"/>
            <a:ext cx="6000750" cy="9429750"/>
          </a:xfrm>
          <a:prstGeom xmlns:a="http://schemas.openxmlformats.org/drawingml/2006/main" prst="roundRect">
            <a:avLst>
              <a:gd name="adj" fmla="val 1270"/>
            </a:avLst>
          </a:prstGeom>
          <a:solidFill xmlns:a="http://schemas.openxmlformats.org/drawingml/2006/main">
            <a:srgbClr val="FCF7F3"/>
          </a:solidFill>
          <a:ln xmlns:a="http://schemas.openxmlformats.org/drawingml/2006/main" w="9525">
            <a:solidFill>
              <a:srgbClr val="C79B46"/>
            </a:solidFill>
            <a:prstDash val="solid"/>
          </a:ln>
        </p:spPr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AFCFD044-1865-41C4-989B-E52436239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42950"/>
            <a:ext cx="5562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75" b="0" i="1">
                <a:solidFill>
                  <a:srgbClr val="52654E"/>
                </a:solidFill>
              </a:defRPr>
            </a:pPr>
            <a:r>
              <a:rPr sz="2475" b="0" i="1">
                <a:solidFill>
                  <a:srgbClr val="52654E"/>
                </a:solidFill>
              </a:rPr>
              <a:t>Transportation Notes</a:t>
            </a:r>
          </a:p>
        </p:txBody>
      </p:sp>
      <p:sp>
        <p:nvSpPr>
          <p:cNvPr id="4" name="page-subtitle">
            <a:extLst xmlns:a="http://schemas.openxmlformats.org/drawingml/2006/main">
              <a:ext uri="{FF2B5EF4-FFF2-40B4-BE49-F238E27FC236}">
                <a16:creationId xmlns:a16="http://schemas.microsoft.com/office/drawing/2014/main" id="{56A77505-FEDC-40A8-BD05-587639502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219200"/>
            <a:ext cx="461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C79B46"/>
                </a:solidFill>
              </a:defRPr>
            </a:pPr>
            <a:r>
              <a:rPr sz="975" b="0" i="0">
                <a:solidFill>
                  <a:srgbClr val="C79B46"/>
                </a:solidFill>
              </a:rPr>
              <a:t>QUESTIONS, DECISIONS AND DETAILS</a:t>
            </a:r>
          </a:p>
        </p:txBody>
      </p:sp>
      <p:sp>
        <p:nvSpPr>
          <p:cNvPr id="5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813FC879-1815-4C46-AF79-12B97C979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581150"/>
            <a:ext cx="85725" cy="857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C79B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9F53BDD-265D-4E36-8766-1E8A1BB7D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966787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C79B46"/>
                </a:solidFill>
              </a:defRPr>
            </a:pPr>
            <a:r>
              <a:rPr sz="750" b="0" i="0">
                <a:solidFill>
                  <a:srgbClr val="C79B46"/>
                </a:solidFill>
              </a:rPr>
              <a:t>079</a:t>
            </a:r>
          </a:p>
        </p:txBody>
      </p:sp>
      <p:sp>
        <p:nvSpPr>
          <p:cNvPr id="7" name="text-WEDDING PARTY TRAVEL">
            <a:extLst xmlns:a="http://schemas.openxmlformats.org/drawingml/2006/main">
              <a:ext uri="{FF2B5EF4-FFF2-40B4-BE49-F238E27FC236}">
                <a16:creationId xmlns:a16="http://schemas.microsoft.com/office/drawing/2014/main" id="{D54386C3-6267-45A3-8D7B-50CAD0282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90500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WEDDING PARTY TRAVEL</a:t>
            </a:r>
          </a:p>
        </p:txBody>
      </p:sp>
      <p:sp>
        <p:nvSpPr>
          <p:cNvPr id="8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8BCA23FA-34A0-47E5-B8E5-876A22AE7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30505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A9B8E4BF-C0B3-48DC-966E-D6D43F6FC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57175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4ACEFF8C-C244-4472-AB98-EAE60B4FE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83845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-GUEST TRANSPORT">
            <a:extLst xmlns:a="http://schemas.openxmlformats.org/drawingml/2006/main">
              <a:ext uri="{FF2B5EF4-FFF2-40B4-BE49-F238E27FC236}">
                <a16:creationId xmlns:a16="http://schemas.microsoft.com/office/drawing/2014/main" id="{96627C89-6F55-4FB8-8373-4BB0E88C0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86125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GUEST TRANSPORT</a:t>
            </a:r>
          </a:p>
        </p:txBody>
      </p:sp>
      <p:sp>
        <p:nvSpPr>
          <p:cNvPr id="1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2D819FCA-8B8A-45FC-B657-1C495E770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686175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26EE0A1A-F135-407F-ACA1-6A09BE4C6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952875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D732912B-9C8F-43B7-8868-88B4940B4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219575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-ROUTES AND TIMINGS">
            <a:extLst xmlns:a="http://schemas.openxmlformats.org/drawingml/2006/main">
              <a:ext uri="{FF2B5EF4-FFF2-40B4-BE49-F238E27FC236}">
                <a16:creationId xmlns:a16="http://schemas.microsoft.com/office/drawing/2014/main" id="{C78BD06B-9A27-4D0B-8323-7B566E6A8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66725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ROUTES AND TIMINGS</a:t>
            </a:r>
          </a:p>
        </p:txBody>
      </p:sp>
      <p:sp>
        <p:nvSpPr>
          <p:cNvPr id="1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CD827D69-79CD-4E75-A5C8-BF36B3DD0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06730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CCA584B6-F79A-451A-91A1-DDBA3D458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33400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90F119E5-CB96-4132-BEA3-9FAC9C6E5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60070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-BACKUP ARRANGEMENTS">
            <a:extLst xmlns:a="http://schemas.openxmlformats.org/drawingml/2006/main">
              <a:ext uri="{FF2B5EF4-FFF2-40B4-BE49-F238E27FC236}">
                <a16:creationId xmlns:a16="http://schemas.microsoft.com/office/drawing/2014/main" id="{28C6BF24-6BFE-4828-88E1-2EC2A9C12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048375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BACKUP ARRANGEMENTS</a:t>
            </a:r>
          </a:p>
        </p:txBody>
      </p:sp>
      <p:sp>
        <p:nvSpPr>
          <p:cNvPr id="2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84EA32E6-F0C7-4CE0-AD09-F9BC57339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448425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8734DC0C-FF81-45FE-9448-88B9E73B7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715125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179E291D-60E5-4C7A-8373-D3E1CC189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981825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ext-FINAL NOTES">
            <a:extLst xmlns:a="http://schemas.openxmlformats.org/drawingml/2006/main">
              <a:ext uri="{FF2B5EF4-FFF2-40B4-BE49-F238E27FC236}">
                <a16:creationId xmlns:a16="http://schemas.microsoft.com/office/drawing/2014/main" id="{02913B43-7421-4CB7-9020-56E8736E3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42950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FINAL NOTES</a:t>
            </a:r>
          </a:p>
        </p:txBody>
      </p:sp>
      <p:sp>
        <p:nvSpPr>
          <p:cNvPr id="2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FEBC0B59-50E9-49AB-93E1-F287AA163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82955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FC2211CA-EDDD-44E2-8234-D4EE06831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09625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4693D7DF-0DE1-4281-BA83-DEE338301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36295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545837372"/>
      </p:ext>
    </p:extLst>
  </p:cSld>
</p:sld>
</file>

<file path=ppt/slides/slide80.xml><?xml version="1.0" encoding="utf-8"?>
<p:sld xmlns:p="http://schemas.openxmlformats.org/presentationml/2006/main">
  <p:cSld>
    <p:bg>
      <p:bgPr>
        <a:solidFill xmlns:a="http://schemas.openxmlformats.org/drawingml/2006/main">
          <a:srgbClr val="FC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8f9df8feff486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7562850" cy="10696575"/>
          </a:xfrm>
          <a:prstGeom xmlns:a="http://schemas.openxmlformats.org/drawingml/2006/main" prst="rect">
            <a:avLst/>
          </a:prstGeom>
        </p:spPr>
      </p:pic>
      <p:sp>
        <p:nvSpPr>
          <p:cNvPr id="2" name="soft-romantic-panel">
            <a:extLst xmlns:a="http://schemas.openxmlformats.org/drawingml/2006/main">
              <a:ext uri="{FF2B5EF4-FFF2-40B4-BE49-F238E27FC236}">
                <a16:creationId xmlns:a16="http://schemas.microsoft.com/office/drawing/2014/main" id="{A952BD77-D5EF-41E8-A8A7-5BDC206C1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"/>
            <a:ext cx="6000750" cy="9429750"/>
          </a:xfrm>
          <a:prstGeom xmlns:a="http://schemas.openxmlformats.org/drawingml/2006/main" prst="roundRect">
            <a:avLst>
              <a:gd name="adj" fmla="val 1270"/>
            </a:avLst>
          </a:prstGeom>
          <a:solidFill xmlns:a="http://schemas.openxmlformats.org/drawingml/2006/main">
            <a:srgbClr val="FCF7F3"/>
          </a:solidFill>
          <a:ln xmlns:a="http://schemas.openxmlformats.org/drawingml/2006/main" w="9525">
            <a:solidFill>
              <a:srgbClr val="C79B46"/>
            </a:solidFill>
            <a:prstDash val="solid"/>
          </a:ln>
        </p:spPr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E1130D0B-0362-4470-A199-11917F131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42950"/>
            <a:ext cx="5562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75" b="0" i="1">
                <a:solidFill>
                  <a:srgbClr val="52654E"/>
                </a:solidFill>
              </a:defRPr>
            </a:pPr>
            <a:r>
              <a:rPr sz="2475" b="0" i="1">
                <a:solidFill>
                  <a:srgbClr val="52654E"/>
                </a:solidFill>
              </a:rPr>
              <a:t>Beauty Notes</a:t>
            </a:r>
          </a:p>
        </p:txBody>
      </p:sp>
      <p:sp>
        <p:nvSpPr>
          <p:cNvPr id="4" name="page-subtitle">
            <a:extLst xmlns:a="http://schemas.openxmlformats.org/drawingml/2006/main">
              <a:ext uri="{FF2B5EF4-FFF2-40B4-BE49-F238E27FC236}">
                <a16:creationId xmlns:a16="http://schemas.microsoft.com/office/drawing/2014/main" id="{30E4FEDC-5DF9-40EB-9D44-1CE9292F3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219200"/>
            <a:ext cx="461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C79B46"/>
                </a:solidFill>
              </a:defRPr>
            </a:pPr>
            <a:r>
              <a:rPr sz="975" b="0" i="0">
                <a:solidFill>
                  <a:srgbClr val="C79B46"/>
                </a:solidFill>
              </a:rPr>
              <a:t>QUESTIONS, DECISIONS AND DETAILS</a:t>
            </a:r>
          </a:p>
        </p:txBody>
      </p:sp>
      <p:sp>
        <p:nvSpPr>
          <p:cNvPr id="5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2535DEFA-5F56-45F8-86B2-51A9AB1B2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581150"/>
            <a:ext cx="85725" cy="857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C79B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96A1CE9-277D-4D98-935C-77D6A2E36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966787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C79B46"/>
                </a:solidFill>
              </a:defRPr>
            </a:pPr>
            <a:r>
              <a:rPr sz="750" b="0" i="0">
                <a:solidFill>
                  <a:srgbClr val="C79B46"/>
                </a:solidFill>
              </a:rPr>
              <a:t>080</a:t>
            </a:r>
          </a:p>
        </p:txBody>
      </p:sp>
      <p:sp>
        <p:nvSpPr>
          <p:cNvPr id="7" name="text-HAIR DIRECTION">
            <a:extLst xmlns:a="http://schemas.openxmlformats.org/drawingml/2006/main">
              <a:ext uri="{FF2B5EF4-FFF2-40B4-BE49-F238E27FC236}">
                <a16:creationId xmlns:a16="http://schemas.microsoft.com/office/drawing/2014/main" id="{D8D90CC6-3FF9-4F0E-9B08-2AC5CADB6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90500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HAIR DIRECTION</a:t>
            </a:r>
          </a:p>
        </p:txBody>
      </p:sp>
      <p:sp>
        <p:nvSpPr>
          <p:cNvPr id="8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2426E510-5964-44B7-8E7E-669E6D635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30505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29090A20-65A7-4B4A-B1AC-679E4F468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57175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551FA365-72B6-4E09-9336-7D1AC930D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83845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-MAKEUP DIRECTION">
            <a:extLst xmlns:a="http://schemas.openxmlformats.org/drawingml/2006/main">
              <a:ext uri="{FF2B5EF4-FFF2-40B4-BE49-F238E27FC236}">
                <a16:creationId xmlns:a16="http://schemas.microsoft.com/office/drawing/2014/main" id="{AF29C8BC-4857-4BCB-A69E-4AC4E96CB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86125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MAKEUP DIRECTION</a:t>
            </a:r>
          </a:p>
        </p:txBody>
      </p:sp>
      <p:sp>
        <p:nvSpPr>
          <p:cNvPr id="1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7334E6F7-1A55-49C7-938B-0F1317831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686175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EF0803E6-BFDA-4B81-A9EB-F04E14F51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952875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3314316D-A6F2-4E6C-A0E3-D81003938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219575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-TRIALS AND APPOINTMENTS">
            <a:extLst xmlns:a="http://schemas.openxmlformats.org/drawingml/2006/main">
              <a:ext uri="{FF2B5EF4-FFF2-40B4-BE49-F238E27FC236}">
                <a16:creationId xmlns:a16="http://schemas.microsoft.com/office/drawing/2014/main" id="{B41FCE8E-201D-4D31-B214-69645F0CE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66725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TRIALS AND APPOINTMENTS</a:t>
            </a:r>
          </a:p>
        </p:txBody>
      </p:sp>
      <p:sp>
        <p:nvSpPr>
          <p:cNvPr id="1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0A7C411E-EA4F-487B-9BFC-34DEDEBC3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06730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40295A1F-132A-4938-B70F-4D12F50F6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33400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C3550590-70D6-4CE1-8CD2-BBD92D0CF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60070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-PRODUCTS AND TOUCH-UPS">
            <a:extLst xmlns:a="http://schemas.openxmlformats.org/drawingml/2006/main">
              <a:ext uri="{FF2B5EF4-FFF2-40B4-BE49-F238E27FC236}">
                <a16:creationId xmlns:a16="http://schemas.microsoft.com/office/drawing/2014/main" id="{AB08C535-8804-44EA-9348-763F570B8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048375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PRODUCTS AND TOUCH-UPS</a:t>
            </a:r>
          </a:p>
        </p:txBody>
      </p:sp>
      <p:sp>
        <p:nvSpPr>
          <p:cNvPr id="2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DF28A2ED-E182-4896-A4EE-896EFB8C8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448425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12F95EF1-AA42-4697-8C13-066FDEE20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715125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2E42B0DC-45C9-470F-8EA9-D783F806F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981825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ext-FINAL NOTES">
            <a:extLst xmlns:a="http://schemas.openxmlformats.org/drawingml/2006/main">
              <a:ext uri="{FF2B5EF4-FFF2-40B4-BE49-F238E27FC236}">
                <a16:creationId xmlns:a16="http://schemas.microsoft.com/office/drawing/2014/main" id="{49A4B37A-DEEC-4AEB-9AE9-348480E1D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42950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FINAL NOTES</a:t>
            </a:r>
          </a:p>
        </p:txBody>
      </p:sp>
      <p:sp>
        <p:nvSpPr>
          <p:cNvPr id="2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7DCB743E-36B9-4CDD-8976-22F5F8D01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82955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AC139F62-62BE-47CC-A670-C93666225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09625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776AE2BF-F318-4AB2-B607-044F6EC5C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36295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226151557"/>
      </p:ext>
    </p:extLst>
  </p:cSld>
</p:sld>
</file>

<file path=ppt/slides/slide81.xml><?xml version="1.0" encoding="utf-8"?>
<p:sld xmlns:p="http://schemas.openxmlformats.org/presentationml/2006/main">
  <p:cSld>
    <p:bg>
      <p:bgPr>
        <a:solidFill xmlns:a="http://schemas.openxmlformats.org/drawingml/2006/main">
          <a:srgbClr val="FC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2f202a3fd444b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7562850" cy="10696575"/>
          </a:xfrm>
          <a:prstGeom xmlns:a="http://schemas.openxmlformats.org/drawingml/2006/main" prst="rect">
            <a:avLst/>
          </a:prstGeom>
        </p:spPr>
      </p:pic>
      <p:sp>
        <p:nvSpPr>
          <p:cNvPr id="2" name="soft-romantic-panel">
            <a:extLst xmlns:a="http://schemas.openxmlformats.org/drawingml/2006/main">
              <a:ext uri="{FF2B5EF4-FFF2-40B4-BE49-F238E27FC236}">
                <a16:creationId xmlns:a16="http://schemas.microsoft.com/office/drawing/2014/main" id="{E1A4A96D-6E45-4ADE-BDA5-418B232F6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"/>
            <a:ext cx="6000750" cy="9429750"/>
          </a:xfrm>
          <a:prstGeom xmlns:a="http://schemas.openxmlformats.org/drawingml/2006/main" prst="roundRect">
            <a:avLst>
              <a:gd name="adj" fmla="val 1270"/>
            </a:avLst>
          </a:prstGeom>
          <a:solidFill xmlns:a="http://schemas.openxmlformats.org/drawingml/2006/main">
            <a:srgbClr val="FCF7F3"/>
          </a:solidFill>
          <a:ln xmlns:a="http://schemas.openxmlformats.org/drawingml/2006/main" w="9525">
            <a:solidFill>
              <a:srgbClr val="C79B46"/>
            </a:solidFill>
            <a:prstDash val="solid"/>
          </a:ln>
        </p:spPr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368D7715-9A21-4CCC-BBE2-2C18A0A77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42950"/>
            <a:ext cx="5562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75" b="0" i="1">
                <a:solidFill>
                  <a:srgbClr val="52654E"/>
                </a:solidFill>
              </a:defRPr>
            </a:pPr>
            <a:r>
              <a:rPr sz="2475" b="0" i="1">
                <a:solidFill>
                  <a:srgbClr val="52654E"/>
                </a:solidFill>
              </a:rPr>
              <a:t>Wedding Party Contacts</a:t>
            </a:r>
          </a:p>
        </p:txBody>
      </p:sp>
      <p:sp>
        <p:nvSpPr>
          <p:cNvPr id="4" name="page-subtitle">
            <a:extLst xmlns:a="http://schemas.openxmlformats.org/drawingml/2006/main">
              <a:ext uri="{FF2B5EF4-FFF2-40B4-BE49-F238E27FC236}">
                <a16:creationId xmlns:a16="http://schemas.microsoft.com/office/drawing/2014/main" id="{4B512731-B2DA-4774-8FBD-D83F530A0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219200"/>
            <a:ext cx="461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C79B46"/>
                </a:solidFill>
              </a:defRPr>
            </a:pPr>
            <a:r>
              <a:rPr sz="975" b="0" i="0">
                <a:solidFill>
                  <a:srgbClr val="C79B46"/>
                </a:solidFill>
              </a:rPr>
              <a:t>NAMES, NUMBERS AND KEY DETAILS</a:t>
            </a:r>
          </a:p>
        </p:txBody>
      </p:sp>
      <p:sp>
        <p:nvSpPr>
          <p:cNvPr id="5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7900958B-9B2A-4978-878F-52A3A9375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581150"/>
            <a:ext cx="85725" cy="857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C79B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6C20828-3032-46E8-BB92-EC7984CCF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966787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C79B46"/>
                </a:solidFill>
              </a:defRPr>
            </a:pPr>
            <a:r>
              <a:rPr sz="750" b="0" i="0">
                <a:solidFill>
                  <a:srgbClr val="C79B46"/>
                </a:solidFill>
              </a:rPr>
              <a:t>081</a:t>
            </a:r>
          </a:p>
        </p:txBody>
      </p:sp>
      <p:sp>
        <p:nvSpPr>
          <p:cNvPr id="7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8A19DC3A-7C50-4C00-BB28-00763A581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05000"/>
            <a:ext cx="2762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7B61"/>
            </a:solidFill>
            <a:prstDash val="solid"/>
          </a:ln>
        </p:spPr>
      </p:sp>
      <p:sp>
        <p:nvSpPr>
          <p:cNvPr id="8" name="text-MAID OF HONOR">
            <a:extLst xmlns:a="http://schemas.openxmlformats.org/drawingml/2006/main">
              <a:ext uri="{FF2B5EF4-FFF2-40B4-BE49-F238E27FC236}">
                <a16:creationId xmlns:a16="http://schemas.microsoft.com/office/drawing/2014/main" id="{62559855-628A-478C-B3B1-EA3C21779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00025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667B61"/>
                </a:solidFill>
              </a:defRPr>
            </a:pPr>
            <a:r>
              <a:rPr sz="975" b="0" i="0">
                <a:solidFill>
                  <a:srgbClr val="667B61"/>
                </a:solidFill>
              </a:rPr>
              <a:t>MAID OF HONOR</a:t>
            </a:r>
          </a:p>
        </p:txBody>
      </p:sp>
      <p:sp>
        <p:nvSpPr>
          <p:cNvPr id="9" name="text-Name">
            <a:extLst xmlns:a="http://schemas.openxmlformats.org/drawingml/2006/main">
              <a:ext uri="{FF2B5EF4-FFF2-40B4-BE49-F238E27FC236}">
                <a16:creationId xmlns:a16="http://schemas.microsoft.com/office/drawing/2014/main" id="{BAD58A1C-8711-4DA8-87FA-1657F6BC3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3050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67B61"/>
                </a:solidFill>
              </a:defRPr>
            </a:pPr>
            <a:r>
              <a:rPr sz="750" b="0" i="0">
                <a:solidFill>
                  <a:srgbClr val="667B61"/>
                </a:solidFill>
              </a:rPr>
              <a:t>Name</a:t>
            </a:r>
          </a:p>
        </p:txBody>
      </p:sp>
      <p:sp>
        <p:nvSpPr>
          <p:cNvPr id="1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09FE5423-F72F-4531-889F-08E90AA33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486025"/>
            <a:ext cx="184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-Phone">
            <a:extLst xmlns:a="http://schemas.openxmlformats.org/drawingml/2006/main">
              <a:ext uri="{FF2B5EF4-FFF2-40B4-BE49-F238E27FC236}">
                <a16:creationId xmlns:a16="http://schemas.microsoft.com/office/drawing/2014/main" id="{2645A899-8EBA-4112-B33E-51431971F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5717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67B61"/>
                </a:solidFill>
              </a:defRPr>
            </a:pPr>
            <a:r>
              <a:rPr sz="750" b="0" i="0">
                <a:solidFill>
                  <a:srgbClr val="667B61"/>
                </a:solidFill>
              </a:rPr>
              <a:t>Phone</a:t>
            </a:r>
          </a:p>
        </p:txBody>
      </p:sp>
      <p:sp>
        <p:nvSpPr>
          <p:cNvPr id="1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74B2C3DC-9017-4FBE-A6D5-A941754A3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752725"/>
            <a:ext cx="184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-Email">
            <a:extLst xmlns:a="http://schemas.openxmlformats.org/drawingml/2006/main">
              <a:ext uri="{FF2B5EF4-FFF2-40B4-BE49-F238E27FC236}">
                <a16:creationId xmlns:a16="http://schemas.microsoft.com/office/drawing/2014/main" id="{0477919C-92C2-480F-9D34-23F0042B5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8384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67B61"/>
                </a:solidFill>
              </a:defRPr>
            </a:pPr>
            <a:r>
              <a:rPr sz="750" b="0" i="0">
                <a:solidFill>
                  <a:srgbClr val="667B61"/>
                </a:solidFill>
              </a:rPr>
              <a:t>Email</a:t>
            </a:r>
          </a:p>
        </p:txBody>
      </p:sp>
      <p:sp>
        <p:nvSpPr>
          <p:cNvPr id="1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7405AB70-3F40-4BE9-AFB6-2F91B1429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019425"/>
            <a:ext cx="184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-Notes">
            <a:extLst xmlns:a="http://schemas.openxmlformats.org/drawingml/2006/main">
              <a:ext uri="{FF2B5EF4-FFF2-40B4-BE49-F238E27FC236}">
                <a16:creationId xmlns:a16="http://schemas.microsoft.com/office/drawing/2014/main" id="{491F960E-AA56-4AC6-BC2B-760C62B0D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1051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67B61"/>
                </a:solidFill>
              </a:defRPr>
            </a:pPr>
            <a:r>
              <a:rPr sz="750" b="0" i="0">
                <a:solidFill>
                  <a:srgbClr val="667B61"/>
                </a:solidFill>
              </a:rPr>
              <a:t>Notes</a:t>
            </a:r>
          </a:p>
        </p:txBody>
      </p:sp>
      <p:sp>
        <p:nvSpPr>
          <p:cNvPr id="1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4CE64838-0BF6-45EA-86AA-564F612B7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286125"/>
            <a:ext cx="184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6B75A6D1-A6DD-49D1-AAD6-1A33CF9AD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1905000"/>
            <a:ext cx="2762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7B61"/>
            </a:solidFill>
            <a:prstDash val="solid"/>
          </a:ln>
        </p:spPr>
      </p:sp>
      <p:sp>
        <p:nvSpPr>
          <p:cNvPr id="18" name="text-BEST PERSON">
            <a:extLst xmlns:a="http://schemas.openxmlformats.org/drawingml/2006/main">
              <a:ext uri="{FF2B5EF4-FFF2-40B4-BE49-F238E27FC236}">
                <a16:creationId xmlns:a16="http://schemas.microsoft.com/office/drawing/2014/main" id="{DE9EE9AC-C8B8-47FD-B592-E6E6A5B14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200025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667B61"/>
                </a:solidFill>
              </a:defRPr>
            </a:pPr>
            <a:r>
              <a:rPr sz="975" b="0" i="0">
                <a:solidFill>
                  <a:srgbClr val="667B61"/>
                </a:solidFill>
              </a:rPr>
              <a:t>BEST PERSON</a:t>
            </a:r>
          </a:p>
        </p:txBody>
      </p:sp>
      <p:sp>
        <p:nvSpPr>
          <p:cNvPr id="19" name="text-Name">
            <a:extLst xmlns:a="http://schemas.openxmlformats.org/drawingml/2006/main">
              <a:ext uri="{FF2B5EF4-FFF2-40B4-BE49-F238E27FC236}">
                <a16:creationId xmlns:a16="http://schemas.microsoft.com/office/drawing/2014/main" id="{5532EF2C-D0F6-46F2-A08A-C0D78C315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23050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67B61"/>
                </a:solidFill>
              </a:defRPr>
            </a:pPr>
            <a:r>
              <a:rPr sz="750" b="0" i="0">
                <a:solidFill>
                  <a:srgbClr val="667B61"/>
                </a:solidFill>
              </a:rPr>
              <a:t>Name</a:t>
            </a:r>
          </a:p>
        </p:txBody>
      </p:sp>
      <p:sp>
        <p:nvSpPr>
          <p:cNvPr id="2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1B130DE7-1995-4AE5-9DB5-45102F016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486025"/>
            <a:ext cx="184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-Phone">
            <a:extLst xmlns:a="http://schemas.openxmlformats.org/drawingml/2006/main">
              <a:ext uri="{FF2B5EF4-FFF2-40B4-BE49-F238E27FC236}">
                <a16:creationId xmlns:a16="http://schemas.microsoft.com/office/drawing/2014/main" id="{2DD2347C-F6E0-400F-AD1B-01CA4321C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25717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67B61"/>
                </a:solidFill>
              </a:defRPr>
            </a:pPr>
            <a:r>
              <a:rPr sz="750" b="0" i="0">
                <a:solidFill>
                  <a:srgbClr val="667B61"/>
                </a:solidFill>
              </a:rPr>
              <a:t>Phone</a:t>
            </a:r>
          </a:p>
        </p:txBody>
      </p:sp>
      <p:sp>
        <p:nvSpPr>
          <p:cNvPr id="2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3F347AC2-CC18-42F3-978C-A2B9BD169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752725"/>
            <a:ext cx="184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ext-Email">
            <a:extLst xmlns:a="http://schemas.openxmlformats.org/drawingml/2006/main">
              <a:ext uri="{FF2B5EF4-FFF2-40B4-BE49-F238E27FC236}">
                <a16:creationId xmlns:a16="http://schemas.microsoft.com/office/drawing/2014/main" id="{3146D135-A593-4751-89D7-20167BFD0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28384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67B61"/>
                </a:solidFill>
              </a:defRPr>
            </a:pPr>
            <a:r>
              <a:rPr sz="750" b="0" i="0">
                <a:solidFill>
                  <a:srgbClr val="667B61"/>
                </a:solidFill>
              </a:rPr>
              <a:t>Email</a:t>
            </a:r>
          </a:p>
        </p:txBody>
      </p:sp>
      <p:sp>
        <p:nvSpPr>
          <p:cNvPr id="2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85465D12-5128-41BD-91C7-218E6A94B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019425"/>
            <a:ext cx="184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text-Notes">
            <a:extLst xmlns:a="http://schemas.openxmlformats.org/drawingml/2006/main">
              <a:ext uri="{FF2B5EF4-FFF2-40B4-BE49-F238E27FC236}">
                <a16:creationId xmlns:a16="http://schemas.microsoft.com/office/drawing/2014/main" id="{0C5A7115-AEE8-4474-B270-F24732740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31051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67B61"/>
                </a:solidFill>
              </a:defRPr>
            </a:pPr>
            <a:r>
              <a:rPr sz="750" b="0" i="0">
                <a:solidFill>
                  <a:srgbClr val="667B61"/>
                </a:solidFill>
              </a:rPr>
              <a:t>Notes</a:t>
            </a:r>
          </a:p>
        </p:txBody>
      </p:sp>
      <p:sp>
        <p:nvSpPr>
          <p:cNvPr id="2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57C68A58-362C-42A4-883C-85DCFDF88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286125"/>
            <a:ext cx="184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4D157EAB-8602-45C5-95FE-DFAC188A3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0"/>
            <a:ext cx="2762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7B61"/>
            </a:solidFill>
            <a:prstDash val="solid"/>
          </a:ln>
        </p:spPr>
      </p:sp>
      <p:sp>
        <p:nvSpPr>
          <p:cNvPr id="28" name="text-BRIDESMAID 1">
            <a:extLst xmlns:a="http://schemas.openxmlformats.org/drawingml/2006/main">
              <a:ext uri="{FF2B5EF4-FFF2-40B4-BE49-F238E27FC236}">
                <a16:creationId xmlns:a16="http://schemas.microsoft.com/office/drawing/2014/main" id="{A49794EB-870B-4D20-A3E0-D258225C9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81000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667B61"/>
                </a:solidFill>
              </a:defRPr>
            </a:pPr>
            <a:r>
              <a:rPr sz="975" b="0" i="0">
                <a:solidFill>
                  <a:srgbClr val="667B61"/>
                </a:solidFill>
              </a:rPr>
              <a:t>BRIDESMAID 1</a:t>
            </a:r>
          </a:p>
        </p:txBody>
      </p:sp>
      <p:sp>
        <p:nvSpPr>
          <p:cNvPr id="29" name="text-Name">
            <a:extLst xmlns:a="http://schemas.openxmlformats.org/drawingml/2006/main">
              <a:ext uri="{FF2B5EF4-FFF2-40B4-BE49-F238E27FC236}">
                <a16:creationId xmlns:a16="http://schemas.microsoft.com/office/drawing/2014/main" id="{EA168C93-2587-476A-98B5-CC97F9B09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11480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67B61"/>
                </a:solidFill>
              </a:defRPr>
            </a:pPr>
            <a:r>
              <a:rPr sz="750" b="0" i="0">
                <a:solidFill>
                  <a:srgbClr val="667B61"/>
                </a:solidFill>
              </a:rPr>
              <a:t>Name</a:t>
            </a:r>
          </a:p>
        </p:txBody>
      </p:sp>
      <p:sp>
        <p:nvSpPr>
          <p:cNvPr id="3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AD58529D-497C-400E-8829-0ECB3F743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295775"/>
            <a:ext cx="184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text-Phone">
            <a:extLst xmlns:a="http://schemas.openxmlformats.org/drawingml/2006/main">
              <a:ext uri="{FF2B5EF4-FFF2-40B4-BE49-F238E27FC236}">
                <a16:creationId xmlns:a16="http://schemas.microsoft.com/office/drawing/2014/main" id="{484815F9-2279-44E8-860A-F21DFA0D3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38150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67B61"/>
                </a:solidFill>
              </a:defRPr>
            </a:pPr>
            <a:r>
              <a:rPr sz="750" b="0" i="0">
                <a:solidFill>
                  <a:srgbClr val="667B61"/>
                </a:solidFill>
              </a:rPr>
              <a:t>Phone</a:t>
            </a:r>
          </a:p>
        </p:txBody>
      </p:sp>
      <p:sp>
        <p:nvSpPr>
          <p:cNvPr id="3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4FEB191B-0A0C-4A0B-B6C7-12F35DC8D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562475"/>
            <a:ext cx="184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text-Email">
            <a:extLst xmlns:a="http://schemas.openxmlformats.org/drawingml/2006/main">
              <a:ext uri="{FF2B5EF4-FFF2-40B4-BE49-F238E27FC236}">
                <a16:creationId xmlns:a16="http://schemas.microsoft.com/office/drawing/2014/main" id="{769AF9F3-E92E-478C-858E-D07E9AC02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64820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67B61"/>
                </a:solidFill>
              </a:defRPr>
            </a:pPr>
            <a:r>
              <a:rPr sz="750" b="0" i="0">
                <a:solidFill>
                  <a:srgbClr val="667B61"/>
                </a:solidFill>
              </a:rPr>
              <a:t>Email</a:t>
            </a:r>
          </a:p>
        </p:txBody>
      </p:sp>
      <p:sp>
        <p:nvSpPr>
          <p:cNvPr id="3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17684509-34BB-4083-B010-8A0842CEF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829175"/>
            <a:ext cx="184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text-Notes">
            <a:extLst xmlns:a="http://schemas.openxmlformats.org/drawingml/2006/main">
              <a:ext uri="{FF2B5EF4-FFF2-40B4-BE49-F238E27FC236}">
                <a16:creationId xmlns:a16="http://schemas.microsoft.com/office/drawing/2014/main" id="{47FEC8AA-1ECC-4B95-95E0-B7E6115E5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91490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67B61"/>
                </a:solidFill>
              </a:defRPr>
            </a:pPr>
            <a:r>
              <a:rPr sz="750" b="0" i="0">
                <a:solidFill>
                  <a:srgbClr val="667B61"/>
                </a:solidFill>
              </a:rPr>
              <a:t>Notes</a:t>
            </a:r>
          </a:p>
        </p:txBody>
      </p:sp>
      <p:sp>
        <p:nvSpPr>
          <p:cNvPr id="3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9E96BE1F-B064-40BE-80CF-700F1B0EB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095875"/>
            <a:ext cx="184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F756CAF9-F584-4CF8-8135-4D81008CD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714750"/>
            <a:ext cx="2762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7B61"/>
            </a:solidFill>
            <a:prstDash val="solid"/>
          </a:ln>
        </p:spPr>
      </p:sp>
      <p:sp>
        <p:nvSpPr>
          <p:cNvPr id="38" name="text-BRIDESMAID 2">
            <a:extLst xmlns:a="http://schemas.openxmlformats.org/drawingml/2006/main">
              <a:ext uri="{FF2B5EF4-FFF2-40B4-BE49-F238E27FC236}">
                <a16:creationId xmlns:a16="http://schemas.microsoft.com/office/drawing/2014/main" id="{EC637B33-209C-4E63-B847-85672B6CD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381000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667B61"/>
                </a:solidFill>
              </a:defRPr>
            </a:pPr>
            <a:r>
              <a:rPr sz="975" b="0" i="0">
                <a:solidFill>
                  <a:srgbClr val="667B61"/>
                </a:solidFill>
              </a:rPr>
              <a:t>BRIDESMAID 2</a:t>
            </a:r>
          </a:p>
        </p:txBody>
      </p:sp>
      <p:sp>
        <p:nvSpPr>
          <p:cNvPr id="39" name="text-Name">
            <a:extLst xmlns:a="http://schemas.openxmlformats.org/drawingml/2006/main">
              <a:ext uri="{FF2B5EF4-FFF2-40B4-BE49-F238E27FC236}">
                <a16:creationId xmlns:a16="http://schemas.microsoft.com/office/drawing/2014/main" id="{AA2F7E2D-7F72-4818-971C-CA6662218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411480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67B61"/>
                </a:solidFill>
              </a:defRPr>
            </a:pPr>
            <a:r>
              <a:rPr sz="750" b="0" i="0">
                <a:solidFill>
                  <a:srgbClr val="667B61"/>
                </a:solidFill>
              </a:rPr>
              <a:t>Name</a:t>
            </a:r>
          </a:p>
        </p:txBody>
      </p:sp>
      <p:sp>
        <p:nvSpPr>
          <p:cNvPr id="4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D849A6AA-81B5-4006-9D18-88A23C119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295775"/>
            <a:ext cx="184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text-Phone">
            <a:extLst xmlns:a="http://schemas.openxmlformats.org/drawingml/2006/main">
              <a:ext uri="{FF2B5EF4-FFF2-40B4-BE49-F238E27FC236}">
                <a16:creationId xmlns:a16="http://schemas.microsoft.com/office/drawing/2014/main" id="{917A1152-58CF-4D79-B221-E704CCBC7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438150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67B61"/>
                </a:solidFill>
              </a:defRPr>
            </a:pPr>
            <a:r>
              <a:rPr sz="750" b="0" i="0">
                <a:solidFill>
                  <a:srgbClr val="667B61"/>
                </a:solidFill>
              </a:rPr>
              <a:t>Phone</a:t>
            </a:r>
          </a:p>
        </p:txBody>
      </p:sp>
      <p:sp>
        <p:nvSpPr>
          <p:cNvPr id="4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C26159DF-AFB1-4450-AB1A-253BCF535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562475"/>
            <a:ext cx="184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text-Email">
            <a:extLst xmlns:a="http://schemas.openxmlformats.org/drawingml/2006/main">
              <a:ext uri="{FF2B5EF4-FFF2-40B4-BE49-F238E27FC236}">
                <a16:creationId xmlns:a16="http://schemas.microsoft.com/office/drawing/2014/main" id="{EF225DCA-1F82-466A-A615-DBA13EA3F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464820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67B61"/>
                </a:solidFill>
              </a:defRPr>
            </a:pPr>
            <a:r>
              <a:rPr sz="750" b="0" i="0">
                <a:solidFill>
                  <a:srgbClr val="667B61"/>
                </a:solidFill>
              </a:rPr>
              <a:t>Email</a:t>
            </a:r>
          </a:p>
        </p:txBody>
      </p:sp>
      <p:sp>
        <p:nvSpPr>
          <p:cNvPr id="4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C81342DC-8495-4138-9EC5-B600F8EB3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829175"/>
            <a:ext cx="184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text-Notes">
            <a:extLst xmlns:a="http://schemas.openxmlformats.org/drawingml/2006/main">
              <a:ext uri="{FF2B5EF4-FFF2-40B4-BE49-F238E27FC236}">
                <a16:creationId xmlns:a16="http://schemas.microsoft.com/office/drawing/2014/main" id="{6DBA7D4F-3E13-4526-8B2C-A65F921DD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491490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67B61"/>
                </a:solidFill>
              </a:defRPr>
            </a:pPr>
            <a:r>
              <a:rPr sz="750" b="0" i="0">
                <a:solidFill>
                  <a:srgbClr val="667B61"/>
                </a:solidFill>
              </a:rPr>
              <a:t>Notes</a:t>
            </a:r>
          </a:p>
        </p:txBody>
      </p:sp>
      <p:sp>
        <p:nvSpPr>
          <p:cNvPr id="4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367F776C-F380-4870-99FA-F5091F788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5095875"/>
            <a:ext cx="184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C5894BD0-A225-4A38-8E68-2C63F8C66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24500"/>
            <a:ext cx="2762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7B61"/>
            </a:solidFill>
            <a:prstDash val="solid"/>
          </a:ln>
        </p:spPr>
      </p:sp>
      <p:sp>
        <p:nvSpPr>
          <p:cNvPr id="48" name="text-GROOMSMAN 1">
            <a:extLst xmlns:a="http://schemas.openxmlformats.org/drawingml/2006/main">
              <a:ext uri="{FF2B5EF4-FFF2-40B4-BE49-F238E27FC236}">
                <a16:creationId xmlns:a16="http://schemas.microsoft.com/office/drawing/2014/main" id="{539D6466-5FAA-4C0A-92D6-8D34C3DAA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561975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667B61"/>
                </a:solidFill>
              </a:defRPr>
            </a:pPr>
            <a:r>
              <a:rPr sz="975" b="0" i="0">
                <a:solidFill>
                  <a:srgbClr val="667B61"/>
                </a:solidFill>
              </a:rPr>
              <a:t>GROOMSMAN 1</a:t>
            </a:r>
          </a:p>
        </p:txBody>
      </p:sp>
      <p:sp>
        <p:nvSpPr>
          <p:cNvPr id="49" name="text-Name">
            <a:extLst xmlns:a="http://schemas.openxmlformats.org/drawingml/2006/main">
              <a:ext uri="{FF2B5EF4-FFF2-40B4-BE49-F238E27FC236}">
                <a16:creationId xmlns:a16="http://schemas.microsoft.com/office/drawing/2014/main" id="{7E77BCF4-7CBB-48EE-80E7-A16F66D99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59245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67B61"/>
                </a:solidFill>
              </a:defRPr>
            </a:pPr>
            <a:r>
              <a:rPr sz="750" b="0" i="0">
                <a:solidFill>
                  <a:srgbClr val="667B61"/>
                </a:solidFill>
              </a:rPr>
              <a:t>Name</a:t>
            </a:r>
          </a:p>
        </p:txBody>
      </p:sp>
      <p:sp>
        <p:nvSpPr>
          <p:cNvPr id="5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B3621C48-2AC5-4A2F-9E63-473CA70A5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6105525"/>
            <a:ext cx="184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text-Phone">
            <a:extLst xmlns:a="http://schemas.openxmlformats.org/drawingml/2006/main">
              <a:ext uri="{FF2B5EF4-FFF2-40B4-BE49-F238E27FC236}">
                <a16:creationId xmlns:a16="http://schemas.microsoft.com/office/drawing/2014/main" id="{D4DB4E8E-393E-437D-8787-FB4E1A082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61912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67B61"/>
                </a:solidFill>
              </a:defRPr>
            </a:pPr>
            <a:r>
              <a:rPr sz="750" b="0" i="0">
                <a:solidFill>
                  <a:srgbClr val="667B61"/>
                </a:solidFill>
              </a:rPr>
              <a:t>Phone</a:t>
            </a:r>
          </a:p>
        </p:txBody>
      </p:sp>
      <p:sp>
        <p:nvSpPr>
          <p:cNvPr id="5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704D35DD-118F-408B-A0CA-BEF2BF39C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6372225"/>
            <a:ext cx="184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text-Email">
            <a:extLst xmlns:a="http://schemas.openxmlformats.org/drawingml/2006/main">
              <a:ext uri="{FF2B5EF4-FFF2-40B4-BE49-F238E27FC236}">
                <a16:creationId xmlns:a16="http://schemas.microsoft.com/office/drawing/2014/main" id="{BC5AE1A5-90D4-4C50-BCE2-2C831D697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64579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67B61"/>
                </a:solidFill>
              </a:defRPr>
            </a:pPr>
            <a:r>
              <a:rPr sz="750" b="0" i="0">
                <a:solidFill>
                  <a:srgbClr val="667B61"/>
                </a:solidFill>
              </a:rPr>
              <a:t>Email</a:t>
            </a:r>
          </a:p>
        </p:txBody>
      </p:sp>
      <p:sp>
        <p:nvSpPr>
          <p:cNvPr id="5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FE15FEF9-90BC-4D04-AFA8-3399FBCB3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6638925"/>
            <a:ext cx="184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text-Notes">
            <a:extLst xmlns:a="http://schemas.openxmlformats.org/drawingml/2006/main">
              <a:ext uri="{FF2B5EF4-FFF2-40B4-BE49-F238E27FC236}">
                <a16:creationId xmlns:a16="http://schemas.microsoft.com/office/drawing/2014/main" id="{B14BD33B-47B3-4231-9176-019EC4D3E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67246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67B61"/>
                </a:solidFill>
              </a:defRPr>
            </a:pPr>
            <a:r>
              <a:rPr sz="750" b="0" i="0">
                <a:solidFill>
                  <a:srgbClr val="667B61"/>
                </a:solidFill>
              </a:rPr>
              <a:t>Notes</a:t>
            </a:r>
          </a:p>
        </p:txBody>
      </p:sp>
      <p:sp>
        <p:nvSpPr>
          <p:cNvPr id="5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C5E287F9-EE0B-48AA-BF31-B9BA06913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6905625"/>
            <a:ext cx="184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CB2B0E4F-6380-4A9D-80BF-5ADEB0BC4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5524500"/>
            <a:ext cx="2762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7B61"/>
            </a:solidFill>
            <a:prstDash val="solid"/>
          </a:ln>
        </p:spPr>
      </p:sp>
      <p:sp>
        <p:nvSpPr>
          <p:cNvPr id="58" name="text-GROOMSMAN 2">
            <a:extLst xmlns:a="http://schemas.openxmlformats.org/drawingml/2006/main">
              <a:ext uri="{FF2B5EF4-FFF2-40B4-BE49-F238E27FC236}">
                <a16:creationId xmlns:a16="http://schemas.microsoft.com/office/drawing/2014/main" id="{CFE1AF8C-D556-473A-B0C6-8BCF54C1C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561975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667B61"/>
                </a:solidFill>
              </a:defRPr>
            </a:pPr>
            <a:r>
              <a:rPr sz="975" b="0" i="0">
                <a:solidFill>
                  <a:srgbClr val="667B61"/>
                </a:solidFill>
              </a:rPr>
              <a:t>GROOMSMAN 2</a:t>
            </a:r>
          </a:p>
        </p:txBody>
      </p:sp>
      <p:sp>
        <p:nvSpPr>
          <p:cNvPr id="59" name="text-Name">
            <a:extLst xmlns:a="http://schemas.openxmlformats.org/drawingml/2006/main">
              <a:ext uri="{FF2B5EF4-FFF2-40B4-BE49-F238E27FC236}">
                <a16:creationId xmlns:a16="http://schemas.microsoft.com/office/drawing/2014/main" id="{0034579C-826A-4E32-B630-F0FDD7A3D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59245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67B61"/>
                </a:solidFill>
              </a:defRPr>
            </a:pPr>
            <a:r>
              <a:rPr sz="750" b="0" i="0">
                <a:solidFill>
                  <a:srgbClr val="667B61"/>
                </a:solidFill>
              </a:rPr>
              <a:t>Name</a:t>
            </a:r>
          </a:p>
        </p:txBody>
      </p:sp>
      <p:sp>
        <p:nvSpPr>
          <p:cNvPr id="6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72472BBA-ADE4-48AC-9E10-D4753BAC9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6105525"/>
            <a:ext cx="184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text-Phone">
            <a:extLst xmlns:a="http://schemas.openxmlformats.org/drawingml/2006/main">
              <a:ext uri="{FF2B5EF4-FFF2-40B4-BE49-F238E27FC236}">
                <a16:creationId xmlns:a16="http://schemas.microsoft.com/office/drawing/2014/main" id="{7B3F6C37-CF21-4DDC-9415-7E044713F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61912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67B61"/>
                </a:solidFill>
              </a:defRPr>
            </a:pPr>
            <a:r>
              <a:rPr sz="750" b="0" i="0">
                <a:solidFill>
                  <a:srgbClr val="667B61"/>
                </a:solidFill>
              </a:rPr>
              <a:t>Phone</a:t>
            </a:r>
          </a:p>
        </p:txBody>
      </p:sp>
      <p:sp>
        <p:nvSpPr>
          <p:cNvPr id="6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E74FBB3E-78E0-4E56-8A44-EE432C008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6372225"/>
            <a:ext cx="184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text-Email">
            <a:extLst xmlns:a="http://schemas.openxmlformats.org/drawingml/2006/main">
              <a:ext uri="{FF2B5EF4-FFF2-40B4-BE49-F238E27FC236}">
                <a16:creationId xmlns:a16="http://schemas.microsoft.com/office/drawing/2014/main" id="{E4A829BF-73E2-4658-B720-055C96878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64579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67B61"/>
                </a:solidFill>
              </a:defRPr>
            </a:pPr>
            <a:r>
              <a:rPr sz="750" b="0" i="0">
                <a:solidFill>
                  <a:srgbClr val="667B61"/>
                </a:solidFill>
              </a:rPr>
              <a:t>Email</a:t>
            </a:r>
          </a:p>
        </p:txBody>
      </p:sp>
      <p:sp>
        <p:nvSpPr>
          <p:cNvPr id="6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33B595E8-9F2F-48B4-8B74-85CA00A25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6638925"/>
            <a:ext cx="184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text-Notes">
            <a:extLst xmlns:a="http://schemas.openxmlformats.org/drawingml/2006/main">
              <a:ext uri="{FF2B5EF4-FFF2-40B4-BE49-F238E27FC236}">
                <a16:creationId xmlns:a16="http://schemas.microsoft.com/office/drawing/2014/main" id="{81E27A6F-FF0E-421F-B8A1-F923126B4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67246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67B61"/>
                </a:solidFill>
              </a:defRPr>
            </a:pPr>
            <a:r>
              <a:rPr sz="750" b="0" i="0">
                <a:solidFill>
                  <a:srgbClr val="667B61"/>
                </a:solidFill>
              </a:rPr>
              <a:t>Notes</a:t>
            </a:r>
          </a:p>
        </p:txBody>
      </p:sp>
      <p:sp>
        <p:nvSpPr>
          <p:cNvPr id="6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EF39E1F4-F131-4B4C-B6A2-B7CAC4E5E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6905625"/>
            <a:ext cx="184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3B9167E1-4BDB-4A6D-A837-BA4D2574B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334250"/>
            <a:ext cx="2762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7B61"/>
            </a:solidFill>
            <a:prstDash val="solid"/>
          </a:ln>
        </p:spPr>
      </p:sp>
      <p:sp>
        <p:nvSpPr>
          <p:cNvPr id="68" name="text-PARENT CONTACT">
            <a:extLst xmlns:a="http://schemas.openxmlformats.org/drawingml/2006/main">
              <a:ext uri="{FF2B5EF4-FFF2-40B4-BE49-F238E27FC236}">
                <a16:creationId xmlns:a16="http://schemas.microsoft.com/office/drawing/2014/main" id="{ACF379CE-5FDE-4274-914B-1FC7D5FFD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742950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667B61"/>
                </a:solidFill>
              </a:defRPr>
            </a:pPr>
            <a:r>
              <a:rPr sz="975" b="0" i="0">
                <a:solidFill>
                  <a:srgbClr val="667B61"/>
                </a:solidFill>
              </a:rPr>
              <a:t>PARENT CONTACT</a:t>
            </a:r>
          </a:p>
        </p:txBody>
      </p:sp>
      <p:sp>
        <p:nvSpPr>
          <p:cNvPr id="69" name="text-Name">
            <a:extLst xmlns:a="http://schemas.openxmlformats.org/drawingml/2006/main">
              <a:ext uri="{FF2B5EF4-FFF2-40B4-BE49-F238E27FC236}">
                <a16:creationId xmlns:a16="http://schemas.microsoft.com/office/drawing/2014/main" id="{4F12774D-C3C9-419D-BB7D-DFB917AB9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773430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67B61"/>
                </a:solidFill>
              </a:defRPr>
            </a:pPr>
            <a:r>
              <a:rPr sz="750" b="0" i="0">
                <a:solidFill>
                  <a:srgbClr val="667B61"/>
                </a:solidFill>
              </a:rPr>
              <a:t>Name</a:t>
            </a:r>
          </a:p>
        </p:txBody>
      </p:sp>
      <p:sp>
        <p:nvSpPr>
          <p:cNvPr id="7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77B3B007-BCC3-475B-A76B-E4711E593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7915275"/>
            <a:ext cx="184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text-Phone">
            <a:extLst xmlns:a="http://schemas.openxmlformats.org/drawingml/2006/main">
              <a:ext uri="{FF2B5EF4-FFF2-40B4-BE49-F238E27FC236}">
                <a16:creationId xmlns:a16="http://schemas.microsoft.com/office/drawing/2014/main" id="{2DA7D3DB-95EE-459A-B2AF-4FE4DF589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800100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67B61"/>
                </a:solidFill>
              </a:defRPr>
            </a:pPr>
            <a:r>
              <a:rPr sz="750" b="0" i="0">
                <a:solidFill>
                  <a:srgbClr val="667B61"/>
                </a:solidFill>
              </a:rPr>
              <a:t>Phone</a:t>
            </a:r>
          </a:p>
        </p:txBody>
      </p:sp>
      <p:sp>
        <p:nvSpPr>
          <p:cNvPr id="7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CF51D596-ADD7-45BA-8287-694C08CFC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8181975"/>
            <a:ext cx="184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text-Email">
            <a:extLst xmlns:a="http://schemas.openxmlformats.org/drawingml/2006/main">
              <a:ext uri="{FF2B5EF4-FFF2-40B4-BE49-F238E27FC236}">
                <a16:creationId xmlns:a16="http://schemas.microsoft.com/office/drawing/2014/main" id="{5117800D-F10B-4CBC-9887-952A1683D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826770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67B61"/>
                </a:solidFill>
              </a:defRPr>
            </a:pPr>
            <a:r>
              <a:rPr sz="750" b="0" i="0">
                <a:solidFill>
                  <a:srgbClr val="667B61"/>
                </a:solidFill>
              </a:rPr>
              <a:t>Email</a:t>
            </a:r>
          </a:p>
        </p:txBody>
      </p:sp>
      <p:sp>
        <p:nvSpPr>
          <p:cNvPr id="7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03CED909-2F85-4A44-9D49-F6A409C6B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8448675"/>
            <a:ext cx="184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text-Notes">
            <a:extLst xmlns:a="http://schemas.openxmlformats.org/drawingml/2006/main">
              <a:ext uri="{FF2B5EF4-FFF2-40B4-BE49-F238E27FC236}">
                <a16:creationId xmlns:a16="http://schemas.microsoft.com/office/drawing/2014/main" id="{54755D69-1567-4A81-B3CA-1519A23AC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853440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67B61"/>
                </a:solidFill>
              </a:defRPr>
            </a:pPr>
            <a:r>
              <a:rPr sz="750" b="0" i="0">
                <a:solidFill>
                  <a:srgbClr val="667B61"/>
                </a:solidFill>
              </a:rPr>
              <a:t>Notes</a:t>
            </a:r>
          </a:p>
        </p:txBody>
      </p:sp>
      <p:sp>
        <p:nvSpPr>
          <p:cNvPr id="7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89B1F61C-EAE5-4B6A-8730-DC2FBFB7B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8715375"/>
            <a:ext cx="184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77B55D00-3A13-4F4B-8DDD-2DD9F268F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7334250"/>
            <a:ext cx="2762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7B61"/>
            </a:solidFill>
            <a:prstDash val="solid"/>
          </a:ln>
        </p:spPr>
      </p:sp>
      <p:sp>
        <p:nvSpPr>
          <p:cNvPr id="78" name="text-EMERGENCY LEAD">
            <a:extLst xmlns:a="http://schemas.openxmlformats.org/drawingml/2006/main">
              <a:ext uri="{FF2B5EF4-FFF2-40B4-BE49-F238E27FC236}">
                <a16:creationId xmlns:a16="http://schemas.microsoft.com/office/drawing/2014/main" id="{BBE725AC-B76D-434A-A75C-9A9195715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742950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667B61"/>
                </a:solidFill>
              </a:defRPr>
            </a:pPr>
            <a:r>
              <a:rPr sz="975" b="0" i="0">
                <a:solidFill>
                  <a:srgbClr val="667B61"/>
                </a:solidFill>
              </a:rPr>
              <a:t>EMERGENCY LEAD</a:t>
            </a:r>
          </a:p>
        </p:txBody>
      </p:sp>
      <p:sp>
        <p:nvSpPr>
          <p:cNvPr id="79" name="text-Name">
            <a:extLst xmlns:a="http://schemas.openxmlformats.org/drawingml/2006/main">
              <a:ext uri="{FF2B5EF4-FFF2-40B4-BE49-F238E27FC236}">
                <a16:creationId xmlns:a16="http://schemas.microsoft.com/office/drawing/2014/main" id="{D99A2895-DCDD-42C0-B87D-062646540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773430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67B61"/>
                </a:solidFill>
              </a:defRPr>
            </a:pPr>
            <a:r>
              <a:rPr sz="750" b="0" i="0">
                <a:solidFill>
                  <a:srgbClr val="667B61"/>
                </a:solidFill>
              </a:rPr>
              <a:t>Name</a:t>
            </a:r>
          </a:p>
        </p:txBody>
      </p:sp>
      <p:sp>
        <p:nvSpPr>
          <p:cNvPr id="8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52AE7D41-C8D6-47AD-B6B0-2677ABB26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7915275"/>
            <a:ext cx="184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text-Phone">
            <a:extLst xmlns:a="http://schemas.openxmlformats.org/drawingml/2006/main">
              <a:ext uri="{FF2B5EF4-FFF2-40B4-BE49-F238E27FC236}">
                <a16:creationId xmlns:a16="http://schemas.microsoft.com/office/drawing/2014/main" id="{8D673FAB-5941-4C72-98E8-E56751116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800100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67B61"/>
                </a:solidFill>
              </a:defRPr>
            </a:pPr>
            <a:r>
              <a:rPr sz="750" b="0" i="0">
                <a:solidFill>
                  <a:srgbClr val="667B61"/>
                </a:solidFill>
              </a:rPr>
              <a:t>Phone</a:t>
            </a:r>
          </a:p>
        </p:txBody>
      </p:sp>
      <p:sp>
        <p:nvSpPr>
          <p:cNvPr id="8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FF8FFB2C-D198-446B-BEDC-C4F622AC2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8181975"/>
            <a:ext cx="184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text-Email">
            <a:extLst xmlns:a="http://schemas.openxmlformats.org/drawingml/2006/main">
              <a:ext uri="{FF2B5EF4-FFF2-40B4-BE49-F238E27FC236}">
                <a16:creationId xmlns:a16="http://schemas.microsoft.com/office/drawing/2014/main" id="{8B8EC1C9-E627-41B0-9000-DEA30A763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826770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67B61"/>
                </a:solidFill>
              </a:defRPr>
            </a:pPr>
            <a:r>
              <a:rPr sz="750" b="0" i="0">
                <a:solidFill>
                  <a:srgbClr val="667B61"/>
                </a:solidFill>
              </a:rPr>
              <a:t>Email</a:t>
            </a:r>
          </a:p>
        </p:txBody>
      </p:sp>
      <p:sp>
        <p:nvSpPr>
          <p:cNvPr id="8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DD49FA4A-6DD8-4C8A-8F9A-97F43A5D6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8448675"/>
            <a:ext cx="184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text-Notes">
            <a:extLst xmlns:a="http://schemas.openxmlformats.org/drawingml/2006/main">
              <a:ext uri="{FF2B5EF4-FFF2-40B4-BE49-F238E27FC236}">
                <a16:creationId xmlns:a16="http://schemas.microsoft.com/office/drawing/2014/main" id="{E847BEDC-0D41-4EB4-A2CE-DCB93024F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853440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67B61"/>
                </a:solidFill>
              </a:defRPr>
            </a:pPr>
            <a:r>
              <a:rPr sz="750" b="0" i="0">
                <a:solidFill>
                  <a:srgbClr val="667B61"/>
                </a:solidFill>
              </a:rPr>
              <a:t>Notes</a:t>
            </a:r>
          </a:p>
        </p:txBody>
      </p:sp>
      <p:sp>
        <p:nvSpPr>
          <p:cNvPr id="8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BEC56BA6-CE5A-42FA-8C95-AF98A3A32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8715375"/>
            <a:ext cx="184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819730180"/>
      </p:ext>
    </p:extLst>
  </p:cSld>
</p:sld>
</file>

<file path=ppt/slides/slide82.xml><?xml version="1.0" encoding="utf-8"?>
<p:sld xmlns:p="http://schemas.openxmlformats.org/presentationml/2006/main">
  <p:cSld>
    <p:bg>
      <p:bgPr>
        <a:solidFill xmlns:a="http://schemas.openxmlformats.org/drawingml/2006/main">
          <a:srgbClr val="FC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c1e5a6b857445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7562850" cy="10696575"/>
          </a:xfrm>
          <a:prstGeom xmlns:a="http://schemas.openxmlformats.org/drawingml/2006/main" prst="rect">
            <a:avLst/>
          </a:prstGeom>
        </p:spPr>
      </p:pic>
      <p:sp>
        <p:nvSpPr>
          <p:cNvPr id="2" name="soft-romantic-panel">
            <a:extLst xmlns:a="http://schemas.openxmlformats.org/drawingml/2006/main">
              <a:ext uri="{FF2B5EF4-FFF2-40B4-BE49-F238E27FC236}">
                <a16:creationId xmlns:a16="http://schemas.microsoft.com/office/drawing/2014/main" id="{080B1EFA-B589-4F8E-B8D1-C303E477D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"/>
            <a:ext cx="6000750" cy="9429750"/>
          </a:xfrm>
          <a:prstGeom xmlns:a="http://schemas.openxmlformats.org/drawingml/2006/main" prst="roundRect">
            <a:avLst>
              <a:gd name="adj" fmla="val 1270"/>
            </a:avLst>
          </a:prstGeom>
          <a:solidFill xmlns:a="http://schemas.openxmlformats.org/drawingml/2006/main">
            <a:srgbClr val="FCF7F3"/>
          </a:solidFill>
          <a:ln xmlns:a="http://schemas.openxmlformats.org/drawingml/2006/main" w="9525">
            <a:solidFill>
              <a:srgbClr val="C79B46"/>
            </a:solidFill>
            <a:prstDash val="solid"/>
          </a:ln>
        </p:spPr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BCDCA2B7-6C77-41AC-867D-189AA2499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42950"/>
            <a:ext cx="5562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75" b="0" i="1">
                <a:solidFill>
                  <a:srgbClr val="52654E"/>
                </a:solidFill>
              </a:defRPr>
            </a:pPr>
            <a:r>
              <a:rPr sz="2475" b="0" i="1">
                <a:solidFill>
                  <a:srgbClr val="52654E"/>
                </a:solidFill>
              </a:rPr>
              <a:t>Bridesmaid Details</a:t>
            </a:r>
          </a:p>
        </p:txBody>
      </p:sp>
      <p:sp>
        <p:nvSpPr>
          <p:cNvPr id="4" name="page-subtitle">
            <a:extLst xmlns:a="http://schemas.openxmlformats.org/drawingml/2006/main">
              <a:ext uri="{FF2B5EF4-FFF2-40B4-BE49-F238E27FC236}">
                <a16:creationId xmlns:a16="http://schemas.microsoft.com/office/drawing/2014/main" id="{EC5D729C-352D-47DC-BB4D-382FCF422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219200"/>
            <a:ext cx="461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C79B46"/>
                </a:solidFill>
              </a:defRPr>
            </a:pPr>
            <a:r>
              <a:rPr sz="975" b="0" i="0">
                <a:solidFill>
                  <a:srgbClr val="C79B46"/>
                </a:solidFill>
              </a:rPr>
              <a:t>KEEP THE BRIDAL PARTY COORDINATED</a:t>
            </a:r>
          </a:p>
        </p:txBody>
      </p:sp>
      <p:sp>
        <p:nvSpPr>
          <p:cNvPr id="5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016AB107-61F1-41D4-8D69-EA8349395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581150"/>
            <a:ext cx="85725" cy="857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C79B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2A9C2432-0DDF-442F-96E7-2DE814FC2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966787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C79B46"/>
                </a:solidFill>
              </a:defRPr>
            </a:pPr>
            <a:r>
              <a:rPr sz="750" b="0" i="0">
                <a:solidFill>
                  <a:srgbClr val="C79B46"/>
                </a:solidFill>
              </a:rPr>
              <a:t>082</a:t>
            </a:r>
          </a:p>
        </p:txBody>
      </p:sp>
      <p:sp>
        <p:nvSpPr>
          <p:cNvPr id="7" name="table-header">
            <a:extLst xmlns:a="http://schemas.openxmlformats.org/drawingml/2006/main">
              <a:ext uri="{FF2B5EF4-FFF2-40B4-BE49-F238E27FC236}">
                <a16:creationId xmlns:a16="http://schemas.microsoft.com/office/drawing/2014/main" id="{85B2A28E-CE09-4DAE-A61A-FBC80D5B0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57340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8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9C136CF9-780C-4D57-89C4-0A0D44BB8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5734050" cy="5343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7B61"/>
            </a:solidFill>
            <a:prstDash val="solid"/>
          </a:ln>
        </p:spPr>
      </p:sp>
      <p:sp>
        <p:nvSpPr>
          <p:cNvPr id="9" name="table-v">
            <a:extLst xmlns:a="http://schemas.openxmlformats.org/drawingml/2006/main">
              <a:ext uri="{FF2B5EF4-FFF2-40B4-BE49-F238E27FC236}">
                <a16:creationId xmlns:a16="http://schemas.microsoft.com/office/drawing/2014/main" id="{4AD18C10-8991-47CD-A1D5-97BA1C533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1210" y="2000250"/>
            <a:ext cx="6668" cy="5343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able-v">
            <a:extLst xmlns:a="http://schemas.openxmlformats.org/drawingml/2006/main">
              <a:ext uri="{FF2B5EF4-FFF2-40B4-BE49-F238E27FC236}">
                <a16:creationId xmlns:a16="http://schemas.microsoft.com/office/drawing/2014/main" id="{B1946C6C-0F12-42C7-9C65-DCC2EB07D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8020" y="2000250"/>
            <a:ext cx="6668" cy="5343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able-v">
            <a:extLst xmlns:a="http://schemas.openxmlformats.org/drawingml/2006/main">
              <a:ext uri="{FF2B5EF4-FFF2-40B4-BE49-F238E27FC236}">
                <a16:creationId xmlns:a16="http://schemas.microsoft.com/office/drawing/2014/main" id="{283C8F4E-56C2-4155-8805-CAFAF54A7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4830" y="2000250"/>
            <a:ext cx="6668" cy="5343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able-v">
            <a:extLst xmlns:a="http://schemas.openxmlformats.org/drawingml/2006/main">
              <a:ext uri="{FF2B5EF4-FFF2-40B4-BE49-F238E27FC236}">
                <a16:creationId xmlns:a16="http://schemas.microsoft.com/office/drawing/2014/main" id="{AB564BBC-B8CF-4536-A878-99E4A355F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1640" y="2000250"/>
            <a:ext cx="6668" cy="5343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able-h">
            <a:extLst xmlns:a="http://schemas.openxmlformats.org/drawingml/2006/main">
              <a:ext uri="{FF2B5EF4-FFF2-40B4-BE49-F238E27FC236}">
                <a16:creationId xmlns:a16="http://schemas.microsoft.com/office/drawing/2014/main" id="{2A467DFD-546A-4B3D-9FB4-9ED83098D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1457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able-h">
            <a:extLst xmlns:a="http://schemas.openxmlformats.org/drawingml/2006/main">
              <a:ext uri="{FF2B5EF4-FFF2-40B4-BE49-F238E27FC236}">
                <a16:creationId xmlns:a16="http://schemas.microsoft.com/office/drawing/2014/main" id="{98A9BD20-213B-4497-93B8-2E6AB6D3A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2890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able-h">
            <a:extLst xmlns:a="http://schemas.openxmlformats.org/drawingml/2006/main">
              <a:ext uri="{FF2B5EF4-FFF2-40B4-BE49-F238E27FC236}">
                <a16:creationId xmlns:a16="http://schemas.microsoft.com/office/drawing/2014/main" id="{2D34EAC6-604C-4D7B-BB01-CACC33036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4322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able-h">
            <a:extLst xmlns:a="http://schemas.openxmlformats.org/drawingml/2006/main">
              <a:ext uri="{FF2B5EF4-FFF2-40B4-BE49-F238E27FC236}">
                <a16:creationId xmlns:a16="http://schemas.microsoft.com/office/drawing/2014/main" id="{5DEAD3F7-34CE-4391-915A-F203D9657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5755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able-h">
            <a:extLst xmlns:a="http://schemas.openxmlformats.org/drawingml/2006/main">
              <a:ext uri="{FF2B5EF4-FFF2-40B4-BE49-F238E27FC236}">
                <a16:creationId xmlns:a16="http://schemas.microsoft.com/office/drawing/2014/main" id="{2D5B4D7E-0EB4-4814-BFEB-45E842627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7187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able-h">
            <a:extLst xmlns:a="http://schemas.openxmlformats.org/drawingml/2006/main">
              <a:ext uri="{FF2B5EF4-FFF2-40B4-BE49-F238E27FC236}">
                <a16:creationId xmlns:a16="http://schemas.microsoft.com/office/drawing/2014/main" id="{E92F260F-9918-40AB-AB34-3796F184A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8620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able-h">
            <a:extLst xmlns:a="http://schemas.openxmlformats.org/drawingml/2006/main">
              <a:ext uri="{FF2B5EF4-FFF2-40B4-BE49-F238E27FC236}">
                <a16:creationId xmlns:a16="http://schemas.microsoft.com/office/drawing/2014/main" id="{59DF9892-DE4E-4DF7-A66C-CF80C94EE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0052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able-h">
            <a:extLst xmlns:a="http://schemas.openxmlformats.org/drawingml/2006/main">
              <a:ext uri="{FF2B5EF4-FFF2-40B4-BE49-F238E27FC236}">
                <a16:creationId xmlns:a16="http://schemas.microsoft.com/office/drawing/2014/main" id="{B1ABCDB2-211D-49E1-BE45-C91FB1EB2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1485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able-h">
            <a:extLst xmlns:a="http://schemas.openxmlformats.org/drawingml/2006/main">
              <a:ext uri="{FF2B5EF4-FFF2-40B4-BE49-F238E27FC236}">
                <a16:creationId xmlns:a16="http://schemas.microsoft.com/office/drawing/2014/main" id="{E7CF4A34-F5C8-4862-BE9D-55C12AF96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2917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able-h">
            <a:extLst xmlns:a="http://schemas.openxmlformats.org/drawingml/2006/main">
              <a:ext uri="{FF2B5EF4-FFF2-40B4-BE49-F238E27FC236}">
                <a16:creationId xmlns:a16="http://schemas.microsoft.com/office/drawing/2014/main" id="{57178875-9AB4-43A7-A977-6F95C5582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4350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able-h">
            <a:extLst xmlns:a="http://schemas.openxmlformats.org/drawingml/2006/main">
              <a:ext uri="{FF2B5EF4-FFF2-40B4-BE49-F238E27FC236}">
                <a16:creationId xmlns:a16="http://schemas.microsoft.com/office/drawing/2014/main" id="{FB28744A-B8D4-4ACE-AE9F-B44293FF6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5782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able-h">
            <a:extLst xmlns:a="http://schemas.openxmlformats.org/drawingml/2006/main">
              <a:ext uri="{FF2B5EF4-FFF2-40B4-BE49-F238E27FC236}">
                <a16:creationId xmlns:a16="http://schemas.microsoft.com/office/drawing/2014/main" id="{1DF415A3-2E81-40F3-93C0-28982C0ED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7215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table-h">
            <a:extLst xmlns:a="http://schemas.openxmlformats.org/drawingml/2006/main">
              <a:ext uri="{FF2B5EF4-FFF2-40B4-BE49-F238E27FC236}">
                <a16:creationId xmlns:a16="http://schemas.microsoft.com/office/drawing/2014/main" id="{1BCF240B-B60D-411A-B823-DD52BF3B2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8647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table-h">
            <a:extLst xmlns:a="http://schemas.openxmlformats.org/drawingml/2006/main">
              <a:ext uri="{FF2B5EF4-FFF2-40B4-BE49-F238E27FC236}">
                <a16:creationId xmlns:a16="http://schemas.microsoft.com/office/drawing/2014/main" id="{2261D581-5253-4D7E-90C4-170F85C9A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0080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table-h">
            <a:extLst xmlns:a="http://schemas.openxmlformats.org/drawingml/2006/main">
              <a:ext uri="{FF2B5EF4-FFF2-40B4-BE49-F238E27FC236}">
                <a16:creationId xmlns:a16="http://schemas.microsoft.com/office/drawing/2014/main" id="{B9A764B2-F724-4E98-8F98-5111868CD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71512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table-h">
            <a:extLst xmlns:a="http://schemas.openxmlformats.org/drawingml/2006/main">
              <a:ext uri="{FF2B5EF4-FFF2-40B4-BE49-F238E27FC236}">
                <a16:creationId xmlns:a16="http://schemas.microsoft.com/office/drawing/2014/main" id="{DE4FC843-C90F-4A9D-8B4B-452216EAF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02945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text-NAME">
            <a:extLst xmlns:a="http://schemas.openxmlformats.org/drawingml/2006/main">
              <a:ext uri="{FF2B5EF4-FFF2-40B4-BE49-F238E27FC236}">
                <a16:creationId xmlns:a16="http://schemas.microsoft.com/office/drawing/2014/main" id="{F2DD5A45-9F05-499D-AA8F-C0425BB80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114681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FFFFFF"/>
                </a:solidFill>
              </a:defRPr>
            </a:pPr>
            <a:r>
              <a:rPr sz="825" b="0" i="0">
                <a:solidFill>
                  <a:srgbClr val="FFFFFF"/>
                </a:solidFill>
              </a:rPr>
              <a:t>NAME</a:t>
            </a:r>
          </a:p>
        </p:txBody>
      </p:sp>
      <p:sp>
        <p:nvSpPr>
          <p:cNvPr id="30" name="text-ROLE">
            <a:extLst xmlns:a="http://schemas.openxmlformats.org/drawingml/2006/main">
              <a:ext uri="{FF2B5EF4-FFF2-40B4-BE49-F238E27FC236}">
                <a16:creationId xmlns:a16="http://schemas.microsoft.com/office/drawing/2014/main" id="{E75D4435-A66B-47C1-A109-42FEA23B4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1210" y="2000250"/>
            <a:ext cx="114681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FFFFFF"/>
                </a:solidFill>
              </a:defRPr>
            </a:pPr>
            <a:r>
              <a:rPr sz="825" b="0" i="0">
                <a:solidFill>
                  <a:srgbClr val="FFFFFF"/>
                </a:solidFill>
              </a:rPr>
              <a:t>ROLE</a:t>
            </a:r>
          </a:p>
        </p:txBody>
      </p:sp>
      <p:sp>
        <p:nvSpPr>
          <p:cNvPr id="31" name="text-ATTIRE">
            <a:extLst xmlns:a="http://schemas.openxmlformats.org/drawingml/2006/main">
              <a:ext uri="{FF2B5EF4-FFF2-40B4-BE49-F238E27FC236}">
                <a16:creationId xmlns:a16="http://schemas.microsoft.com/office/drawing/2014/main" id="{2D140621-E775-476D-AD1B-448BE7E3F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8020" y="2000250"/>
            <a:ext cx="114681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FFFFFF"/>
                </a:solidFill>
              </a:defRPr>
            </a:pPr>
            <a:r>
              <a:rPr sz="825" b="0" i="0">
                <a:solidFill>
                  <a:srgbClr val="FFFFFF"/>
                </a:solidFill>
              </a:rPr>
              <a:t>ATTIRE</a:t>
            </a:r>
          </a:p>
        </p:txBody>
      </p:sp>
      <p:sp>
        <p:nvSpPr>
          <p:cNvPr id="32" name="text-FITTING">
            <a:extLst xmlns:a="http://schemas.openxmlformats.org/drawingml/2006/main">
              <a:ext uri="{FF2B5EF4-FFF2-40B4-BE49-F238E27FC236}">
                <a16:creationId xmlns:a16="http://schemas.microsoft.com/office/drawing/2014/main" id="{22821830-1657-4268-91DD-F66343029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4830" y="2000250"/>
            <a:ext cx="114681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FFFFFF"/>
                </a:solidFill>
              </a:defRPr>
            </a:pPr>
            <a:r>
              <a:rPr sz="825" b="0" i="0">
                <a:solidFill>
                  <a:srgbClr val="FFFFFF"/>
                </a:solidFill>
              </a:rPr>
              <a:t>FITTING</a:t>
            </a:r>
          </a:p>
        </p:txBody>
      </p:sp>
      <p:sp>
        <p:nvSpPr>
          <p:cNvPr id="33" name="text-CONTACT">
            <a:extLst xmlns:a="http://schemas.openxmlformats.org/drawingml/2006/main">
              <a:ext uri="{FF2B5EF4-FFF2-40B4-BE49-F238E27FC236}">
                <a16:creationId xmlns:a16="http://schemas.microsoft.com/office/drawing/2014/main" id="{3450A5AE-DBB6-4A9F-9AC7-D8C25A190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1640" y="2000250"/>
            <a:ext cx="114681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FFFFFF"/>
                </a:solidFill>
              </a:defRPr>
            </a:pPr>
            <a:r>
              <a:rPr sz="825" b="0" i="0">
                <a:solidFill>
                  <a:srgbClr val="FFFFFF"/>
                </a:solidFill>
              </a:rPr>
              <a:t>CONTACT</a:t>
            </a:r>
          </a:p>
        </p:txBody>
      </p:sp>
    </p:spTree>
    <p:extLst>
      <p:ext uri="{BB962C8B-B14F-4D97-AF65-F5344CB8AC3E}">
        <p14:creationId xmlns:p14="http://schemas.microsoft.com/office/powerpoint/2010/main" val="1301155431"/>
      </p:ext>
    </p:extLst>
  </p:cSld>
</p:sld>
</file>

<file path=ppt/slides/slide83.xml><?xml version="1.0" encoding="utf-8"?>
<p:sld xmlns:p="http://schemas.openxmlformats.org/presentationml/2006/main">
  <p:cSld>
    <p:bg>
      <p:bgPr>
        <a:solidFill xmlns:a="http://schemas.openxmlformats.org/drawingml/2006/main">
          <a:srgbClr val="FC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8c9223e59d43f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7562850" cy="10696575"/>
          </a:xfrm>
          <a:prstGeom xmlns:a="http://schemas.openxmlformats.org/drawingml/2006/main" prst="rect">
            <a:avLst/>
          </a:prstGeom>
        </p:spPr>
      </p:pic>
      <p:sp>
        <p:nvSpPr>
          <p:cNvPr id="2" name="soft-romantic-panel">
            <a:extLst xmlns:a="http://schemas.openxmlformats.org/drawingml/2006/main">
              <a:ext uri="{FF2B5EF4-FFF2-40B4-BE49-F238E27FC236}">
                <a16:creationId xmlns:a16="http://schemas.microsoft.com/office/drawing/2014/main" id="{0719A0E4-EFC6-4E50-8363-01D4AF971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"/>
            <a:ext cx="6000750" cy="9429750"/>
          </a:xfrm>
          <a:prstGeom xmlns:a="http://schemas.openxmlformats.org/drawingml/2006/main" prst="roundRect">
            <a:avLst>
              <a:gd name="adj" fmla="val 1270"/>
            </a:avLst>
          </a:prstGeom>
          <a:solidFill xmlns:a="http://schemas.openxmlformats.org/drawingml/2006/main">
            <a:srgbClr val="FCF7F3"/>
          </a:solidFill>
          <a:ln xmlns:a="http://schemas.openxmlformats.org/drawingml/2006/main" w="9525">
            <a:solidFill>
              <a:srgbClr val="C79B46"/>
            </a:solidFill>
            <a:prstDash val="solid"/>
          </a:ln>
        </p:spPr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16BDF219-2715-4BE3-B8C2-96D6A0FA0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42950"/>
            <a:ext cx="5562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75" b="0" i="1">
                <a:solidFill>
                  <a:srgbClr val="52654E"/>
                </a:solidFill>
              </a:defRPr>
            </a:pPr>
            <a:r>
              <a:rPr sz="2475" b="0" i="1">
                <a:solidFill>
                  <a:srgbClr val="52654E"/>
                </a:solidFill>
              </a:rPr>
              <a:t>Groomsmen Details</a:t>
            </a:r>
          </a:p>
        </p:txBody>
      </p:sp>
      <p:sp>
        <p:nvSpPr>
          <p:cNvPr id="4" name="page-subtitle">
            <a:extLst xmlns:a="http://schemas.openxmlformats.org/drawingml/2006/main">
              <a:ext uri="{FF2B5EF4-FFF2-40B4-BE49-F238E27FC236}">
                <a16:creationId xmlns:a16="http://schemas.microsoft.com/office/drawing/2014/main" id="{464BE4E9-2662-4090-B53D-7605C7C8F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219200"/>
            <a:ext cx="461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C79B46"/>
                </a:solidFill>
              </a:defRPr>
            </a:pPr>
            <a:r>
              <a:rPr sz="975" b="0" i="0">
                <a:solidFill>
                  <a:srgbClr val="C79B46"/>
                </a:solidFill>
              </a:rPr>
              <a:t>KEEP THE WEDDING PARTY COORDINATED</a:t>
            </a:r>
          </a:p>
        </p:txBody>
      </p:sp>
      <p:sp>
        <p:nvSpPr>
          <p:cNvPr id="5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03C71806-B693-45C2-B2A1-3CF2BF309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581150"/>
            <a:ext cx="85725" cy="857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C79B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86723F8-9F0E-4F19-81B6-DFBEBD4AB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966787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C79B46"/>
                </a:solidFill>
              </a:defRPr>
            </a:pPr>
            <a:r>
              <a:rPr sz="750" b="0" i="0">
                <a:solidFill>
                  <a:srgbClr val="C79B46"/>
                </a:solidFill>
              </a:rPr>
              <a:t>083</a:t>
            </a:r>
          </a:p>
        </p:txBody>
      </p:sp>
      <p:sp>
        <p:nvSpPr>
          <p:cNvPr id="7" name="table-header">
            <a:extLst xmlns:a="http://schemas.openxmlformats.org/drawingml/2006/main">
              <a:ext uri="{FF2B5EF4-FFF2-40B4-BE49-F238E27FC236}">
                <a16:creationId xmlns:a16="http://schemas.microsoft.com/office/drawing/2014/main" id="{68AE7DF3-D529-4541-B56B-F064F5480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57340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8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B9CE5625-E723-4E7D-B0ED-27B70AD03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5734050" cy="5343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7B61"/>
            </a:solidFill>
            <a:prstDash val="solid"/>
          </a:ln>
        </p:spPr>
      </p:sp>
      <p:sp>
        <p:nvSpPr>
          <p:cNvPr id="9" name="table-v">
            <a:extLst xmlns:a="http://schemas.openxmlformats.org/drawingml/2006/main">
              <a:ext uri="{FF2B5EF4-FFF2-40B4-BE49-F238E27FC236}">
                <a16:creationId xmlns:a16="http://schemas.microsoft.com/office/drawing/2014/main" id="{964EC591-3E67-40AF-AE37-3EA88C211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1210" y="2000250"/>
            <a:ext cx="6668" cy="5343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able-v">
            <a:extLst xmlns:a="http://schemas.openxmlformats.org/drawingml/2006/main">
              <a:ext uri="{FF2B5EF4-FFF2-40B4-BE49-F238E27FC236}">
                <a16:creationId xmlns:a16="http://schemas.microsoft.com/office/drawing/2014/main" id="{BBE574A3-1A4A-4FDC-80A1-A8F80F64F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8020" y="2000250"/>
            <a:ext cx="6668" cy="5343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able-v">
            <a:extLst xmlns:a="http://schemas.openxmlformats.org/drawingml/2006/main">
              <a:ext uri="{FF2B5EF4-FFF2-40B4-BE49-F238E27FC236}">
                <a16:creationId xmlns:a16="http://schemas.microsoft.com/office/drawing/2014/main" id="{43D63AD5-6AD3-4561-ADD9-D7138660C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4830" y="2000250"/>
            <a:ext cx="6668" cy="5343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able-v">
            <a:extLst xmlns:a="http://schemas.openxmlformats.org/drawingml/2006/main">
              <a:ext uri="{FF2B5EF4-FFF2-40B4-BE49-F238E27FC236}">
                <a16:creationId xmlns:a16="http://schemas.microsoft.com/office/drawing/2014/main" id="{95FEB87A-7243-4724-B5CB-E878AF847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1640" y="2000250"/>
            <a:ext cx="6668" cy="5343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able-h">
            <a:extLst xmlns:a="http://schemas.openxmlformats.org/drawingml/2006/main">
              <a:ext uri="{FF2B5EF4-FFF2-40B4-BE49-F238E27FC236}">
                <a16:creationId xmlns:a16="http://schemas.microsoft.com/office/drawing/2014/main" id="{92FB5388-ADCE-4843-85A3-628A857F8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1457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able-h">
            <a:extLst xmlns:a="http://schemas.openxmlformats.org/drawingml/2006/main">
              <a:ext uri="{FF2B5EF4-FFF2-40B4-BE49-F238E27FC236}">
                <a16:creationId xmlns:a16="http://schemas.microsoft.com/office/drawing/2014/main" id="{34C82C8D-E6A8-402C-B151-BFDEC549B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2890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able-h">
            <a:extLst xmlns:a="http://schemas.openxmlformats.org/drawingml/2006/main">
              <a:ext uri="{FF2B5EF4-FFF2-40B4-BE49-F238E27FC236}">
                <a16:creationId xmlns:a16="http://schemas.microsoft.com/office/drawing/2014/main" id="{19F0FD3C-5FDC-4AF5-ABED-34199EE15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4322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able-h">
            <a:extLst xmlns:a="http://schemas.openxmlformats.org/drawingml/2006/main">
              <a:ext uri="{FF2B5EF4-FFF2-40B4-BE49-F238E27FC236}">
                <a16:creationId xmlns:a16="http://schemas.microsoft.com/office/drawing/2014/main" id="{1F739222-4690-4826-BD25-06A9F2430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5755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able-h">
            <a:extLst xmlns:a="http://schemas.openxmlformats.org/drawingml/2006/main">
              <a:ext uri="{FF2B5EF4-FFF2-40B4-BE49-F238E27FC236}">
                <a16:creationId xmlns:a16="http://schemas.microsoft.com/office/drawing/2014/main" id="{89C80046-0CC2-498B-B180-64CE905A5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7187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able-h">
            <a:extLst xmlns:a="http://schemas.openxmlformats.org/drawingml/2006/main">
              <a:ext uri="{FF2B5EF4-FFF2-40B4-BE49-F238E27FC236}">
                <a16:creationId xmlns:a16="http://schemas.microsoft.com/office/drawing/2014/main" id="{F4E2EE43-72E8-4D6D-9042-36B54DD03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8620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able-h">
            <a:extLst xmlns:a="http://schemas.openxmlformats.org/drawingml/2006/main">
              <a:ext uri="{FF2B5EF4-FFF2-40B4-BE49-F238E27FC236}">
                <a16:creationId xmlns:a16="http://schemas.microsoft.com/office/drawing/2014/main" id="{8FB751B0-A0D6-4D6C-B646-D23B999EA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0052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able-h">
            <a:extLst xmlns:a="http://schemas.openxmlformats.org/drawingml/2006/main">
              <a:ext uri="{FF2B5EF4-FFF2-40B4-BE49-F238E27FC236}">
                <a16:creationId xmlns:a16="http://schemas.microsoft.com/office/drawing/2014/main" id="{58C59B9B-A123-4FB9-805C-B0D6F6206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1485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able-h">
            <a:extLst xmlns:a="http://schemas.openxmlformats.org/drawingml/2006/main">
              <a:ext uri="{FF2B5EF4-FFF2-40B4-BE49-F238E27FC236}">
                <a16:creationId xmlns:a16="http://schemas.microsoft.com/office/drawing/2014/main" id="{F3297D56-4D90-4645-9C5B-A7E403E6B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2917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able-h">
            <a:extLst xmlns:a="http://schemas.openxmlformats.org/drawingml/2006/main">
              <a:ext uri="{FF2B5EF4-FFF2-40B4-BE49-F238E27FC236}">
                <a16:creationId xmlns:a16="http://schemas.microsoft.com/office/drawing/2014/main" id="{271D69F5-9A62-4616-BAFF-CBFA30720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4350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able-h">
            <a:extLst xmlns:a="http://schemas.openxmlformats.org/drawingml/2006/main">
              <a:ext uri="{FF2B5EF4-FFF2-40B4-BE49-F238E27FC236}">
                <a16:creationId xmlns:a16="http://schemas.microsoft.com/office/drawing/2014/main" id="{954E888A-E995-4FCE-A7D3-55B302C00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5782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able-h">
            <a:extLst xmlns:a="http://schemas.openxmlformats.org/drawingml/2006/main">
              <a:ext uri="{FF2B5EF4-FFF2-40B4-BE49-F238E27FC236}">
                <a16:creationId xmlns:a16="http://schemas.microsoft.com/office/drawing/2014/main" id="{87FDA4C2-9EC0-427D-BB01-F647C47E7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7215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table-h">
            <a:extLst xmlns:a="http://schemas.openxmlformats.org/drawingml/2006/main">
              <a:ext uri="{FF2B5EF4-FFF2-40B4-BE49-F238E27FC236}">
                <a16:creationId xmlns:a16="http://schemas.microsoft.com/office/drawing/2014/main" id="{11B5785A-D749-459C-84FF-AF889654F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8647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table-h">
            <a:extLst xmlns:a="http://schemas.openxmlformats.org/drawingml/2006/main">
              <a:ext uri="{FF2B5EF4-FFF2-40B4-BE49-F238E27FC236}">
                <a16:creationId xmlns:a16="http://schemas.microsoft.com/office/drawing/2014/main" id="{071612C2-A5AF-4AE2-8E0D-75964A037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0080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table-h">
            <a:extLst xmlns:a="http://schemas.openxmlformats.org/drawingml/2006/main">
              <a:ext uri="{FF2B5EF4-FFF2-40B4-BE49-F238E27FC236}">
                <a16:creationId xmlns:a16="http://schemas.microsoft.com/office/drawing/2014/main" id="{3E58CA69-63A5-4FEF-96F3-7F94BA52D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71512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table-h">
            <a:extLst xmlns:a="http://schemas.openxmlformats.org/drawingml/2006/main">
              <a:ext uri="{FF2B5EF4-FFF2-40B4-BE49-F238E27FC236}">
                <a16:creationId xmlns:a16="http://schemas.microsoft.com/office/drawing/2014/main" id="{03874450-339D-4114-8D0A-8605FEBEF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02945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text-NAME">
            <a:extLst xmlns:a="http://schemas.openxmlformats.org/drawingml/2006/main">
              <a:ext uri="{FF2B5EF4-FFF2-40B4-BE49-F238E27FC236}">
                <a16:creationId xmlns:a16="http://schemas.microsoft.com/office/drawing/2014/main" id="{4D8EE339-4D60-4233-A441-FC983073E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114681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FFFFFF"/>
                </a:solidFill>
              </a:defRPr>
            </a:pPr>
            <a:r>
              <a:rPr sz="825" b="0" i="0">
                <a:solidFill>
                  <a:srgbClr val="FFFFFF"/>
                </a:solidFill>
              </a:rPr>
              <a:t>NAME</a:t>
            </a:r>
          </a:p>
        </p:txBody>
      </p:sp>
      <p:sp>
        <p:nvSpPr>
          <p:cNvPr id="30" name="text-ROLE">
            <a:extLst xmlns:a="http://schemas.openxmlformats.org/drawingml/2006/main">
              <a:ext uri="{FF2B5EF4-FFF2-40B4-BE49-F238E27FC236}">
                <a16:creationId xmlns:a16="http://schemas.microsoft.com/office/drawing/2014/main" id="{781E44A7-C807-4BA3-B3B0-CB806F071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1210" y="2000250"/>
            <a:ext cx="114681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FFFFFF"/>
                </a:solidFill>
              </a:defRPr>
            </a:pPr>
            <a:r>
              <a:rPr sz="825" b="0" i="0">
                <a:solidFill>
                  <a:srgbClr val="FFFFFF"/>
                </a:solidFill>
              </a:rPr>
              <a:t>ROLE</a:t>
            </a:r>
          </a:p>
        </p:txBody>
      </p:sp>
      <p:sp>
        <p:nvSpPr>
          <p:cNvPr id="31" name="text-ATTIRE">
            <a:extLst xmlns:a="http://schemas.openxmlformats.org/drawingml/2006/main">
              <a:ext uri="{FF2B5EF4-FFF2-40B4-BE49-F238E27FC236}">
                <a16:creationId xmlns:a16="http://schemas.microsoft.com/office/drawing/2014/main" id="{993B7A00-214E-4EF4-8534-A91ECD4C3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8020" y="2000250"/>
            <a:ext cx="114681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FFFFFF"/>
                </a:solidFill>
              </a:defRPr>
            </a:pPr>
            <a:r>
              <a:rPr sz="825" b="0" i="0">
                <a:solidFill>
                  <a:srgbClr val="FFFFFF"/>
                </a:solidFill>
              </a:rPr>
              <a:t>ATTIRE</a:t>
            </a:r>
          </a:p>
        </p:txBody>
      </p:sp>
      <p:sp>
        <p:nvSpPr>
          <p:cNvPr id="32" name="text-FITTING">
            <a:extLst xmlns:a="http://schemas.openxmlformats.org/drawingml/2006/main">
              <a:ext uri="{FF2B5EF4-FFF2-40B4-BE49-F238E27FC236}">
                <a16:creationId xmlns:a16="http://schemas.microsoft.com/office/drawing/2014/main" id="{61026715-6A95-4E29-9336-3DE3626C8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4830" y="2000250"/>
            <a:ext cx="114681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FFFFFF"/>
                </a:solidFill>
              </a:defRPr>
            </a:pPr>
            <a:r>
              <a:rPr sz="825" b="0" i="0">
                <a:solidFill>
                  <a:srgbClr val="FFFFFF"/>
                </a:solidFill>
              </a:rPr>
              <a:t>FITTING</a:t>
            </a:r>
          </a:p>
        </p:txBody>
      </p:sp>
      <p:sp>
        <p:nvSpPr>
          <p:cNvPr id="33" name="text-CONTACT">
            <a:extLst xmlns:a="http://schemas.openxmlformats.org/drawingml/2006/main">
              <a:ext uri="{FF2B5EF4-FFF2-40B4-BE49-F238E27FC236}">
                <a16:creationId xmlns:a16="http://schemas.microsoft.com/office/drawing/2014/main" id="{3AC1E0C6-3144-4F7B-B64A-B920E5C76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1640" y="2000250"/>
            <a:ext cx="114681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FFFFFF"/>
                </a:solidFill>
              </a:defRPr>
            </a:pPr>
            <a:r>
              <a:rPr sz="825" b="0" i="0">
                <a:solidFill>
                  <a:srgbClr val="FFFFFF"/>
                </a:solidFill>
              </a:rPr>
              <a:t>CONTACT</a:t>
            </a:r>
          </a:p>
        </p:txBody>
      </p:sp>
    </p:spTree>
    <p:extLst>
      <p:ext uri="{BB962C8B-B14F-4D97-AF65-F5344CB8AC3E}">
        <p14:creationId xmlns:p14="http://schemas.microsoft.com/office/powerpoint/2010/main" val="1445188438"/>
      </p:ext>
    </p:extLst>
  </p:cSld>
</p:sld>
</file>

<file path=ppt/slides/slide84.xml><?xml version="1.0" encoding="utf-8"?>
<p:sld xmlns:p="http://schemas.openxmlformats.org/presentationml/2006/main">
  <p:cSld>
    <p:bg>
      <p:bgPr>
        <a:solidFill xmlns:a="http://schemas.openxmlformats.org/drawingml/2006/main">
          <a:srgbClr val="FC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c02b455d0d403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7562850" cy="10696575"/>
          </a:xfrm>
          <a:prstGeom xmlns:a="http://schemas.openxmlformats.org/drawingml/2006/main" prst="rect">
            <a:avLst/>
          </a:prstGeom>
        </p:spPr>
      </p:pic>
      <p:sp>
        <p:nvSpPr>
          <p:cNvPr id="2" name="soft-romantic-panel">
            <a:extLst xmlns:a="http://schemas.openxmlformats.org/drawingml/2006/main">
              <a:ext uri="{FF2B5EF4-FFF2-40B4-BE49-F238E27FC236}">
                <a16:creationId xmlns:a16="http://schemas.microsoft.com/office/drawing/2014/main" id="{6011C885-EFA7-46CA-B2E4-0440FF04D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"/>
            <a:ext cx="6000750" cy="9429750"/>
          </a:xfrm>
          <a:prstGeom xmlns:a="http://schemas.openxmlformats.org/drawingml/2006/main" prst="roundRect">
            <a:avLst>
              <a:gd name="adj" fmla="val 1270"/>
            </a:avLst>
          </a:prstGeom>
          <a:solidFill xmlns:a="http://schemas.openxmlformats.org/drawingml/2006/main">
            <a:srgbClr val="FCF7F3"/>
          </a:solidFill>
          <a:ln xmlns:a="http://schemas.openxmlformats.org/drawingml/2006/main" w="9525">
            <a:solidFill>
              <a:srgbClr val="C79B46"/>
            </a:solidFill>
            <a:prstDash val="solid"/>
          </a:ln>
        </p:spPr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CB48F2AC-1008-4424-8662-A12D33E76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42950"/>
            <a:ext cx="5562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75" b="0" i="1">
                <a:solidFill>
                  <a:srgbClr val="52654E"/>
                </a:solidFill>
              </a:defRPr>
            </a:pPr>
            <a:r>
              <a:rPr sz="2475" b="0" i="1">
                <a:solidFill>
                  <a:srgbClr val="52654E"/>
                </a:solidFill>
              </a:rPr>
              <a:t>Wedding Attire Plan</a:t>
            </a:r>
          </a:p>
        </p:txBody>
      </p:sp>
      <p:sp>
        <p:nvSpPr>
          <p:cNvPr id="4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3808E5A5-7B1B-4958-AD6C-6B8D0A556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581150"/>
            <a:ext cx="85725" cy="857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C79B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2DDD8DF-3CF2-4422-9535-EB001D646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966787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C79B46"/>
                </a:solidFill>
              </a:defRPr>
            </a:pPr>
            <a:r>
              <a:rPr sz="750" b="0" i="0">
                <a:solidFill>
                  <a:srgbClr val="C79B46"/>
                </a:solidFill>
              </a:rPr>
              <a:t>084</a:t>
            </a:r>
          </a:p>
        </p:txBody>
      </p:sp>
      <p:sp>
        <p:nvSpPr>
          <p:cNvPr id="6" name="text-MAIN LOOK">
            <a:extLst xmlns:a="http://schemas.openxmlformats.org/drawingml/2006/main">
              <a:ext uri="{FF2B5EF4-FFF2-40B4-BE49-F238E27FC236}">
                <a16:creationId xmlns:a16="http://schemas.microsoft.com/office/drawing/2014/main" id="{54D39A67-C6CC-4229-86BA-2C401BF67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95262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B61"/>
                </a:solidFill>
              </a:defRPr>
            </a:pPr>
            <a:r>
              <a:rPr sz="1125" b="0" i="0">
                <a:solidFill>
                  <a:srgbClr val="667B61"/>
                </a:solidFill>
              </a:rPr>
              <a:t>MAIN LOOK</a:t>
            </a:r>
          </a:p>
        </p:txBody>
      </p:sp>
      <p:sp>
        <p:nvSpPr>
          <p:cNvPr id="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DB361275-0C14-44F3-BAD0-3CBD6E6B8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36220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A6EF756C-E190-43DC-B15B-12C66259D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60985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-SECOND LOOK">
            <a:extLst xmlns:a="http://schemas.openxmlformats.org/drawingml/2006/main">
              <a:ext uri="{FF2B5EF4-FFF2-40B4-BE49-F238E27FC236}">
                <a16:creationId xmlns:a16="http://schemas.microsoft.com/office/drawing/2014/main" id="{0C62CF32-610E-4F41-A903-B813B99B7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73367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B61"/>
                </a:solidFill>
              </a:defRPr>
            </a:pPr>
            <a:r>
              <a:rPr sz="1125" b="0" i="0">
                <a:solidFill>
                  <a:srgbClr val="667B61"/>
                </a:solidFill>
              </a:rPr>
              <a:t>SECOND LOOK</a:t>
            </a:r>
          </a:p>
        </p:txBody>
      </p:sp>
      <p:sp>
        <p:nvSpPr>
          <p:cNvPr id="1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848CC3C6-8365-469C-8325-66CB65DB1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14325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B8B46A47-87A4-4AEB-850C-1C1C83168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39090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-SHOES">
            <a:extLst xmlns:a="http://schemas.openxmlformats.org/drawingml/2006/main">
              <a:ext uri="{FF2B5EF4-FFF2-40B4-BE49-F238E27FC236}">
                <a16:creationId xmlns:a16="http://schemas.microsoft.com/office/drawing/2014/main" id="{D90A17D0-FA5F-47EA-9C6B-ED1C91BF2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51472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B61"/>
                </a:solidFill>
              </a:defRPr>
            </a:pPr>
            <a:r>
              <a:rPr sz="1125" b="0" i="0">
                <a:solidFill>
                  <a:srgbClr val="667B61"/>
                </a:solidFill>
              </a:rPr>
              <a:t>SHOES</a:t>
            </a:r>
          </a:p>
        </p:txBody>
      </p:sp>
      <p:sp>
        <p:nvSpPr>
          <p:cNvPr id="1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4B298452-3A26-4CAA-81A9-E8FC1FE81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92430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DC97282F-1176-4651-A348-B8518763C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17195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-ACCESSORIES">
            <a:extLst xmlns:a="http://schemas.openxmlformats.org/drawingml/2006/main">
              <a:ext uri="{FF2B5EF4-FFF2-40B4-BE49-F238E27FC236}">
                <a16:creationId xmlns:a16="http://schemas.microsoft.com/office/drawing/2014/main" id="{4835DC29-9ACB-4FB4-9F90-595FF2C0B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29577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B61"/>
                </a:solidFill>
              </a:defRPr>
            </a:pPr>
            <a:r>
              <a:rPr sz="1125" b="0" i="0">
                <a:solidFill>
                  <a:srgbClr val="667B61"/>
                </a:solidFill>
              </a:rPr>
              <a:t>ACCESSORIES</a:t>
            </a:r>
          </a:p>
        </p:txBody>
      </p:sp>
      <p:sp>
        <p:nvSpPr>
          <p:cNvPr id="1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746D0881-B098-4B41-8B96-C13BA897A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70535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79960BD0-70EE-4B21-97B5-744A8983C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95300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-ALTERATIONS">
            <a:extLst xmlns:a="http://schemas.openxmlformats.org/drawingml/2006/main">
              <a:ext uri="{FF2B5EF4-FFF2-40B4-BE49-F238E27FC236}">
                <a16:creationId xmlns:a16="http://schemas.microsoft.com/office/drawing/2014/main" id="{1569E0D5-026A-433F-88AE-375645182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07682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B61"/>
                </a:solidFill>
              </a:defRPr>
            </a:pPr>
            <a:r>
              <a:rPr sz="1125" b="0" i="0">
                <a:solidFill>
                  <a:srgbClr val="667B61"/>
                </a:solidFill>
              </a:rPr>
              <a:t>ALTERATIONS</a:t>
            </a:r>
          </a:p>
        </p:txBody>
      </p:sp>
      <p:sp>
        <p:nvSpPr>
          <p:cNvPr id="1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77EB549D-E018-4F97-A266-CFCA8E0BA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48640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8B968345-9FF2-4548-B814-631ACAFB2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73405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-STORAGE AND TRANSPORT">
            <a:extLst xmlns:a="http://schemas.openxmlformats.org/drawingml/2006/main">
              <a:ext uri="{FF2B5EF4-FFF2-40B4-BE49-F238E27FC236}">
                <a16:creationId xmlns:a16="http://schemas.microsoft.com/office/drawing/2014/main" id="{C44E950B-0FE1-456C-85BC-4EF530245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85787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B61"/>
                </a:solidFill>
              </a:defRPr>
            </a:pPr>
            <a:r>
              <a:rPr sz="1125" b="0" i="0">
                <a:solidFill>
                  <a:srgbClr val="667B61"/>
                </a:solidFill>
              </a:rPr>
              <a:t>STORAGE AND TRANSPORT</a:t>
            </a:r>
          </a:p>
        </p:txBody>
      </p:sp>
      <p:sp>
        <p:nvSpPr>
          <p:cNvPr id="2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15005F36-03A9-4A62-A5A8-BBBB5CEEB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26745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7C80D58D-BAB5-4F19-8C46-4E38CF00A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51510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825324116"/>
      </p:ext>
    </p:extLst>
  </p:cSld>
</p:sld>
</file>

<file path=ppt/slides/slide85.xml><?xml version="1.0" encoding="utf-8"?>
<p:sld xmlns:p="http://schemas.openxmlformats.org/presentationml/2006/main">
  <p:cSld>
    <p:bg>
      <p:bgPr>
        <a:solidFill xmlns:a="http://schemas.openxmlformats.org/drawingml/2006/main">
          <a:srgbClr val="FC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8312eccd54416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7562850" cy="10696575"/>
          </a:xfrm>
          <a:prstGeom xmlns:a="http://schemas.openxmlformats.org/drawingml/2006/main" prst="rect">
            <a:avLst/>
          </a:prstGeom>
        </p:spPr>
      </p:pic>
      <p:sp>
        <p:nvSpPr>
          <p:cNvPr id="2" name="soft-romantic-panel">
            <a:extLst xmlns:a="http://schemas.openxmlformats.org/drawingml/2006/main">
              <a:ext uri="{FF2B5EF4-FFF2-40B4-BE49-F238E27FC236}">
                <a16:creationId xmlns:a16="http://schemas.microsoft.com/office/drawing/2014/main" id="{B81D3E0C-B8DE-4BA8-979F-844F1AAA2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"/>
            <a:ext cx="6000750" cy="9429750"/>
          </a:xfrm>
          <a:prstGeom xmlns:a="http://schemas.openxmlformats.org/drawingml/2006/main" prst="roundRect">
            <a:avLst>
              <a:gd name="adj" fmla="val 1270"/>
            </a:avLst>
          </a:prstGeom>
          <a:solidFill xmlns:a="http://schemas.openxmlformats.org/drawingml/2006/main">
            <a:srgbClr val="FCF7F3"/>
          </a:solidFill>
          <a:ln xmlns:a="http://schemas.openxmlformats.org/drawingml/2006/main" w="9525">
            <a:solidFill>
              <a:srgbClr val="C79B46"/>
            </a:solidFill>
            <a:prstDash val="solid"/>
          </a:ln>
        </p:spPr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107FC9C3-F23F-4DDD-9E53-0394CF049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42950"/>
            <a:ext cx="5562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75" b="0" i="1">
                <a:solidFill>
                  <a:srgbClr val="52654E"/>
                </a:solidFill>
              </a:defRPr>
            </a:pPr>
            <a:r>
              <a:rPr sz="2475" b="0" i="1">
                <a:solidFill>
                  <a:srgbClr val="52654E"/>
                </a:solidFill>
              </a:rPr>
              <a:t>Dress Fittings</a:t>
            </a:r>
          </a:p>
        </p:txBody>
      </p:sp>
      <p:sp>
        <p:nvSpPr>
          <p:cNvPr id="4" name="page-subtitle">
            <a:extLst xmlns:a="http://schemas.openxmlformats.org/drawingml/2006/main">
              <a:ext uri="{FF2B5EF4-FFF2-40B4-BE49-F238E27FC236}">
                <a16:creationId xmlns:a16="http://schemas.microsoft.com/office/drawing/2014/main" id="{9AAABBFD-365B-4CBC-B8C5-4815F3684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219200"/>
            <a:ext cx="461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C79B46"/>
                </a:solidFill>
              </a:defRPr>
            </a:pPr>
            <a:r>
              <a:rPr sz="975" b="0" i="0">
                <a:solidFill>
                  <a:srgbClr val="C79B46"/>
                </a:solidFill>
              </a:rPr>
              <a:t>TRACK EVERY FITTING AND ALTERATION</a:t>
            </a:r>
          </a:p>
        </p:txBody>
      </p:sp>
      <p:sp>
        <p:nvSpPr>
          <p:cNvPr id="5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F2D8A7BE-82AA-4C96-857E-0859CBDE4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581150"/>
            <a:ext cx="85725" cy="857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C79B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0EB6B42-AA2B-496A-90B9-E4576784A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966787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C79B46"/>
                </a:solidFill>
              </a:defRPr>
            </a:pPr>
            <a:r>
              <a:rPr sz="750" b="0" i="0">
                <a:solidFill>
                  <a:srgbClr val="C79B46"/>
                </a:solidFill>
              </a:rPr>
              <a:t>085</a:t>
            </a:r>
          </a:p>
        </p:txBody>
      </p:sp>
      <p:sp>
        <p:nvSpPr>
          <p:cNvPr id="7" name="table-header">
            <a:extLst xmlns:a="http://schemas.openxmlformats.org/drawingml/2006/main">
              <a:ext uri="{FF2B5EF4-FFF2-40B4-BE49-F238E27FC236}">
                <a16:creationId xmlns:a16="http://schemas.microsoft.com/office/drawing/2014/main" id="{280B6F8B-22EF-4519-AC34-D3C4A8C91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57340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8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FA232100-013D-47BF-B16E-4B2999E4C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5734050" cy="5343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7B61"/>
            </a:solidFill>
            <a:prstDash val="solid"/>
          </a:ln>
        </p:spPr>
      </p:sp>
      <p:sp>
        <p:nvSpPr>
          <p:cNvPr id="9" name="table-v">
            <a:extLst xmlns:a="http://schemas.openxmlformats.org/drawingml/2006/main">
              <a:ext uri="{FF2B5EF4-FFF2-40B4-BE49-F238E27FC236}">
                <a16:creationId xmlns:a16="http://schemas.microsoft.com/office/drawing/2014/main" id="{9E2E263C-F46B-497A-998C-88CABF9FC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1210" y="2000250"/>
            <a:ext cx="6668" cy="5343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able-v">
            <a:extLst xmlns:a="http://schemas.openxmlformats.org/drawingml/2006/main">
              <a:ext uri="{FF2B5EF4-FFF2-40B4-BE49-F238E27FC236}">
                <a16:creationId xmlns:a16="http://schemas.microsoft.com/office/drawing/2014/main" id="{2A5AFB3F-742D-48FA-91B3-BADC50953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8020" y="2000250"/>
            <a:ext cx="6668" cy="5343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able-v">
            <a:extLst xmlns:a="http://schemas.openxmlformats.org/drawingml/2006/main">
              <a:ext uri="{FF2B5EF4-FFF2-40B4-BE49-F238E27FC236}">
                <a16:creationId xmlns:a16="http://schemas.microsoft.com/office/drawing/2014/main" id="{21C45AB6-3066-4FDB-9AD6-D2D3FA857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4830" y="2000250"/>
            <a:ext cx="6668" cy="5343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able-v">
            <a:extLst xmlns:a="http://schemas.openxmlformats.org/drawingml/2006/main">
              <a:ext uri="{FF2B5EF4-FFF2-40B4-BE49-F238E27FC236}">
                <a16:creationId xmlns:a16="http://schemas.microsoft.com/office/drawing/2014/main" id="{85F7DE28-EC73-45B5-B1FB-0116AF35C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1640" y="2000250"/>
            <a:ext cx="6668" cy="5343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able-h">
            <a:extLst xmlns:a="http://schemas.openxmlformats.org/drawingml/2006/main">
              <a:ext uri="{FF2B5EF4-FFF2-40B4-BE49-F238E27FC236}">
                <a16:creationId xmlns:a16="http://schemas.microsoft.com/office/drawing/2014/main" id="{F3B3E90A-DF3F-4627-BA98-ABCFA2DED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1457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able-h">
            <a:extLst xmlns:a="http://schemas.openxmlformats.org/drawingml/2006/main">
              <a:ext uri="{FF2B5EF4-FFF2-40B4-BE49-F238E27FC236}">
                <a16:creationId xmlns:a16="http://schemas.microsoft.com/office/drawing/2014/main" id="{51BBC197-5DE1-4F4C-9714-E68B0D1B3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2890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able-h">
            <a:extLst xmlns:a="http://schemas.openxmlformats.org/drawingml/2006/main">
              <a:ext uri="{FF2B5EF4-FFF2-40B4-BE49-F238E27FC236}">
                <a16:creationId xmlns:a16="http://schemas.microsoft.com/office/drawing/2014/main" id="{774152EF-4CE6-4E1E-997E-E7939C071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4322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able-h">
            <a:extLst xmlns:a="http://schemas.openxmlformats.org/drawingml/2006/main">
              <a:ext uri="{FF2B5EF4-FFF2-40B4-BE49-F238E27FC236}">
                <a16:creationId xmlns:a16="http://schemas.microsoft.com/office/drawing/2014/main" id="{C56BBA78-C0F7-497C-A799-5284865BC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5755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able-h">
            <a:extLst xmlns:a="http://schemas.openxmlformats.org/drawingml/2006/main">
              <a:ext uri="{FF2B5EF4-FFF2-40B4-BE49-F238E27FC236}">
                <a16:creationId xmlns:a16="http://schemas.microsoft.com/office/drawing/2014/main" id="{246E0DFA-E7C9-444C-AB4D-DFFFF7271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7187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able-h">
            <a:extLst xmlns:a="http://schemas.openxmlformats.org/drawingml/2006/main">
              <a:ext uri="{FF2B5EF4-FFF2-40B4-BE49-F238E27FC236}">
                <a16:creationId xmlns:a16="http://schemas.microsoft.com/office/drawing/2014/main" id="{670796A0-D556-4F11-988A-16EB9147B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8620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able-h">
            <a:extLst xmlns:a="http://schemas.openxmlformats.org/drawingml/2006/main">
              <a:ext uri="{FF2B5EF4-FFF2-40B4-BE49-F238E27FC236}">
                <a16:creationId xmlns:a16="http://schemas.microsoft.com/office/drawing/2014/main" id="{DCB7A749-370B-4B42-999F-25D4C8D25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0052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able-h">
            <a:extLst xmlns:a="http://schemas.openxmlformats.org/drawingml/2006/main">
              <a:ext uri="{FF2B5EF4-FFF2-40B4-BE49-F238E27FC236}">
                <a16:creationId xmlns:a16="http://schemas.microsoft.com/office/drawing/2014/main" id="{50CFB300-342C-4292-817C-2251C4627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1485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able-h">
            <a:extLst xmlns:a="http://schemas.openxmlformats.org/drawingml/2006/main">
              <a:ext uri="{FF2B5EF4-FFF2-40B4-BE49-F238E27FC236}">
                <a16:creationId xmlns:a16="http://schemas.microsoft.com/office/drawing/2014/main" id="{43153ABF-36B5-4DE6-A142-F3077A96E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2917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able-h">
            <a:extLst xmlns:a="http://schemas.openxmlformats.org/drawingml/2006/main">
              <a:ext uri="{FF2B5EF4-FFF2-40B4-BE49-F238E27FC236}">
                <a16:creationId xmlns:a16="http://schemas.microsoft.com/office/drawing/2014/main" id="{3FB71C23-D629-483E-A855-311AEAEC2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4350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able-h">
            <a:extLst xmlns:a="http://schemas.openxmlformats.org/drawingml/2006/main">
              <a:ext uri="{FF2B5EF4-FFF2-40B4-BE49-F238E27FC236}">
                <a16:creationId xmlns:a16="http://schemas.microsoft.com/office/drawing/2014/main" id="{EBB7B002-8A03-4891-8C67-20D9BBEE0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5782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able-h">
            <a:extLst xmlns:a="http://schemas.openxmlformats.org/drawingml/2006/main">
              <a:ext uri="{FF2B5EF4-FFF2-40B4-BE49-F238E27FC236}">
                <a16:creationId xmlns:a16="http://schemas.microsoft.com/office/drawing/2014/main" id="{850C1A2D-C04F-4A56-9D20-304C73790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7215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table-h">
            <a:extLst xmlns:a="http://schemas.openxmlformats.org/drawingml/2006/main">
              <a:ext uri="{FF2B5EF4-FFF2-40B4-BE49-F238E27FC236}">
                <a16:creationId xmlns:a16="http://schemas.microsoft.com/office/drawing/2014/main" id="{E58C668E-BF35-404A-AE7B-C7F818FB3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8647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table-h">
            <a:extLst xmlns:a="http://schemas.openxmlformats.org/drawingml/2006/main">
              <a:ext uri="{FF2B5EF4-FFF2-40B4-BE49-F238E27FC236}">
                <a16:creationId xmlns:a16="http://schemas.microsoft.com/office/drawing/2014/main" id="{BC69E680-0FD9-4137-942D-08E1E55E1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0080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table-h">
            <a:extLst xmlns:a="http://schemas.openxmlformats.org/drawingml/2006/main">
              <a:ext uri="{FF2B5EF4-FFF2-40B4-BE49-F238E27FC236}">
                <a16:creationId xmlns:a16="http://schemas.microsoft.com/office/drawing/2014/main" id="{FE20D24E-8A24-4FA2-B72A-1DDCD3404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71512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table-h">
            <a:extLst xmlns:a="http://schemas.openxmlformats.org/drawingml/2006/main">
              <a:ext uri="{FF2B5EF4-FFF2-40B4-BE49-F238E27FC236}">
                <a16:creationId xmlns:a16="http://schemas.microsoft.com/office/drawing/2014/main" id="{EDD82404-C72A-449A-9971-A17012299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02945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text-DATE">
            <a:extLst xmlns:a="http://schemas.openxmlformats.org/drawingml/2006/main">
              <a:ext uri="{FF2B5EF4-FFF2-40B4-BE49-F238E27FC236}">
                <a16:creationId xmlns:a16="http://schemas.microsoft.com/office/drawing/2014/main" id="{B95FBEDD-B9C0-4B84-B421-9D8F1B125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114681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FFFFFF"/>
                </a:solidFill>
              </a:defRPr>
            </a:pPr>
            <a:r>
              <a:rPr sz="825" b="0" i="0">
                <a:solidFill>
                  <a:srgbClr val="FFFFFF"/>
                </a:solidFill>
              </a:rPr>
              <a:t>DATE</a:t>
            </a:r>
          </a:p>
        </p:txBody>
      </p:sp>
      <p:sp>
        <p:nvSpPr>
          <p:cNvPr id="30" name="text-LOCATION">
            <a:extLst xmlns:a="http://schemas.openxmlformats.org/drawingml/2006/main">
              <a:ext uri="{FF2B5EF4-FFF2-40B4-BE49-F238E27FC236}">
                <a16:creationId xmlns:a16="http://schemas.microsoft.com/office/drawing/2014/main" id="{A4C9EBAA-02FB-443D-98B8-D07870DFA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1210" y="2000250"/>
            <a:ext cx="114681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FFFFFF"/>
                </a:solidFill>
              </a:defRPr>
            </a:pPr>
            <a:r>
              <a:rPr sz="825" b="0" i="0">
                <a:solidFill>
                  <a:srgbClr val="FFFFFF"/>
                </a:solidFill>
              </a:rPr>
              <a:t>LOCATION</a:t>
            </a:r>
          </a:p>
        </p:txBody>
      </p:sp>
      <p:sp>
        <p:nvSpPr>
          <p:cNvPr id="31" name="text-PURPOSE">
            <a:extLst xmlns:a="http://schemas.openxmlformats.org/drawingml/2006/main">
              <a:ext uri="{FF2B5EF4-FFF2-40B4-BE49-F238E27FC236}">
                <a16:creationId xmlns:a16="http://schemas.microsoft.com/office/drawing/2014/main" id="{FAB8A114-9EA9-46D8-995B-B6561D81A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8020" y="2000250"/>
            <a:ext cx="114681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FFFFFF"/>
                </a:solidFill>
              </a:defRPr>
            </a:pPr>
            <a:r>
              <a:rPr sz="825" b="0" i="0">
                <a:solidFill>
                  <a:srgbClr val="FFFFFF"/>
                </a:solidFill>
              </a:rPr>
              <a:t>PURPOSE</a:t>
            </a:r>
          </a:p>
        </p:txBody>
      </p:sp>
      <p:sp>
        <p:nvSpPr>
          <p:cNvPr id="32" name="text-PAYMENT">
            <a:extLst xmlns:a="http://schemas.openxmlformats.org/drawingml/2006/main">
              <a:ext uri="{FF2B5EF4-FFF2-40B4-BE49-F238E27FC236}">
                <a16:creationId xmlns:a16="http://schemas.microsoft.com/office/drawing/2014/main" id="{AD70C3A9-CD8D-4A0A-AD98-6BF5029DF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4830" y="2000250"/>
            <a:ext cx="114681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FFFFFF"/>
                </a:solidFill>
              </a:defRPr>
            </a:pPr>
            <a:r>
              <a:rPr sz="825" b="0" i="0">
                <a:solidFill>
                  <a:srgbClr val="FFFFFF"/>
                </a:solidFill>
              </a:rPr>
              <a:t>PAYMENT</a:t>
            </a:r>
          </a:p>
        </p:txBody>
      </p:sp>
      <p:sp>
        <p:nvSpPr>
          <p:cNvPr id="33" name="text-NOTES">
            <a:extLst xmlns:a="http://schemas.openxmlformats.org/drawingml/2006/main">
              <a:ext uri="{FF2B5EF4-FFF2-40B4-BE49-F238E27FC236}">
                <a16:creationId xmlns:a16="http://schemas.microsoft.com/office/drawing/2014/main" id="{E032FB89-7F35-49E5-9B20-D23981E87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1640" y="2000250"/>
            <a:ext cx="114681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FFFFFF"/>
                </a:solidFill>
              </a:defRPr>
            </a:pPr>
            <a:r>
              <a:rPr sz="825" b="0" i="0">
                <a:solidFill>
                  <a:srgbClr val="FFFFFF"/>
                </a:solidFill>
              </a:rPr>
              <a:t>NOTES</a:t>
            </a:r>
          </a:p>
        </p:txBody>
      </p:sp>
    </p:spTree>
    <p:extLst>
      <p:ext uri="{BB962C8B-B14F-4D97-AF65-F5344CB8AC3E}">
        <p14:creationId xmlns:p14="http://schemas.microsoft.com/office/powerpoint/2010/main" val="1315343186"/>
      </p:ext>
    </p:extLst>
  </p:cSld>
</p:sld>
</file>

<file path=ppt/slides/slide86.xml><?xml version="1.0" encoding="utf-8"?>
<p:sld xmlns:p="http://schemas.openxmlformats.org/presentationml/2006/main">
  <p:cSld>
    <p:bg>
      <p:bgPr>
        <a:solidFill xmlns:a="http://schemas.openxmlformats.org/drawingml/2006/main">
          <a:srgbClr val="FC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01c964fac44b7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7562850" cy="10696575"/>
          </a:xfrm>
          <a:prstGeom xmlns:a="http://schemas.openxmlformats.org/drawingml/2006/main" prst="rect">
            <a:avLst/>
          </a:prstGeom>
        </p:spPr>
      </p:pic>
      <p:sp>
        <p:nvSpPr>
          <p:cNvPr id="2" name="soft-romantic-panel">
            <a:extLst xmlns:a="http://schemas.openxmlformats.org/drawingml/2006/main">
              <a:ext uri="{FF2B5EF4-FFF2-40B4-BE49-F238E27FC236}">
                <a16:creationId xmlns:a16="http://schemas.microsoft.com/office/drawing/2014/main" id="{120DA6BA-363E-44D8-A0C3-392604CAE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"/>
            <a:ext cx="6000750" cy="9429750"/>
          </a:xfrm>
          <a:prstGeom xmlns:a="http://schemas.openxmlformats.org/drawingml/2006/main" prst="roundRect">
            <a:avLst>
              <a:gd name="adj" fmla="val 1270"/>
            </a:avLst>
          </a:prstGeom>
          <a:solidFill xmlns:a="http://schemas.openxmlformats.org/drawingml/2006/main">
            <a:srgbClr val="FCF7F3"/>
          </a:solidFill>
          <a:ln xmlns:a="http://schemas.openxmlformats.org/drawingml/2006/main" w="9525">
            <a:solidFill>
              <a:srgbClr val="C79B46"/>
            </a:solidFill>
            <a:prstDash val="solid"/>
          </a:ln>
        </p:spPr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47B98054-05D7-461D-B8C5-E5BE89F15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42950"/>
            <a:ext cx="5562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75" b="0" i="1">
                <a:solidFill>
                  <a:srgbClr val="52654E"/>
                </a:solidFill>
              </a:defRPr>
            </a:pPr>
            <a:r>
              <a:rPr sz="2475" b="0" i="1">
                <a:solidFill>
                  <a:srgbClr val="52654E"/>
                </a:solidFill>
              </a:rPr>
              <a:t>Accessories Checklist</a:t>
            </a:r>
          </a:p>
        </p:txBody>
      </p:sp>
      <p:sp>
        <p:nvSpPr>
          <p:cNvPr id="4" name="page-subtitle">
            <a:extLst xmlns:a="http://schemas.openxmlformats.org/drawingml/2006/main">
              <a:ext uri="{FF2B5EF4-FFF2-40B4-BE49-F238E27FC236}">
                <a16:creationId xmlns:a16="http://schemas.microsoft.com/office/drawing/2014/main" id="{4A82AC84-9376-4313-A511-A914D4C5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219200"/>
            <a:ext cx="461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C79B46"/>
                </a:solidFill>
              </a:defRPr>
            </a:pPr>
            <a:r>
              <a:rPr sz="975" b="0" i="0">
                <a:solidFill>
                  <a:srgbClr val="C79B46"/>
                </a:solidFill>
              </a:rPr>
              <a:t>TRACK WHAT IS NEEDED, ORDERED AND RETURNED</a:t>
            </a:r>
          </a:p>
        </p:txBody>
      </p:sp>
      <p:sp>
        <p:nvSpPr>
          <p:cNvPr id="5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134BCB07-1372-47AD-86F2-DC58E4EFF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581150"/>
            <a:ext cx="85725" cy="857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C79B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295C6B63-0BF5-4916-B607-E340AA047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966787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C79B46"/>
                </a:solidFill>
              </a:defRPr>
            </a:pPr>
            <a:r>
              <a:rPr sz="750" b="0" i="0">
                <a:solidFill>
                  <a:srgbClr val="C79B46"/>
                </a:solidFill>
              </a:rPr>
              <a:t>086</a:t>
            </a:r>
          </a:p>
        </p:txBody>
      </p:sp>
      <p:sp>
        <p:nvSpPr>
          <p:cNvPr id="7" name="table-header">
            <a:extLst xmlns:a="http://schemas.openxmlformats.org/drawingml/2006/main">
              <a:ext uri="{FF2B5EF4-FFF2-40B4-BE49-F238E27FC236}">
                <a16:creationId xmlns:a16="http://schemas.microsoft.com/office/drawing/2014/main" id="{EDD303F0-F175-499E-81AE-7726264CA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57340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8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6A92DD0F-7E9D-4AE3-A2C3-3356BB310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5734050" cy="6600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7B61"/>
            </a:solidFill>
            <a:prstDash val="solid"/>
          </a:ln>
        </p:spPr>
      </p:sp>
      <p:sp>
        <p:nvSpPr>
          <p:cNvPr id="9" name="table-v">
            <a:extLst xmlns:a="http://schemas.openxmlformats.org/drawingml/2006/main">
              <a:ext uri="{FF2B5EF4-FFF2-40B4-BE49-F238E27FC236}">
                <a16:creationId xmlns:a16="http://schemas.microsoft.com/office/drawing/2014/main" id="{1257D87C-032A-4426-9AA9-FDD71C54D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1210" y="2000250"/>
            <a:ext cx="6668" cy="6600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able-v">
            <a:extLst xmlns:a="http://schemas.openxmlformats.org/drawingml/2006/main">
              <a:ext uri="{FF2B5EF4-FFF2-40B4-BE49-F238E27FC236}">
                <a16:creationId xmlns:a16="http://schemas.microsoft.com/office/drawing/2014/main" id="{73967D9C-25D3-474E-ACFD-48A76173D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8020" y="2000250"/>
            <a:ext cx="6668" cy="6600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able-v">
            <a:extLst xmlns:a="http://schemas.openxmlformats.org/drawingml/2006/main">
              <a:ext uri="{FF2B5EF4-FFF2-40B4-BE49-F238E27FC236}">
                <a16:creationId xmlns:a16="http://schemas.microsoft.com/office/drawing/2014/main" id="{9E3BE080-1426-4FF4-B4C8-8D9CDAF08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4830" y="2000250"/>
            <a:ext cx="6668" cy="6600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able-v">
            <a:extLst xmlns:a="http://schemas.openxmlformats.org/drawingml/2006/main">
              <a:ext uri="{FF2B5EF4-FFF2-40B4-BE49-F238E27FC236}">
                <a16:creationId xmlns:a16="http://schemas.microsoft.com/office/drawing/2014/main" id="{9B6D7E12-5A2B-4E14-AB01-945044B73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1640" y="2000250"/>
            <a:ext cx="6668" cy="6600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able-h">
            <a:extLst xmlns:a="http://schemas.openxmlformats.org/drawingml/2006/main">
              <a:ext uri="{FF2B5EF4-FFF2-40B4-BE49-F238E27FC236}">
                <a16:creationId xmlns:a16="http://schemas.microsoft.com/office/drawing/2014/main" id="{122BBEED-879F-4220-A9D4-D4712981F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1457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able-h">
            <a:extLst xmlns:a="http://schemas.openxmlformats.org/drawingml/2006/main">
              <a:ext uri="{FF2B5EF4-FFF2-40B4-BE49-F238E27FC236}">
                <a16:creationId xmlns:a16="http://schemas.microsoft.com/office/drawing/2014/main" id="{99CE81CA-DF5E-4B46-8E92-D915DDE96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2890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able-h">
            <a:extLst xmlns:a="http://schemas.openxmlformats.org/drawingml/2006/main">
              <a:ext uri="{FF2B5EF4-FFF2-40B4-BE49-F238E27FC236}">
                <a16:creationId xmlns:a16="http://schemas.microsoft.com/office/drawing/2014/main" id="{D608B82D-6FFD-4ED0-B076-D31324FD1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4322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able-h">
            <a:extLst xmlns:a="http://schemas.openxmlformats.org/drawingml/2006/main">
              <a:ext uri="{FF2B5EF4-FFF2-40B4-BE49-F238E27FC236}">
                <a16:creationId xmlns:a16="http://schemas.microsoft.com/office/drawing/2014/main" id="{B76CF1F8-A5F4-439C-953A-E10405BB4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5755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able-h">
            <a:extLst xmlns:a="http://schemas.openxmlformats.org/drawingml/2006/main">
              <a:ext uri="{FF2B5EF4-FFF2-40B4-BE49-F238E27FC236}">
                <a16:creationId xmlns:a16="http://schemas.microsoft.com/office/drawing/2014/main" id="{276CEB96-E35D-4AC1-8C2C-76D7E9028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7187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able-h">
            <a:extLst xmlns:a="http://schemas.openxmlformats.org/drawingml/2006/main">
              <a:ext uri="{FF2B5EF4-FFF2-40B4-BE49-F238E27FC236}">
                <a16:creationId xmlns:a16="http://schemas.microsoft.com/office/drawing/2014/main" id="{1F1A3E48-6F06-4330-9C85-00771F4D4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8620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able-h">
            <a:extLst xmlns:a="http://schemas.openxmlformats.org/drawingml/2006/main">
              <a:ext uri="{FF2B5EF4-FFF2-40B4-BE49-F238E27FC236}">
                <a16:creationId xmlns:a16="http://schemas.microsoft.com/office/drawing/2014/main" id="{29B3C548-EC64-4291-A3F7-F1623F99E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0052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able-h">
            <a:extLst xmlns:a="http://schemas.openxmlformats.org/drawingml/2006/main">
              <a:ext uri="{FF2B5EF4-FFF2-40B4-BE49-F238E27FC236}">
                <a16:creationId xmlns:a16="http://schemas.microsoft.com/office/drawing/2014/main" id="{37334FAD-4BA7-4475-9B44-68DD94810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1485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able-h">
            <a:extLst xmlns:a="http://schemas.openxmlformats.org/drawingml/2006/main">
              <a:ext uri="{FF2B5EF4-FFF2-40B4-BE49-F238E27FC236}">
                <a16:creationId xmlns:a16="http://schemas.microsoft.com/office/drawing/2014/main" id="{FD87A32A-58D4-407A-B025-D08442C2E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2917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able-h">
            <a:extLst xmlns:a="http://schemas.openxmlformats.org/drawingml/2006/main">
              <a:ext uri="{FF2B5EF4-FFF2-40B4-BE49-F238E27FC236}">
                <a16:creationId xmlns:a16="http://schemas.microsoft.com/office/drawing/2014/main" id="{149106E8-1D71-4AB0-B9BB-E1B8DE3A6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4350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able-h">
            <a:extLst xmlns:a="http://schemas.openxmlformats.org/drawingml/2006/main">
              <a:ext uri="{FF2B5EF4-FFF2-40B4-BE49-F238E27FC236}">
                <a16:creationId xmlns:a16="http://schemas.microsoft.com/office/drawing/2014/main" id="{C930AC31-2283-4140-BBF3-434DA028A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5782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able-h">
            <a:extLst xmlns:a="http://schemas.openxmlformats.org/drawingml/2006/main">
              <a:ext uri="{FF2B5EF4-FFF2-40B4-BE49-F238E27FC236}">
                <a16:creationId xmlns:a16="http://schemas.microsoft.com/office/drawing/2014/main" id="{37A62A8C-1FAC-48E5-A6F6-096C7DE7F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7215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table-h">
            <a:extLst xmlns:a="http://schemas.openxmlformats.org/drawingml/2006/main">
              <a:ext uri="{FF2B5EF4-FFF2-40B4-BE49-F238E27FC236}">
                <a16:creationId xmlns:a16="http://schemas.microsoft.com/office/drawing/2014/main" id="{DA88133E-D155-4EDD-9E08-620C38369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8647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table-h">
            <a:extLst xmlns:a="http://schemas.openxmlformats.org/drawingml/2006/main">
              <a:ext uri="{FF2B5EF4-FFF2-40B4-BE49-F238E27FC236}">
                <a16:creationId xmlns:a16="http://schemas.microsoft.com/office/drawing/2014/main" id="{4AA01314-E10C-4210-8687-2488412D3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0080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table-h">
            <a:extLst xmlns:a="http://schemas.openxmlformats.org/drawingml/2006/main">
              <a:ext uri="{FF2B5EF4-FFF2-40B4-BE49-F238E27FC236}">
                <a16:creationId xmlns:a16="http://schemas.microsoft.com/office/drawing/2014/main" id="{880C2AF4-341A-4640-8687-55446CCAE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71512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table-h">
            <a:extLst xmlns:a="http://schemas.openxmlformats.org/drawingml/2006/main">
              <a:ext uri="{FF2B5EF4-FFF2-40B4-BE49-F238E27FC236}">
                <a16:creationId xmlns:a16="http://schemas.microsoft.com/office/drawing/2014/main" id="{4D309ACD-AB62-4C6E-98B9-AE3EDD156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02945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table-h">
            <a:extLst xmlns:a="http://schemas.openxmlformats.org/drawingml/2006/main">
              <a:ext uri="{FF2B5EF4-FFF2-40B4-BE49-F238E27FC236}">
                <a16:creationId xmlns:a16="http://schemas.microsoft.com/office/drawing/2014/main" id="{65D82410-F421-470B-9F3D-8B8153EE6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34377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table-h">
            <a:extLst xmlns:a="http://schemas.openxmlformats.org/drawingml/2006/main">
              <a:ext uri="{FF2B5EF4-FFF2-40B4-BE49-F238E27FC236}">
                <a16:creationId xmlns:a16="http://schemas.microsoft.com/office/drawing/2014/main" id="{F3EF07EF-C02F-47A0-B264-3243FC5ED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65810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table-h">
            <a:extLst xmlns:a="http://schemas.openxmlformats.org/drawingml/2006/main">
              <a:ext uri="{FF2B5EF4-FFF2-40B4-BE49-F238E27FC236}">
                <a16:creationId xmlns:a16="http://schemas.microsoft.com/office/drawing/2014/main" id="{F3C34D23-9621-48DE-B409-F7BB4C71A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97242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table-h">
            <a:extLst xmlns:a="http://schemas.openxmlformats.org/drawingml/2006/main">
              <a:ext uri="{FF2B5EF4-FFF2-40B4-BE49-F238E27FC236}">
                <a16:creationId xmlns:a16="http://schemas.microsoft.com/office/drawing/2014/main" id="{4A2CAC64-DE94-46AF-8D9F-9A024E23D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28675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text-ITEM">
            <a:extLst xmlns:a="http://schemas.openxmlformats.org/drawingml/2006/main">
              <a:ext uri="{FF2B5EF4-FFF2-40B4-BE49-F238E27FC236}">
                <a16:creationId xmlns:a16="http://schemas.microsoft.com/office/drawing/2014/main" id="{C97CDCE8-7248-4797-ACF1-17DD3B7AB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114681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FFFFFF"/>
                </a:solidFill>
              </a:defRPr>
            </a:pPr>
            <a:r>
              <a:rPr sz="825" b="0" i="0">
                <a:solidFill>
                  <a:srgbClr val="FFFFFF"/>
                </a:solidFill>
              </a:rPr>
              <a:t>ITEM</a:t>
            </a:r>
          </a:p>
        </p:txBody>
      </p:sp>
      <p:sp>
        <p:nvSpPr>
          <p:cNvPr id="34" name="text-QTY">
            <a:extLst xmlns:a="http://schemas.openxmlformats.org/drawingml/2006/main">
              <a:ext uri="{FF2B5EF4-FFF2-40B4-BE49-F238E27FC236}">
                <a16:creationId xmlns:a16="http://schemas.microsoft.com/office/drawing/2014/main" id="{BB8B4593-F942-46F0-97B1-4444004AC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1210" y="2000250"/>
            <a:ext cx="114681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FFFFFF"/>
                </a:solidFill>
              </a:defRPr>
            </a:pPr>
            <a:r>
              <a:rPr sz="825" b="0" i="0">
                <a:solidFill>
                  <a:srgbClr val="FFFFFF"/>
                </a:solidFill>
              </a:rPr>
              <a:t>QTY</a:t>
            </a:r>
          </a:p>
        </p:txBody>
      </p:sp>
      <p:sp>
        <p:nvSpPr>
          <p:cNvPr id="35" name="text-SOURCE">
            <a:extLst xmlns:a="http://schemas.openxmlformats.org/drawingml/2006/main">
              <a:ext uri="{FF2B5EF4-FFF2-40B4-BE49-F238E27FC236}">
                <a16:creationId xmlns:a16="http://schemas.microsoft.com/office/drawing/2014/main" id="{1A4B9A0B-AB56-4593-8622-A1D33F9F3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8020" y="2000250"/>
            <a:ext cx="114681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FFFFFF"/>
                </a:solidFill>
              </a:defRPr>
            </a:pPr>
            <a:r>
              <a:rPr sz="825" b="0" i="0">
                <a:solidFill>
                  <a:srgbClr val="FFFFFF"/>
                </a:solidFill>
              </a:rPr>
              <a:t>SOURCE</a:t>
            </a:r>
          </a:p>
        </p:txBody>
      </p:sp>
      <p:sp>
        <p:nvSpPr>
          <p:cNvPr id="36" name="text-COST">
            <a:extLst xmlns:a="http://schemas.openxmlformats.org/drawingml/2006/main">
              <a:ext uri="{FF2B5EF4-FFF2-40B4-BE49-F238E27FC236}">
                <a16:creationId xmlns:a16="http://schemas.microsoft.com/office/drawing/2014/main" id="{A0DF30F4-7AB2-492C-81B6-E4A9EDB60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4830" y="2000250"/>
            <a:ext cx="114681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FFFFFF"/>
                </a:solidFill>
              </a:defRPr>
            </a:pPr>
            <a:r>
              <a:rPr sz="825" b="0" i="0">
                <a:solidFill>
                  <a:srgbClr val="FFFFFF"/>
                </a:solidFill>
              </a:rPr>
              <a:t>COST</a:t>
            </a:r>
          </a:p>
        </p:txBody>
      </p:sp>
      <p:sp>
        <p:nvSpPr>
          <p:cNvPr id="37" name="text-STATUS">
            <a:extLst xmlns:a="http://schemas.openxmlformats.org/drawingml/2006/main">
              <a:ext uri="{FF2B5EF4-FFF2-40B4-BE49-F238E27FC236}">
                <a16:creationId xmlns:a16="http://schemas.microsoft.com/office/drawing/2014/main" id="{EB9CF243-56A0-4759-A64F-D23C1F071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1640" y="2000250"/>
            <a:ext cx="114681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FFFFFF"/>
                </a:solidFill>
              </a:defRPr>
            </a:pPr>
            <a:r>
              <a:rPr sz="825" b="0" i="0">
                <a:solidFill>
                  <a:srgbClr val="FFFFFF"/>
                </a:solidFill>
              </a:rPr>
              <a:t>STATUS</a:t>
            </a:r>
          </a:p>
        </p:txBody>
      </p:sp>
    </p:spTree>
    <p:extLst>
      <p:ext uri="{BB962C8B-B14F-4D97-AF65-F5344CB8AC3E}">
        <p14:creationId xmlns:p14="http://schemas.microsoft.com/office/powerpoint/2010/main" val="1591509826"/>
      </p:ext>
    </p:extLst>
  </p:cSld>
</p:sld>
</file>

<file path=ppt/slides/slide87.xml><?xml version="1.0" encoding="utf-8"?>
<p:sld xmlns:p="http://schemas.openxmlformats.org/presentationml/2006/main">
  <p:cSld>
    <p:bg>
      <p:bgPr>
        <a:solidFill xmlns:a="http://schemas.openxmlformats.org/drawingml/2006/main">
          <a:srgbClr val="FC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22e57864f9487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7562850" cy="10696575"/>
          </a:xfrm>
          <a:prstGeom xmlns:a="http://schemas.openxmlformats.org/drawingml/2006/main" prst="rect">
            <a:avLst/>
          </a:prstGeom>
        </p:spPr>
      </p:pic>
      <p:sp>
        <p:nvSpPr>
          <p:cNvPr id="2" name="soft-romantic-panel">
            <a:extLst xmlns:a="http://schemas.openxmlformats.org/drawingml/2006/main">
              <a:ext uri="{FF2B5EF4-FFF2-40B4-BE49-F238E27FC236}">
                <a16:creationId xmlns:a16="http://schemas.microsoft.com/office/drawing/2014/main" id="{DE2584BB-4112-467A-81AE-5749D3A68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"/>
            <a:ext cx="6000750" cy="9429750"/>
          </a:xfrm>
          <a:prstGeom xmlns:a="http://schemas.openxmlformats.org/drawingml/2006/main" prst="roundRect">
            <a:avLst>
              <a:gd name="adj" fmla="val 1270"/>
            </a:avLst>
          </a:prstGeom>
          <a:solidFill xmlns:a="http://schemas.openxmlformats.org/drawingml/2006/main">
            <a:srgbClr val="FCF7F3"/>
          </a:solidFill>
          <a:ln xmlns:a="http://schemas.openxmlformats.org/drawingml/2006/main" w="9525">
            <a:solidFill>
              <a:srgbClr val="C79B46"/>
            </a:solidFill>
            <a:prstDash val="solid"/>
          </a:ln>
        </p:spPr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94C86A1E-ED2E-4D03-8672-E8FCA5E9B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42950"/>
            <a:ext cx="5562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75" b="0" i="1">
                <a:solidFill>
                  <a:srgbClr val="52654E"/>
                </a:solidFill>
              </a:defRPr>
            </a:pPr>
            <a:r>
              <a:rPr sz="2475" b="0" i="1">
                <a:solidFill>
                  <a:srgbClr val="52654E"/>
                </a:solidFill>
              </a:rPr>
              <a:t>Beauty Timeline</a:t>
            </a:r>
          </a:p>
        </p:txBody>
      </p:sp>
      <p:sp>
        <p:nvSpPr>
          <p:cNvPr id="4" name="page-subtitle">
            <a:extLst xmlns:a="http://schemas.openxmlformats.org/drawingml/2006/main">
              <a:ext uri="{FF2B5EF4-FFF2-40B4-BE49-F238E27FC236}">
                <a16:creationId xmlns:a16="http://schemas.microsoft.com/office/drawing/2014/main" id="{08DC0653-4AB0-47FF-A7C9-72DBE5FBA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219200"/>
            <a:ext cx="461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C79B46"/>
                </a:solidFill>
              </a:defRPr>
            </a:pPr>
            <a:r>
              <a:rPr sz="975" b="0" i="0">
                <a:solidFill>
                  <a:srgbClr val="C79B46"/>
                </a:solidFill>
              </a:rPr>
              <a:t>BUILD THE SEQUENCE OF THE DAY</a:t>
            </a:r>
          </a:p>
        </p:txBody>
      </p:sp>
      <p:sp>
        <p:nvSpPr>
          <p:cNvPr id="5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351FCEDC-6EF5-4033-AFED-8AFEF8905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581150"/>
            <a:ext cx="85725" cy="857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C79B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4274E1A-4CB4-4E09-BC91-E89BCAF1F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966787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C79B46"/>
                </a:solidFill>
              </a:defRPr>
            </a:pPr>
            <a:r>
              <a:rPr sz="750" b="0" i="0">
                <a:solidFill>
                  <a:srgbClr val="C79B46"/>
                </a:solidFill>
              </a:rPr>
              <a:t>087</a:t>
            </a:r>
          </a:p>
        </p:txBody>
      </p:sp>
      <p:sp>
        <p:nvSpPr>
          <p:cNvPr id="7" name="timeline">
            <a:extLst xmlns:a="http://schemas.openxmlformats.org/drawingml/2006/main">
              <a:ext uri="{FF2B5EF4-FFF2-40B4-BE49-F238E27FC236}">
                <a16:creationId xmlns:a16="http://schemas.microsoft.com/office/drawing/2014/main" id="{0CA8E803-2B93-4232-9BCE-F8438E3F3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095500"/>
            <a:ext cx="9525" cy="657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B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imeline-dot">
            <a:extLst xmlns:a="http://schemas.openxmlformats.org/drawingml/2006/main">
              <a:ext uri="{FF2B5EF4-FFF2-40B4-BE49-F238E27FC236}">
                <a16:creationId xmlns:a16="http://schemas.microsoft.com/office/drawing/2014/main" id="{5AAA02B5-9461-4219-A318-77E2E54EB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0383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9B46"/>
          </a:solidFill>
          <a:ln xmlns:a="http://schemas.openxmlformats.org/drawingml/2006/main" w="9525">
            <a:solidFill>
              <a:srgbClr val="FCFAF7"/>
            </a:solidFill>
            <a:prstDash val="solid"/>
          </a:ln>
        </p:spPr>
      </p:sp>
      <p:sp>
        <p:nvSpPr>
          <p:cNvPr id="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3C8837C8-AB77-4CAB-AD08-467F7285C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52650"/>
            <a:ext cx="857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CONSULTATION">
            <a:extLst xmlns:a="http://schemas.openxmlformats.org/drawingml/2006/main">
              <a:ext uri="{FF2B5EF4-FFF2-40B4-BE49-F238E27FC236}">
                <a16:creationId xmlns:a16="http://schemas.microsoft.com/office/drawing/2014/main" id="{F1B1E26A-8811-48B3-8AF9-8282910AA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952625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CONSULTATION</a:t>
            </a:r>
          </a:p>
        </p:txBody>
      </p:sp>
      <p:sp>
        <p:nvSpPr>
          <p:cNvPr id="1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2792D8EF-ED73-4641-9541-5C79ECBD1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152650"/>
            <a:ext cx="1952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imeline-dot">
            <a:extLst xmlns:a="http://schemas.openxmlformats.org/drawingml/2006/main">
              <a:ext uri="{FF2B5EF4-FFF2-40B4-BE49-F238E27FC236}">
                <a16:creationId xmlns:a16="http://schemas.microsoft.com/office/drawing/2014/main" id="{F728F3E3-DDEF-4E99-8BEF-EF0356B78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13372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9B46"/>
          </a:solidFill>
          <a:ln xmlns:a="http://schemas.openxmlformats.org/drawingml/2006/main" w="9525">
            <a:solidFill>
              <a:srgbClr val="FCFAF7"/>
            </a:solidFill>
            <a:prstDash val="solid"/>
          </a:ln>
        </p:spPr>
      </p:sp>
      <p:sp>
        <p:nvSpPr>
          <p:cNvPr id="1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34572D38-D1CC-4A93-8FCA-DCCB96D45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48025"/>
            <a:ext cx="857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-HAIR TRIAL">
            <a:extLst xmlns:a="http://schemas.openxmlformats.org/drawingml/2006/main">
              <a:ext uri="{FF2B5EF4-FFF2-40B4-BE49-F238E27FC236}">
                <a16:creationId xmlns:a16="http://schemas.microsoft.com/office/drawing/2014/main" id="{5562E9D0-40FB-4636-B06F-7FF4E6931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0480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HAIR TRIAL</a:t>
            </a:r>
          </a:p>
        </p:txBody>
      </p:sp>
      <p:sp>
        <p:nvSpPr>
          <p:cNvPr id="1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C00D26F5-0289-4CD9-A583-21A5B9F30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248025"/>
            <a:ext cx="1952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imeline-dot">
            <a:extLst xmlns:a="http://schemas.openxmlformats.org/drawingml/2006/main">
              <a:ext uri="{FF2B5EF4-FFF2-40B4-BE49-F238E27FC236}">
                <a16:creationId xmlns:a16="http://schemas.microsoft.com/office/drawing/2014/main" id="{CB21DE7E-1965-4E54-BFFD-B89F2CB63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2291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9B46"/>
          </a:solidFill>
          <a:ln xmlns:a="http://schemas.openxmlformats.org/drawingml/2006/main" w="9525">
            <a:solidFill>
              <a:srgbClr val="FCFAF7"/>
            </a:solidFill>
            <a:prstDash val="solid"/>
          </a:ln>
        </p:spPr>
      </p:sp>
      <p:sp>
        <p:nvSpPr>
          <p:cNvPr id="1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3A4A1914-A7F8-4434-8860-82A19D751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43400"/>
            <a:ext cx="857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-MAKEUP TRIAL">
            <a:extLst xmlns:a="http://schemas.openxmlformats.org/drawingml/2006/main">
              <a:ext uri="{FF2B5EF4-FFF2-40B4-BE49-F238E27FC236}">
                <a16:creationId xmlns:a16="http://schemas.microsoft.com/office/drawing/2014/main" id="{F9F0FCA5-6AFD-422E-9719-E9E1B40D4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143375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MAKEUP TRIAL</a:t>
            </a:r>
          </a:p>
        </p:txBody>
      </p:sp>
      <p:sp>
        <p:nvSpPr>
          <p:cNvPr id="1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63A733A6-C83A-4E0E-877B-47F2FC000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343400"/>
            <a:ext cx="1952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imeline-dot">
            <a:extLst xmlns:a="http://schemas.openxmlformats.org/drawingml/2006/main">
              <a:ext uri="{FF2B5EF4-FFF2-40B4-BE49-F238E27FC236}">
                <a16:creationId xmlns:a16="http://schemas.microsoft.com/office/drawing/2014/main" id="{83352FA0-3561-423B-B675-2C39CF7F7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32447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9B46"/>
          </a:solidFill>
          <a:ln xmlns:a="http://schemas.openxmlformats.org/drawingml/2006/main" w="9525">
            <a:solidFill>
              <a:srgbClr val="FCFAF7"/>
            </a:solidFill>
            <a:prstDash val="solid"/>
          </a:ln>
        </p:spPr>
      </p:sp>
      <p:sp>
        <p:nvSpPr>
          <p:cNvPr id="2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4CB6F56A-3DDC-4015-84ED-9141AA8D4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438775"/>
            <a:ext cx="857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-SKIN PREPARATION">
            <a:extLst xmlns:a="http://schemas.openxmlformats.org/drawingml/2006/main">
              <a:ext uri="{FF2B5EF4-FFF2-40B4-BE49-F238E27FC236}">
                <a16:creationId xmlns:a16="http://schemas.microsoft.com/office/drawing/2014/main" id="{20FF7961-C1FE-45E6-8C66-6A9E14BE8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2387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SKIN PREPARATION</a:t>
            </a:r>
          </a:p>
        </p:txBody>
      </p:sp>
      <p:sp>
        <p:nvSpPr>
          <p:cNvPr id="2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D3CB8937-8A64-4203-A1A0-E2EC4B531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5438775"/>
            <a:ext cx="1952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imeline-dot">
            <a:extLst xmlns:a="http://schemas.openxmlformats.org/drawingml/2006/main">
              <a:ext uri="{FF2B5EF4-FFF2-40B4-BE49-F238E27FC236}">
                <a16:creationId xmlns:a16="http://schemas.microsoft.com/office/drawing/2014/main" id="{1C1880AC-B1EC-45ED-B73A-D7838DE88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64198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9B46"/>
          </a:solidFill>
          <a:ln xmlns:a="http://schemas.openxmlformats.org/drawingml/2006/main" w="9525">
            <a:solidFill>
              <a:srgbClr val="FCFAF7"/>
            </a:solidFill>
            <a:prstDash val="solid"/>
          </a:ln>
        </p:spPr>
      </p:sp>
      <p:sp>
        <p:nvSpPr>
          <p:cNvPr id="2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0784136B-8C0C-4277-82D9-7534F6308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534150"/>
            <a:ext cx="857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text-NAILS">
            <a:extLst xmlns:a="http://schemas.openxmlformats.org/drawingml/2006/main">
              <a:ext uri="{FF2B5EF4-FFF2-40B4-BE49-F238E27FC236}">
                <a16:creationId xmlns:a16="http://schemas.microsoft.com/office/drawing/2014/main" id="{3E2C4E50-98E4-4D7F-B50C-03AB28C7E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6334125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NAILS</a:t>
            </a:r>
          </a:p>
        </p:txBody>
      </p:sp>
      <p:sp>
        <p:nvSpPr>
          <p:cNvPr id="2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7365A833-2A8F-4323-841E-571546137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6534150"/>
            <a:ext cx="1952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timeline-dot">
            <a:extLst xmlns:a="http://schemas.openxmlformats.org/drawingml/2006/main">
              <a:ext uri="{FF2B5EF4-FFF2-40B4-BE49-F238E27FC236}">
                <a16:creationId xmlns:a16="http://schemas.microsoft.com/office/drawing/2014/main" id="{C52E7A0E-0A86-43A9-8833-CA55DD664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751522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9B46"/>
          </a:solidFill>
          <a:ln xmlns:a="http://schemas.openxmlformats.org/drawingml/2006/main" w="9525">
            <a:solidFill>
              <a:srgbClr val="FCFAF7"/>
            </a:solidFill>
            <a:prstDash val="solid"/>
          </a:ln>
        </p:spPr>
      </p:sp>
      <p:sp>
        <p:nvSpPr>
          <p:cNvPr id="2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DC7531CC-5020-4D1F-A03B-83B7D49C4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629525"/>
            <a:ext cx="857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text-FINAL APPOINTMENT">
            <a:extLst xmlns:a="http://schemas.openxmlformats.org/drawingml/2006/main">
              <a:ext uri="{FF2B5EF4-FFF2-40B4-BE49-F238E27FC236}">
                <a16:creationId xmlns:a16="http://schemas.microsoft.com/office/drawing/2014/main" id="{85ED6C5F-BF61-4777-9827-E8DDA4820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74295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FINAL APPOINTMENT</a:t>
            </a:r>
          </a:p>
        </p:txBody>
      </p:sp>
      <p:sp>
        <p:nvSpPr>
          <p:cNvPr id="3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5C04DEAB-719A-4BBF-88CF-9A7C0C66A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7629525"/>
            <a:ext cx="1952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timeline-dot">
            <a:extLst xmlns:a="http://schemas.openxmlformats.org/drawingml/2006/main">
              <a:ext uri="{FF2B5EF4-FFF2-40B4-BE49-F238E27FC236}">
                <a16:creationId xmlns:a16="http://schemas.microsoft.com/office/drawing/2014/main" id="{2D0C2118-008C-4984-9C1E-AFEB399BF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86106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9B46"/>
          </a:solidFill>
          <a:ln xmlns:a="http://schemas.openxmlformats.org/drawingml/2006/main" w="9525">
            <a:solidFill>
              <a:srgbClr val="FCFAF7"/>
            </a:solidFill>
            <a:prstDash val="solid"/>
          </a:ln>
        </p:spPr>
      </p:sp>
      <p:sp>
        <p:nvSpPr>
          <p:cNvPr id="3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93CB850A-DF5F-4CF7-BEAF-EBABBA53F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8724900"/>
            <a:ext cx="857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text-WEDDING-DAY SETUP">
            <a:extLst xmlns:a="http://schemas.openxmlformats.org/drawingml/2006/main">
              <a:ext uri="{FF2B5EF4-FFF2-40B4-BE49-F238E27FC236}">
                <a16:creationId xmlns:a16="http://schemas.microsoft.com/office/drawing/2014/main" id="{5FCC0A21-4CC4-4A75-B7AB-55DBEF652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8524875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WEDDING-DAY SETUP</a:t>
            </a:r>
          </a:p>
        </p:txBody>
      </p:sp>
      <p:sp>
        <p:nvSpPr>
          <p:cNvPr id="3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E9E92D46-0B10-4E44-9B09-F757EFFCE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8724900"/>
            <a:ext cx="1952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952209608"/>
      </p:ext>
    </p:extLst>
  </p:cSld>
</p:sld>
</file>

<file path=ppt/slides/slide88.xml><?xml version="1.0" encoding="utf-8"?>
<p:sld xmlns:p="http://schemas.openxmlformats.org/presentationml/2006/main">
  <p:cSld>
    <p:bg>
      <p:bgPr>
        <a:solidFill xmlns:a="http://schemas.openxmlformats.org/drawingml/2006/main">
          <a:srgbClr val="FC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6ee3763d7d495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7562850" cy="10696575"/>
          </a:xfrm>
          <a:prstGeom xmlns:a="http://schemas.openxmlformats.org/drawingml/2006/main" prst="rect">
            <a:avLst/>
          </a:prstGeom>
        </p:spPr>
      </p:pic>
      <p:sp>
        <p:nvSpPr>
          <p:cNvPr id="2" name="soft-romantic-panel">
            <a:extLst xmlns:a="http://schemas.openxmlformats.org/drawingml/2006/main">
              <a:ext uri="{FF2B5EF4-FFF2-40B4-BE49-F238E27FC236}">
                <a16:creationId xmlns:a16="http://schemas.microsoft.com/office/drawing/2014/main" id="{6CEA48D4-0BBC-47B1-897E-100BE3B5B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"/>
            <a:ext cx="6000750" cy="9429750"/>
          </a:xfrm>
          <a:prstGeom xmlns:a="http://schemas.openxmlformats.org/drawingml/2006/main" prst="roundRect">
            <a:avLst>
              <a:gd name="adj" fmla="val 1270"/>
            </a:avLst>
          </a:prstGeom>
          <a:solidFill xmlns:a="http://schemas.openxmlformats.org/drawingml/2006/main">
            <a:srgbClr val="FCF7F3"/>
          </a:solidFill>
          <a:ln xmlns:a="http://schemas.openxmlformats.org/drawingml/2006/main" w="9525">
            <a:solidFill>
              <a:srgbClr val="C79B46"/>
            </a:solidFill>
            <a:prstDash val="solid"/>
          </a:ln>
        </p:spPr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C268D59C-8D92-4559-B890-2078CC2F3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42950"/>
            <a:ext cx="5562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75" b="0" i="1">
                <a:solidFill>
                  <a:srgbClr val="52654E"/>
                </a:solidFill>
              </a:defRPr>
            </a:pPr>
            <a:r>
              <a:rPr sz="2475" b="0" i="1">
                <a:solidFill>
                  <a:srgbClr val="52654E"/>
                </a:solidFill>
              </a:rPr>
              <a:t>Ceremony Outline</a:t>
            </a:r>
          </a:p>
        </p:txBody>
      </p:sp>
      <p:sp>
        <p:nvSpPr>
          <p:cNvPr id="4" name="page-subtitle">
            <a:extLst xmlns:a="http://schemas.openxmlformats.org/drawingml/2006/main">
              <a:ext uri="{FF2B5EF4-FFF2-40B4-BE49-F238E27FC236}">
                <a16:creationId xmlns:a16="http://schemas.microsoft.com/office/drawing/2014/main" id="{3AB152DB-B03C-4709-910A-26D04ABD9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219200"/>
            <a:ext cx="461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C79B46"/>
                </a:solidFill>
              </a:defRPr>
            </a:pPr>
            <a:r>
              <a:rPr sz="975" b="0" i="0">
                <a:solidFill>
                  <a:srgbClr val="C79B46"/>
                </a:solidFill>
              </a:rPr>
              <a:t>BUILD THE SEQUENCE OF THE DAY</a:t>
            </a:r>
          </a:p>
        </p:txBody>
      </p:sp>
      <p:sp>
        <p:nvSpPr>
          <p:cNvPr id="5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072F20CD-6261-4DAF-820E-07A459ABB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581150"/>
            <a:ext cx="85725" cy="857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C79B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AEAD3B10-0275-4AB3-9EE0-B097B2C13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966787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C79B46"/>
                </a:solidFill>
              </a:defRPr>
            </a:pPr>
            <a:r>
              <a:rPr sz="750" b="0" i="0">
                <a:solidFill>
                  <a:srgbClr val="C79B46"/>
                </a:solidFill>
              </a:rPr>
              <a:t>088</a:t>
            </a:r>
          </a:p>
        </p:txBody>
      </p:sp>
      <p:sp>
        <p:nvSpPr>
          <p:cNvPr id="7" name="timeline">
            <a:extLst xmlns:a="http://schemas.openxmlformats.org/drawingml/2006/main">
              <a:ext uri="{FF2B5EF4-FFF2-40B4-BE49-F238E27FC236}">
                <a16:creationId xmlns:a16="http://schemas.microsoft.com/office/drawing/2014/main" id="{13356EC6-16B9-4160-89BF-2D425A924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095500"/>
            <a:ext cx="9525" cy="657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B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imeline-dot">
            <a:extLst xmlns:a="http://schemas.openxmlformats.org/drawingml/2006/main">
              <a:ext uri="{FF2B5EF4-FFF2-40B4-BE49-F238E27FC236}">
                <a16:creationId xmlns:a16="http://schemas.microsoft.com/office/drawing/2014/main" id="{A1238BF0-63F4-4AD4-A5BC-0762F3BDA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0383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9B46"/>
          </a:solidFill>
          <a:ln xmlns:a="http://schemas.openxmlformats.org/drawingml/2006/main" w="9525">
            <a:solidFill>
              <a:srgbClr val="FCFAF7"/>
            </a:solidFill>
            <a:prstDash val="solid"/>
          </a:ln>
        </p:spPr>
      </p:sp>
      <p:sp>
        <p:nvSpPr>
          <p:cNvPr id="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452F9ECE-15DB-421D-9438-F256E3A8E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52650"/>
            <a:ext cx="857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GUESTS SEATED">
            <a:extLst xmlns:a="http://schemas.openxmlformats.org/drawingml/2006/main">
              <a:ext uri="{FF2B5EF4-FFF2-40B4-BE49-F238E27FC236}">
                <a16:creationId xmlns:a16="http://schemas.microsoft.com/office/drawing/2014/main" id="{8D3E02D9-2DFD-4A6D-8C93-CDD984246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952625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GUESTS SEATED</a:t>
            </a:r>
          </a:p>
        </p:txBody>
      </p:sp>
      <p:sp>
        <p:nvSpPr>
          <p:cNvPr id="1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B6312219-DBE3-4A9B-8B73-EC414A970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152650"/>
            <a:ext cx="1952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imeline-dot">
            <a:extLst xmlns:a="http://schemas.openxmlformats.org/drawingml/2006/main">
              <a:ext uri="{FF2B5EF4-FFF2-40B4-BE49-F238E27FC236}">
                <a16:creationId xmlns:a16="http://schemas.microsoft.com/office/drawing/2014/main" id="{4393F151-CBA2-4E6A-9AE1-4D7B8041C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977243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9B46"/>
          </a:solidFill>
          <a:ln xmlns:a="http://schemas.openxmlformats.org/drawingml/2006/main" w="9525">
            <a:solidFill>
              <a:srgbClr val="FCFAF7"/>
            </a:solidFill>
            <a:prstDash val="solid"/>
          </a:ln>
        </p:spPr>
      </p:sp>
      <p:sp>
        <p:nvSpPr>
          <p:cNvPr id="1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461BF36F-0704-45AD-9053-76BB8008B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91543"/>
            <a:ext cx="857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-PROCESSIONAL">
            <a:extLst xmlns:a="http://schemas.openxmlformats.org/drawingml/2006/main">
              <a:ext uri="{FF2B5EF4-FFF2-40B4-BE49-F238E27FC236}">
                <a16:creationId xmlns:a16="http://schemas.microsoft.com/office/drawing/2014/main" id="{D22A1C84-477B-4EED-A9A0-6EE775CB0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891518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PROCESSIONAL</a:t>
            </a:r>
          </a:p>
        </p:txBody>
      </p:sp>
      <p:sp>
        <p:nvSpPr>
          <p:cNvPr id="1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C09C5872-EC88-494E-BF2C-EED204661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091543"/>
            <a:ext cx="1952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imeline-dot">
            <a:extLst xmlns:a="http://schemas.openxmlformats.org/drawingml/2006/main">
              <a:ext uri="{FF2B5EF4-FFF2-40B4-BE49-F238E27FC236}">
                <a16:creationId xmlns:a16="http://schemas.microsoft.com/office/drawing/2014/main" id="{98C10F1B-6616-4D4F-AD5A-916DC68C5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916136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9B46"/>
          </a:solidFill>
          <a:ln xmlns:a="http://schemas.openxmlformats.org/drawingml/2006/main" w="9525">
            <a:solidFill>
              <a:srgbClr val="FCFAF7"/>
            </a:solidFill>
            <a:prstDash val="solid"/>
          </a:ln>
        </p:spPr>
      </p:sp>
      <p:sp>
        <p:nvSpPr>
          <p:cNvPr id="1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8B96698E-1B1A-4CB4-9832-708ECA938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30436"/>
            <a:ext cx="857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-WELCOME">
            <a:extLst xmlns:a="http://schemas.openxmlformats.org/drawingml/2006/main">
              <a:ext uri="{FF2B5EF4-FFF2-40B4-BE49-F238E27FC236}">
                <a16:creationId xmlns:a16="http://schemas.microsoft.com/office/drawing/2014/main" id="{B42A1585-6173-4EC2-BC59-8F2DB27A7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830411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WELCOME</a:t>
            </a:r>
          </a:p>
        </p:txBody>
      </p:sp>
      <p:sp>
        <p:nvSpPr>
          <p:cNvPr id="1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ED43CA06-04FD-4027-9099-B81987ECB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030436"/>
            <a:ext cx="1952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imeline-dot">
            <a:extLst xmlns:a="http://schemas.openxmlformats.org/drawingml/2006/main">
              <a:ext uri="{FF2B5EF4-FFF2-40B4-BE49-F238E27FC236}">
                <a16:creationId xmlns:a16="http://schemas.microsoft.com/office/drawing/2014/main" id="{70AF9D5B-91F3-4A53-8804-FE9EA656C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855029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9B46"/>
          </a:solidFill>
          <a:ln xmlns:a="http://schemas.openxmlformats.org/drawingml/2006/main" w="9525">
            <a:solidFill>
              <a:srgbClr val="FCFAF7"/>
            </a:solidFill>
            <a:prstDash val="solid"/>
          </a:ln>
        </p:spPr>
      </p:sp>
      <p:sp>
        <p:nvSpPr>
          <p:cNvPr id="2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9C873C45-84FB-4CDF-AA93-5C3D4365D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69329"/>
            <a:ext cx="857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-READINGS">
            <a:extLst xmlns:a="http://schemas.openxmlformats.org/drawingml/2006/main">
              <a:ext uri="{FF2B5EF4-FFF2-40B4-BE49-F238E27FC236}">
                <a16:creationId xmlns:a16="http://schemas.microsoft.com/office/drawing/2014/main" id="{0508ECE1-7654-488D-8D05-219A1F682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769304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READINGS</a:t>
            </a:r>
          </a:p>
        </p:txBody>
      </p:sp>
      <p:sp>
        <p:nvSpPr>
          <p:cNvPr id="2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21F359C8-BF66-4121-B028-734AF4C51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969329"/>
            <a:ext cx="1952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imeline-dot">
            <a:extLst xmlns:a="http://schemas.openxmlformats.org/drawingml/2006/main">
              <a:ext uri="{FF2B5EF4-FFF2-40B4-BE49-F238E27FC236}">
                <a16:creationId xmlns:a16="http://schemas.microsoft.com/office/drawing/2014/main" id="{3CB4EF97-73EB-4223-97AF-40A596D28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793921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9B46"/>
          </a:solidFill>
          <a:ln xmlns:a="http://schemas.openxmlformats.org/drawingml/2006/main" w="9525">
            <a:solidFill>
              <a:srgbClr val="FCFAF7"/>
            </a:solidFill>
            <a:prstDash val="solid"/>
          </a:ln>
        </p:spPr>
      </p:sp>
      <p:sp>
        <p:nvSpPr>
          <p:cNvPr id="2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23A4D821-59E5-4E5C-9CA2-8E287DDD1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908221"/>
            <a:ext cx="857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text-VOWS">
            <a:extLst xmlns:a="http://schemas.openxmlformats.org/drawingml/2006/main">
              <a:ext uri="{FF2B5EF4-FFF2-40B4-BE49-F238E27FC236}">
                <a16:creationId xmlns:a16="http://schemas.microsoft.com/office/drawing/2014/main" id="{554C0C61-C022-4105-B2DD-465CBF3AA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708196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VOWS</a:t>
            </a:r>
          </a:p>
        </p:txBody>
      </p:sp>
      <p:sp>
        <p:nvSpPr>
          <p:cNvPr id="2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1DE10339-9FEB-4111-9C03-22BF955A3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5908221"/>
            <a:ext cx="1952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timeline-dot">
            <a:extLst xmlns:a="http://schemas.openxmlformats.org/drawingml/2006/main">
              <a:ext uri="{FF2B5EF4-FFF2-40B4-BE49-F238E27FC236}">
                <a16:creationId xmlns:a16="http://schemas.microsoft.com/office/drawing/2014/main" id="{16CAACEA-BCCC-4EFC-A9C6-A23C06BE5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6732814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9B46"/>
          </a:solidFill>
          <a:ln xmlns:a="http://schemas.openxmlformats.org/drawingml/2006/main" w="9525">
            <a:solidFill>
              <a:srgbClr val="FCFAF7"/>
            </a:solidFill>
            <a:prstDash val="solid"/>
          </a:ln>
        </p:spPr>
      </p:sp>
      <p:sp>
        <p:nvSpPr>
          <p:cNvPr id="2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E91D6F61-CEC6-49CF-886A-7ED2C80E1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847114"/>
            <a:ext cx="857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text-RINGS">
            <a:extLst xmlns:a="http://schemas.openxmlformats.org/drawingml/2006/main">
              <a:ext uri="{FF2B5EF4-FFF2-40B4-BE49-F238E27FC236}">
                <a16:creationId xmlns:a16="http://schemas.microsoft.com/office/drawing/2014/main" id="{D2EFD54E-0CE0-451E-9820-350342E3F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6647089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RINGS</a:t>
            </a:r>
          </a:p>
        </p:txBody>
      </p:sp>
      <p:sp>
        <p:nvSpPr>
          <p:cNvPr id="3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E80617C6-7218-4F38-8F64-C9EF25775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6847114"/>
            <a:ext cx="1952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timeline-dot">
            <a:extLst xmlns:a="http://schemas.openxmlformats.org/drawingml/2006/main">
              <a:ext uri="{FF2B5EF4-FFF2-40B4-BE49-F238E27FC236}">
                <a16:creationId xmlns:a16="http://schemas.microsoft.com/office/drawing/2014/main" id="{2D9A0FB9-CBF7-4DBC-A735-7C5777779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7671707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9B46"/>
          </a:solidFill>
          <a:ln xmlns:a="http://schemas.openxmlformats.org/drawingml/2006/main" w="9525">
            <a:solidFill>
              <a:srgbClr val="FCFAF7"/>
            </a:solidFill>
            <a:prstDash val="solid"/>
          </a:ln>
        </p:spPr>
      </p:sp>
      <p:sp>
        <p:nvSpPr>
          <p:cNvPr id="3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E3467E77-3786-4D4F-8799-344D4C0A4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786007"/>
            <a:ext cx="857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text-PRONOUNCEMENT">
            <a:extLst xmlns:a="http://schemas.openxmlformats.org/drawingml/2006/main">
              <a:ext uri="{FF2B5EF4-FFF2-40B4-BE49-F238E27FC236}">
                <a16:creationId xmlns:a16="http://schemas.microsoft.com/office/drawing/2014/main" id="{989BA9F7-51DE-4006-9588-3AEAAA09C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7585982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PRONOUNCEMENT</a:t>
            </a:r>
          </a:p>
        </p:txBody>
      </p:sp>
      <p:sp>
        <p:nvSpPr>
          <p:cNvPr id="3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0C56E4E9-D465-42C7-9807-D7044C03B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7786007"/>
            <a:ext cx="1952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timeline-dot">
            <a:extLst xmlns:a="http://schemas.openxmlformats.org/drawingml/2006/main">
              <a:ext uri="{FF2B5EF4-FFF2-40B4-BE49-F238E27FC236}">
                <a16:creationId xmlns:a16="http://schemas.microsoft.com/office/drawing/2014/main" id="{E11582D0-8EFB-4729-9EC0-BAED8746E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86106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9B46"/>
          </a:solidFill>
          <a:ln xmlns:a="http://schemas.openxmlformats.org/drawingml/2006/main" w="9525">
            <a:solidFill>
              <a:srgbClr val="FCFAF7"/>
            </a:solidFill>
            <a:prstDash val="solid"/>
          </a:ln>
        </p:spPr>
      </p:sp>
      <p:sp>
        <p:nvSpPr>
          <p:cNvPr id="3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0017B4B6-AD79-4187-8E10-59B7C0233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8724900"/>
            <a:ext cx="857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text-RECESSIONAL">
            <a:extLst xmlns:a="http://schemas.openxmlformats.org/drawingml/2006/main">
              <a:ext uri="{FF2B5EF4-FFF2-40B4-BE49-F238E27FC236}">
                <a16:creationId xmlns:a16="http://schemas.microsoft.com/office/drawing/2014/main" id="{B1C7300E-6FFB-4A23-9A18-FE67BCCA0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8524875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RECESSIONAL</a:t>
            </a:r>
          </a:p>
        </p:txBody>
      </p:sp>
      <p:sp>
        <p:nvSpPr>
          <p:cNvPr id="3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368BA13A-0A01-4B61-A407-BE1AFB5C9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8724900"/>
            <a:ext cx="1952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800967946"/>
      </p:ext>
    </p:extLst>
  </p:cSld>
</p:sld>
</file>

<file path=ppt/slides/slide89.xml><?xml version="1.0" encoding="utf-8"?>
<p:sld xmlns:p="http://schemas.openxmlformats.org/presentationml/2006/main">
  <p:cSld>
    <p:bg>
      <p:bgPr>
        <a:solidFill xmlns:a="http://schemas.openxmlformats.org/drawingml/2006/main">
          <a:srgbClr val="FC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fafa1d2f1c4d6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7562850" cy="10696575"/>
          </a:xfrm>
          <a:prstGeom xmlns:a="http://schemas.openxmlformats.org/drawingml/2006/main" prst="rect">
            <a:avLst/>
          </a:prstGeom>
        </p:spPr>
      </p:pic>
      <p:sp>
        <p:nvSpPr>
          <p:cNvPr id="2" name="soft-romantic-panel">
            <a:extLst xmlns:a="http://schemas.openxmlformats.org/drawingml/2006/main">
              <a:ext uri="{FF2B5EF4-FFF2-40B4-BE49-F238E27FC236}">
                <a16:creationId xmlns:a16="http://schemas.microsoft.com/office/drawing/2014/main" id="{70E2A5EF-5042-468B-9018-2CB706449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"/>
            <a:ext cx="6000750" cy="9429750"/>
          </a:xfrm>
          <a:prstGeom xmlns:a="http://schemas.openxmlformats.org/drawingml/2006/main" prst="roundRect">
            <a:avLst>
              <a:gd name="adj" fmla="val 1270"/>
            </a:avLst>
          </a:prstGeom>
          <a:solidFill xmlns:a="http://schemas.openxmlformats.org/drawingml/2006/main">
            <a:srgbClr val="FCF7F3"/>
          </a:solidFill>
          <a:ln xmlns:a="http://schemas.openxmlformats.org/drawingml/2006/main" w="9525">
            <a:solidFill>
              <a:srgbClr val="C79B46"/>
            </a:solidFill>
            <a:prstDash val="solid"/>
          </a:ln>
        </p:spPr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3CB2E9E7-43C9-459F-BA07-AD765E065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42950"/>
            <a:ext cx="5562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75" b="0" i="1">
                <a:solidFill>
                  <a:srgbClr val="52654E"/>
                </a:solidFill>
              </a:defRPr>
            </a:pPr>
            <a:r>
              <a:rPr sz="2475" b="0" i="1">
                <a:solidFill>
                  <a:srgbClr val="52654E"/>
                </a:solidFill>
              </a:rPr>
              <a:t>Ceremony Readings</a:t>
            </a:r>
          </a:p>
        </p:txBody>
      </p:sp>
      <p:sp>
        <p:nvSpPr>
          <p:cNvPr id="4" name="page-subtitle">
            <a:extLst xmlns:a="http://schemas.openxmlformats.org/drawingml/2006/main">
              <a:ext uri="{FF2B5EF4-FFF2-40B4-BE49-F238E27FC236}">
                <a16:creationId xmlns:a16="http://schemas.microsoft.com/office/drawing/2014/main" id="{F9C6F710-0946-4D45-A47E-F137EF54C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219200"/>
            <a:ext cx="461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C79B46"/>
                </a:solidFill>
              </a:defRPr>
            </a:pPr>
            <a:r>
              <a:rPr sz="975" b="0" i="0">
                <a:solidFill>
                  <a:srgbClr val="C79B46"/>
                </a:solidFill>
              </a:rPr>
              <a:t>QUESTIONS, DECISIONS AND DETAILS</a:t>
            </a:r>
          </a:p>
        </p:txBody>
      </p:sp>
      <p:sp>
        <p:nvSpPr>
          <p:cNvPr id="5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6C7ECFBC-2C09-481A-868C-67702520B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581150"/>
            <a:ext cx="85725" cy="857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C79B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0B27F70B-E0C5-4816-A897-F7B92E951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966787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C79B46"/>
                </a:solidFill>
              </a:defRPr>
            </a:pPr>
            <a:r>
              <a:rPr sz="750" b="0" i="0">
                <a:solidFill>
                  <a:srgbClr val="C79B46"/>
                </a:solidFill>
              </a:rPr>
              <a:t>089</a:t>
            </a:r>
          </a:p>
        </p:txBody>
      </p:sp>
      <p:sp>
        <p:nvSpPr>
          <p:cNvPr id="7" name="text-READING ONE">
            <a:extLst xmlns:a="http://schemas.openxmlformats.org/drawingml/2006/main">
              <a:ext uri="{FF2B5EF4-FFF2-40B4-BE49-F238E27FC236}">
                <a16:creationId xmlns:a16="http://schemas.microsoft.com/office/drawing/2014/main" id="{5D7CCF32-0033-4ECF-9ECE-108557E2E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90500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READING ONE</a:t>
            </a:r>
          </a:p>
        </p:txBody>
      </p:sp>
      <p:sp>
        <p:nvSpPr>
          <p:cNvPr id="8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1D44F670-857A-4EDE-B19B-D58CC655B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30505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458779AA-BA1D-40DA-A960-FFA743A2D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57175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8EC30FEF-13A7-4BBB-ADFF-F2FDFB99E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83845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-READING TWO">
            <a:extLst xmlns:a="http://schemas.openxmlformats.org/drawingml/2006/main">
              <a:ext uri="{FF2B5EF4-FFF2-40B4-BE49-F238E27FC236}">
                <a16:creationId xmlns:a16="http://schemas.microsoft.com/office/drawing/2014/main" id="{62343A83-BE55-4847-8B53-79764D3A0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86125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READING TWO</a:t>
            </a:r>
          </a:p>
        </p:txBody>
      </p:sp>
      <p:sp>
        <p:nvSpPr>
          <p:cNvPr id="1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6BD4B2E0-8672-49BE-B07E-94943E1CF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686175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BFA89E0C-FD39-448E-BECD-D9DB39278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952875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D6426626-6D5A-44D0-A2C8-5F9F72825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219575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-READER DETAILS">
            <a:extLst xmlns:a="http://schemas.openxmlformats.org/drawingml/2006/main">
              <a:ext uri="{FF2B5EF4-FFF2-40B4-BE49-F238E27FC236}">
                <a16:creationId xmlns:a16="http://schemas.microsoft.com/office/drawing/2014/main" id="{0F7CD759-1FCB-47F9-B581-C52C86CA8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66725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READER DETAILS</a:t>
            </a:r>
          </a:p>
        </p:txBody>
      </p:sp>
      <p:sp>
        <p:nvSpPr>
          <p:cNvPr id="1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9FB9A668-EAAA-4F0B-B1F3-9DF4F2EF4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06730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88A0283E-E4E9-4FE2-98FF-C2BC89957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33400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D19EAF11-5426-4A01-B9AC-8571DFFA9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60070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-INTRODUCTIONS">
            <a:extLst xmlns:a="http://schemas.openxmlformats.org/drawingml/2006/main">
              <a:ext uri="{FF2B5EF4-FFF2-40B4-BE49-F238E27FC236}">
                <a16:creationId xmlns:a16="http://schemas.microsoft.com/office/drawing/2014/main" id="{896C22B4-491E-40F9-9310-40D6BA23A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048375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INTRODUCTIONS</a:t>
            </a:r>
          </a:p>
        </p:txBody>
      </p:sp>
      <p:sp>
        <p:nvSpPr>
          <p:cNvPr id="2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BE83DF42-2D91-4693-855A-CE4DAEE33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448425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0401FCFC-8CB4-4E20-B5A3-D68911002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715125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DA0B7643-048B-4441-858A-95BFAAC6A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981825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ext-FINAL WORDING">
            <a:extLst xmlns:a="http://schemas.openxmlformats.org/drawingml/2006/main">
              <a:ext uri="{FF2B5EF4-FFF2-40B4-BE49-F238E27FC236}">
                <a16:creationId xmlns:a16="http://schemas.microsoft.com/office/drawing/2014/main" id="{EDDCC953-288B-4ABA-8313-D38B5857A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42950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FINAL WORDING</a:t>
            </a:r>
          </a:p>
        </p:txBody>
      </p:sp>
      <p:sp>
        <p:nvSpPr>
          <p:cNvPr id="2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9A60C3C6-B8E2-4FE9-A0AA-FCA273F18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82955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C4E54B47-3C36-44A7-8ABC-2C9B9BF0C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09625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22C3AF47-AABB-4CE2-80A0-549089857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36295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540374775"/>
      </p:ext>
    </p:extLst>
  </p:cSld>
</p:sld>
</file>

<file path=ppt/slides/slide90.xml><?xml version="1.0" encoding="utf-8"?>
<p:sld xmlns:p="http://schemas.openxmlformats.org/presentationml/2006/main">
  <p:cSld>
    <p:bg>
      <p:bgPr>
        <a:solidFill xmlns:a="http://schemas.openxmlformats.org/drawingml/2006/main">
          <a:srgbClr val="FC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9ff33c18bd404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7562850" cy="10696575"/>
          </a:xfrm>
          <a:prstGeom xmlns:a="http://schemas.openxmlformats.org/drawingml/2006/main" prst="rect">
            <a:avLst/>
          </a:prstGeom>
        </p:spPr>
      </p:pic>
      <p:sp>
        <p:nvSpPr>
          <p:cNvPr id="2" name="soft-romantic-panel">
            <a:extLst xmlns:a="http://schemas.openxmlformats.org/drawingml/2006/main">
              <a:ext uri="{FF2B5EF4-FFF2-40B4-BE49-F238E27FC236}">
                <a16:creationId xmlns:a16="http://schemas.microsoft.com/office/drawing/2014/main" id="{98BFF0F2-247A-4377-8979-DB62FF56E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"/>
            <a:ext cx="6000750" cy="9429750"/>
          </a:xfrm>
          <a:prstGeom xmlns:a="http://schemas.openxmlformats.org/drawingml/2006/main" prst="roundRect">
            <a:avLst>
              <a:gd name="adj" fmla="val 1270"/>
            </a:avLst>
          </a:prstGeom>
          <a:solidFill xmlns:a="http://schemas.openxmlformats.org/drawingml/2006/main">
            <a:srgbClr val="FCF7F3"/>
          </a:solidFill>
          <a:ln xmlns:a="http://schemas.openxmlformats.org/drawingml/2006/main" w="9525">
            <a:solidFill>
              <a:srgbClr val="C79B46"/>
            </a:solidFill>
            <a:prstDash val="solid"/>
          </a:ln>
        </p:spPr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BA8A3D41-F1A9-469F-8E42-4CB5D489D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42950"/>
            <a:ext cx="5562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75" b="0" i="1">
                <a:solidFill>
                  <a:srgbClr val="52654E"/>
                </a:solidFill>
              </a:defRPr>
            </a:pPr>
            <a:r>
              <a:rPr sz="2475" b="0" i="1">
                <a:solidFill>
                  <a:srgbClr val="52654E"/>
                </a:solidFill>
              </a:rPr>
              <a:t>Vows Draft</a:t>
            </a:r>
          </a:p>
        </p:txBody>
      </p:sp>
      <p:sp>
        <p:nvSpPr>
          <p:cNvPr id="4" name="page-subtitle">
            <a:extLst xmlns:a="http://schemas.openxmlformats.org/drawingml/2006/main">
              <a:ext uri="{FF2B5EF4-FFF2-40B4-BE49-F238E27FC236}">
                <a16:creationId xmlns:a16="http://schemas.microsoft.com/office/drawing/2014/main" id="{B57C74F6-6240-4D47-8A2E-FB9E4EF23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219200"/>
            <a:ext cx="461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C79B46"/>
                </a:solidFill>
              </a:defRPr>
            </a:pPr>
            <a:r>
              <a:rPr sz="975" b="0" i="0">
                <a:solidFill>
                  <a:srgbClr val="C79B46"/>
                </a:solidFill>
              </a:rPr>
              <a:t>WRITE FROM THE HEART</a:t>
            </a:r>
          </a:p>
        </p:txBody>
      </p:sp>
      <p:sp>
        <p:nvSpPr>
          <p:cNvPr id="5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80BE3D94-CBC4-45CE-923D-C86595844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581150"/>
            <a:ext cx="85725" cy="857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C79B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A53D463E-90CC-4F1A-A14C-8FB0D7F83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966787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C79B46"/>
                </a:solidFill>
              </a:defRPr>
            </a:pPr>
            <a:r>
              <a:rPr sz="750" b="0" i="0">
                <a:solidFill>
                  <a:srgbClr val="C79B46"/>
                </a:solidFill>
              </a:rPr>
              <a:t>090</a:t>
            </a:r>
          </a:p>
        </p:txBody>
      </p:sp>
      <p:sp>
        <p:nvSpPr>
          <p:cNvPr id="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1A65E667-2546-4D5A-A417-51363BAA7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00250"/>
            <a:ext cx="565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82EF600D-13DC-43A2-AC96-D2635F9FD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05050"/>
            <a:ext cx="565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BB96C160-C7C0-4B50-A7FB-AD322E51E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09850"/>
            <a:ext cx="565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179D8F7B-2789-427F-98BC-3E62EE711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14650"/>
            <a:ext cx="565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E0CFEB6D-79A6-49E9-9AFC-7E38E7FAA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19450"/>
            <a:ext cx="565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29966E84-8025-437F-B3C1-E50FD58EC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24250"/>
            <a:ext cx="565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8B3C32B2-EF07-4F42-B4E1-18932321B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29050"/>
            <a:ext cx="565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D323AEA3-8FF4-4E61-B879-F27633A7C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33850"/>
            <a:ext cx="565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FE6FB0A2-6207-4343-A077-8FFAEDD62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38650"/>
            <a:ext cx="565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EBD62821-FE44-4032-9F8D-2EDD12C97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43450"/>
            <a:ext cx="565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3F774895-8D83-413D-9563-8A8071BED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48250"/>
            <a:ext cx="565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83E33F39-52A6-4FFE-9E02-5581FECAF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53050"/>
            <a:ext cx="565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7B8947E8-768A-4070-8B58-613C1E28C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657850"/>
            <a:ext cx="565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78D2E17F-82A4-4D1A-9725-2FB7A5ED8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962650"/>
            <a:ext cx="565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E7B4BB0B-2F80-43AD-AC14-0F0746F38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267450"/>
            <a:ext cx="565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B1BDEE90-2EE2-437E-842D-EAFBDAA4B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572250"/>
            <a:ext cx="565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691F2D74-C889-4745-9AE9-23E861A32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877050"/>
            <a:ext cx="565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E03D97B8-9194-434F-AB35-505106964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181850"/>
            <a:ext cx="565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6E868248-85F6-4137-9EB8-4C173D5F5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486650"/>
            <a:ext cx="565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9A6B1D11-4822-4289-8456-4AFAEE88A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791450"/>
            <a:ext cx="565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0C93F488-E685-4043-9BCB-2C5D209E0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8096250"/>
            <a:ext cx="565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993032AC-664E-45DF-9B58-3843A688E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8401050"/>
            <a:ext cx="565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C5F468B5-BEFD-4B41-9272-CC5856B6D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8705850"/>
            <a:ext cx="565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096266653"/>
      </p:ext>
    </p:extLst>
  </p:cSld>
</p:sld>
</file>

<file path=ppt/slides/slide91.xml><?xml version="1.0" encoding="utf-8"?>
<p:sld xmlns:p="http://schemas.openxmlformats.org/presentationml/2006/main">
  <p:cSld>
    <p:bg>
      <p:bgPr>
        <a:solidFill xmlns:a="http://schemas.openxmlformats.org/drawingml/2006/main">
          <a:srgbClr val="FC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d54a5479a043d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7562850" cy="10696575"/>
          </a:xfrm>
          <a:prstGeom xmlns:a="http://schemas.openxmlformats.org/drawingml/2006/main" prst="rect">
            <a:avLst/>
          </a:prstGeom>
        </p:spPr>
      </p:pic>
      <p:sp>
        <p:nvSpPr>
          <p:cNvPr id="2" name="soft-romantic-panel">
            <a:extLst xmlns:a="http://schemas.openxmlformats.org/drawingml/2006/main">
              <a:ext uri="{FF2B5EF4-FFF2-40B4-BE49-F238E27FC236}">
                <a16:creationId xmlns:a16="http://schemas.microsoft.com/office/drawing/2014/main" id="{0D378C8D-43E7-43EE-A515-EFF177048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"/>
            <a:ext cx="6000750" cy="9429750"/>
          </a:xfrm>
          <a:prstGeom xmlns:a="http://schemas.openxmlformats.org/drawingml/2006/main" prst="roundRect">
            <a:avLst>
              <a:gd name="adj" fmla="val 1270"/>
            </a:avLst>
          </a:prstGeom>
          <a:solidFill xmlns:a="http://schemas.openxmlformats.org/drawingml/2006/main">
            <a:srgbClr val="FCF7F3"/>
          </a:solidFill>
          <a:ln xmlns:a="http://schemas.openxmlformats.org/drawingml/2006/main" w="9525">
            <a:solidFill>
              <a:srgbClr val="C79B46"/>
            </a:solidFill>
            <a:prstDash val="solid"/>
          </a:ln>
        </p:spPr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C50CB855-5E6E-4400-A42E-827C3C490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42950"/>
            <a:ext cx="5562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75" b="0" i="1">
                <a:solidFill>
                  <a:srgbClr val="52654E"/>
                </a:solidFill>
              </a:defRPr>
            </a:pPr>
            <a:r>
              <a:rPr sz="2475" b="0" i="1">
                <a:solidFill>
                  <a:srgbClr val="52654E"/>
                </a:solidFill>
              </a:rPr>
              <a:t>Ceremony Music</a:t>
            </a:r>
          </a:p>
        </p:txBody>
      </p:sp>
      <p:sp>
        <p:nvSpPr>
          <p:cNvPr id="4" name="page-subtitle">
            <a:extLst xmlns:a="http://schemas.openxmlformats.org/drawingml/2006/main">
              <a:ext uri="{FF2B5EF4-FFF2-40B4-BE49-F238E27FC236}">
                <a16:creationId xmlns:a16="http://schemas.microsoft.com/office/drawing/2014/main" id="{0C13F136-3269-4F7A-B52F-32A74EC7A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219200"/>
            <a:ext cx="461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C79B46"/>
                </a:solidFill>
              </a:defRPr>
            </a:pPr>
            <a:r>
              <a:rPr sz="975" b="0" i="0">
                <a:solidFill>
                  <a:srgbClr val="C79B46"/>
                </a:solidFill>
              </a:rPr>
              <a:t>QUESTIONS, DECISIONS AND DETAILS</a:t>
            </a:r>
          </a:p>
        </p:txBody>
      </p:sp>
      <p:sp>
        <p:nvSpPr>
          <p:cNvPr id="5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AA981536-F7EC-4E95-A36B-5011F662C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581150"/>
            <a:ext cx="85725" cy="857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C79B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0AFD1AA-5495-41D6-A870-8C24D34AC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966787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C79B46"/>
                </a:solidFill>
              </a:defRPr>
            </a:pPr>
            <a:r>
              <a:rPr sz="750" b="0" i="0">
                <a:solidFill>
                  <a:srgbClr val="C79B46"/>
                </a:solidFill>
              </a:rPr>
              <a:t>091</a:t>
            </a:r>
          </a:p>
        </p:txBody>
      </p:sp>
      <p:sp>
        <p:nvSpPr>
          <p:cNvPr id="7" name="text-GUEST ARRIVAL">
            <a:extLst xmlns:a="http://schemas.openxmlformats.org/drawingml/2006/main">
              <a:ext uri="{FF2B5EF4-FFF2-40B4-BE49-F238E27FC236}">
                <a16:creationId xmlns:a16="http://schemas.microsoft.com/office/drawing/2014/main" id="{492847ED-882C-442D-A395-985FA14CB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90500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GUEST ARRIVAL</a:t>
            </a:r>
          </a:p>
        </p:txBody>
      </p:sp>
      <p:sp>
        <p:nvSpPr>
          <p:cNvPr id="8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F0842041-8F4F-4431-AB0B-EADA39193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30505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5E074660-09DB-4CC1-9856-B8F7E8289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57175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3C4C1421-A0C5-4F79-A22F-54F355472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83845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-PROCESSIONAL">
            <a:extLst xmlns:a="http://schemas.openxmlformats.org/drawingml/2006/main">
              <a:ext uri="{FF2B5EF4-FFF2-40B4-BE49-F238E27FC236}">
                <a16:creationId xmlns:a16="http://schemas.microsoft.com/office/drawing/2014/main" id="{ED5AF5A2-3692-4B6D-BC52-9584D4F29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86125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PROCESSIONAL</a:t>
            </a:r>
          </a:p>
        </p:txBody>
      </p:sp>
      <p:sp>
        <p:nvSpPr>
          <p:cNvPr id="1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A69E4C55-99C9-4009-8B53-72BADB081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686175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552AB3BB-A8EB-4ADB-8484-5F7662020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952875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6BBFDD39-24F6-43FF-8F8A-102B9C442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219575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-SIGNING OR REFLECTION">
            <a:extLst xmlns:a="http://schemas.openxmlformats.org/drawingml/2006/main">
              <a:ext uri="{FF2B5EF4-FFF2-40B4-BE49-F238E27FC236}">
                <a16:creationId xmlns:a16="http://schemas.microsoft.com/office/drawing/2014/main" id="{8A7E3A49-F696-4211-BAC5-5B10A9316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66725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SIGNING OR REFLECTION</a:t>
            </a:r>
          </a:p>
        </p:txBody>
      </p:sp>
      <p:sp>
        <p:nvSpPr>
          <p:cNvPr id="1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34400F60-5EFF-4F03-80F9-CCAE8BFA2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06730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B7A291BB-411C-47B8-B5A0-2E0F02E49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33400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6520A819-410B-48AC-B9C6-F3A86969A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60070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-RECESSIONAL">
            <a:extLst xmlns:a="http://schemas.openxmlformats.org/drawingml/2006/main">
              <a:ext uri="{FF2B5EF4-FFF2-40B4-BE49-F238E27FC236}">
                <a16:creationId xmlns:a16="http://schemas.microsoft.com/office/drawing/2014/main" id="{3521614E-0B3A-4B37-B3CA-B99C1F980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048375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RECESSIONAL</a:t>
            </a:r>
          </a:p>
        </p:txBody>
      </p:sp>
      <p:sp>
        <p:nvSpPr>
          <p:cNvPr id="2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09BB8D6A-8267-41C6-AE17-5A383777B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448425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12D1877B-DAA6-43EE-8621-5705F178D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715125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68884BFA-9DD4-4A7D-8EF5-A8AFDBAE7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981825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ext-BACKUP CHOICES">
            <a:extLst xmlns:a="http://schemas.openxmlformats.org/drawingml/2006/main">
              <a:ext uri="{FF2B5EF4-FFF2-40B4-BE49-F238E27FC236}">
                <a16:creationId xmlns:a16="http://schemas.microsoft.com/office/drawing/2014/main" id="{E0110D6E-F9AC-46A1-AF90-1CCEB898E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42950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BACKUP CHOICES</a:t>
            </a:r>
          </a:p>
        </p:txBody>
      </p:sp>
      <p:sp>
        <p:nvSpPr>
          <p:cNvPr id="2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FCD37B75-237C-4078-AA57-9A331BA49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82955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9BB26300-8461-461C-950B-957E657CA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09625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C4AEAD08-F3F7-44C8-A4BF-14C7F1B7F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36295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807577620"/>
      </p:ext>
    </p:extLst>
  </p:cSld>
</p:sld>
</file>

<file path=ppt/slides/slide92.xml><?xml version="1.0" encoding="utf-8"?>
<p:sld xmlns:p="http://schemas.openxmlformats.org/presentationml/2006/main">
  <p:cSld>
    <p:bg>
      <p:bgPr>
        <a:solidFill xmlns:a="http://schemas.openxmlformats.org/drawingml/2006/main">
          <a:srgbClr val="FC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37c0e1225b42f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7562850" cy="10696575"/>
          </a:xfrm>
          <a:prstGeom xmlns:a="http://schemas.openxmlformats.org/drawingml/2006/main" prst="rect">
            <a:avLst/>
          </a:prstGeom>
        </p:spPr>
      </p:pic>
      <p:sp>
        <p:nvSpPr>
          <p:cNvPr id="2" name="soft-romantic-panel">
            <a:extLst xmlns:a="http://schemas.openxmlformats.org/drawingml/2006/main">
              <a:ext uri="{FF2B5EF4-FFF2-40B4-BE49-F238E27FC236}">
                <a16:creationId xmlns:a16="http://schemas.microsoft.com/office/drawing/2014/main" id="{78E040A4-B68F-45E5-A975-F90A5E04B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"/>
            <a:ext cx="6000750" cy="9429750"/>
          </a:xfrm>
          <a:prstGeom xmlns:a="http://schemas.openxmlformats.org/drawingml/2006/main" prst="roundRect">
            <a:avLst>
              <a:gd name="adj" fmla="val 1270"/>
            </a:avLst>
          </a:prstGeom>
          <a:solidFill xmlns:a="http://schemas.openxmlformats.org/drawingml/2006/main">
            <a:srgbClr val="FCF7F3"/>
          </a:solidFill>
          <a:ln xmlns:a="http://schemas.openxmlformats.org/drawingml/2006/main" w="9525">
            <a:solidFill>
              <a:srgbClr val="C79B46"/>
            </a:solidFill>
            <a:prstDash val="solid"/>
          </a:ln>
        </p:spPr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A11575F5-6A40-4ABB-B6A9-91D81991E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42950"/>
            <a:ext cx="5562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75" b="0" i="1">
                <a:solidFill>
                  <a:srgbClr val="52654E"/>
                </a:solidFill>
              </a:defRPr>
            </a:pPr>
            <a:r>
              <a:rPr sz="2475" b="0" i="1">
                <a:solidFill>
                  <a:srgbClr val="52654E"/>
                </a:solidFill>
              </a:rPr>
              <a:t>Reception Timeline</a:t>
            </a:r>
          </a:p>
        </p:txBody>
      </p:sp>
      <p:sp>
        <p:nvSpPr>
          <p:cNvPr id="4" name="page-subtitle">
            <a:extLst xmlns:a="http://schemas.openxmlformats.org/drawingml/2006/main">
              <a:ext uri="{FF2B5EF4-FFF2-40B4-BE49-F238E27FC236}">
                <a16:creationId xmlns:a16="http://schemas.microsoft.com/office/drawing/2014/main" id="{C050712B-CC6D-4663-8869-7B985F9D6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219200"/>
            <a:ext cx="461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C79B46"/>
                </a:solidFill>
              </a:defRPr>
            </a:pPr>
            <a:r>
              <a:rPr sz="975" b="0" i="0">
                <a:solidFill>
                  <a:srgbClr val="C79B46"/>
                </a:solidFill>
              </a:rPr>
              <a:t>BUILD THE SEQUENCE OF THE DAY</a:t>
            </a:r>
          </a:p>
        </p:txBody>
      </p:sp>
      <p:sp>
        <p:nvSpPr>
          <p:cNvPr id="5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7CD80CC5-8F50-48B1-B571-2BF36CCBF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581150"/>
            <a:ext cx="85725" cy="857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C79B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C5A2D71-4C95-4CE3-B0B3-BCBD40025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966787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C79B46"/>
                </a:solidFill>
              </a:defRPr>
            </a:pPr>
            <a:r>
              <a:rPr sz="750" b="0" i="0">
                <a:solidFill>
                  <a:srgbClr val="C79B46"/>
                </a:solidFill>
              </a:rPr>
              <a:t>092</a:t>
            </a:r>
          </a:p>
        </p:txBody>
      </p:sp>
      <p:sp>
        <p:nvSpPr>
          <p:cNvPr id="7" name="timeline">
            <a:extLst xmlns:a="http://schemas.openxmlformats.org/drawingml/2006/main">
              <a:ext uri="{FF2B5EF4-FFF2-40B4-BE49-F238E27FC236}">
                <a16:creationId xmlns:a16="http://schemas.microsoft.com/office/drawing/2014/main" id="{48C213CD-FA49-4710-A417-234F3E84B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095500"/>
            <a:ext cx="9525" cy="657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B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imeline-dot">
            <a:extLst xmlns:a="http://schemas.openxmlformats.org/drawingml/2006/main">
              <a:ext uri="{FF2B5EF4-FFF2-40B4-BE49-F238E27FC236}">
                <a16:creationId xmlns:a16="http://schemas.microsoft.com/office/drawing/2014/main" id="{B04AFFA6-84E3-4A2E-AC44-F41041474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0383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9B46"/>
          </a:solidFill>
          <a:ln xmlns:a="http://schemas.openxmlformats.org/drawingml/2006/main" w="9525">
            <a:solidFill>
              <a:srgbClr val="FCFAF7"/>
            </a:solidFill>
            <a:prstDash val="solid"/>
          </a:ln>
        </p:spPr>
      </p:sp>
      <p:sp>
        <p:nvSpPr>
          <p:cNvPr id="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BBD396A9-BDDC-45BA-8395-9287DF7CC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52650"/>
            <a:ext cx="857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GUEST ARRIVAL">
            <a:extLst xmlns:a="http://schemas.openxmlformats.org/drawingml/2006/main">
              <a:ext uri="{FF2B5EF4-FFF2-40B4-BE49-F238E27FC236}">
                <a16:creationId xmlns:a16="http://schemas.microsoft.com/office/drawing/2014/main" id="{A88F386D-F3E8-47C0-A6BA-6C3FE609E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952625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GUEST ARRIVAL</a:t>
            </a:r>
          </a:p>
        </p:txBody>
      </p:sp>
      <p:sp>
        <p:nvSpPr>
          <p:cNvPr id="1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041E0B78-7349-42C6-A4C4-CAD829D95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152650"/>
            <a:ext cx="1952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imeline-dot">
            <a:extLst xmlns:a="http://schemas.openxmlformats.org/drawingml/2006/main">
              <a:ext uri="{FF2B5EF4-FFF2-40B4-BE49-F238E27FC236}">
                <a16:creationId xmlns:a16="http://schemas.microsoft.com/office/drawing/2014/main" id="{F963DF94-98D9-4100-B783-6FBAE503A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977243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9B46"/>
          </a:solidFill>
          <a:ln xmlns:a="http://schemas.openxmlformats.org/drawingml/2006/main" w="9525">
            <a:solidFill>
              <a:srgbClr val="FCFAF7"/>
            </a:solidFill>
            <a:prstDash val="solid"/>
          </a:ln>
        </p:spPr>
      </p:sp>
      <p:sp>
        <p:nvSpPr>
          <p:cNvPr id="1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15FCA4D1-FA7B-4668-B74B-FA2AE2205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91543"/>
            <a:ext cx="857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-COUPLE ENTRANCE">
            <a:extLst xmlns:a="http://schemas.openxmlformats.org/drawingml/2006/main">
              <a:ext uri="{FF2B5EF4-FFF2-40B4-BE49-F238E27FC236}">
                <a16:creationId xmlns:a16="http://schemas.microsoft.com/office/drawing/2014/main" id="{273C76E8-8FF1-426F-A530-A8DA2FCD0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891518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COUPLE ENTRANCE</a:t>
            </a:r>
          </a:p>
        </p:txBody>
      </p:sp>
      <p:sp>
        <p:nvSpPr>
          <p:cNvPr id="1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91886DCE-A6C4-4039-AB77-E3542253A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091543"/>
            <a:ext cx="1952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imeline-dot">
            <a:extLst xmlns:a="http://schemas.openxmlformats.org/drawingml/2006/main">
              <a:ext uri="{FF2B5EF4-FFF2-40B4-BE49-F238E27FC236}">
                <a16:creationId xmlns:a16="http://schemas.microsoft.com/office/drawing/2014/main" id="{5577AAC5-2412-4F9E-9D15-E5C6D3CB1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916136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9B46"/>
          </a:solidFill>
          <a:ln xmlns:a="http://schemas.openxmlformats.org/drawingml/2006/main" w="9525">
            <a:solidFill>
              <a:srgbClr val="FCFAF7"/>
            </a:solidFill>
            <a:prstDash val="solid"/>
          </a:ln>
        </p:spPr>
      </p:sp>
      <p:sp>
        <p:nvSpPr>
          <p:cNvPr id="1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B49E7E2C-C658-4C45-86BA-F6E132F9F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30436"/>
            <a:ext cx="857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-DINNER">
            <a:extLst xmlns:a="http://schemas.openxmlformats.org/drawingml/2006/main">
              <a:ext uri="{FF2B5EF4-FFF2-40B4-BE49-F238E27FC236}">
                <a16:creationId xmlns:a16="http://schemas.microsoft.com/office/drawing/2014/main" id="{4F1BBF48-B404-4676-B5E1-1AF4B4ED6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830411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DINNER</a:t>
            </a:r>
          </a:p>
        </p:txBody>
      </p:sp>
      <p:sp>
        <p:nvSpPr>
          <p:cNvPr id="1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DEDB66C9-C0D9-4060-8DCA-0A1EE8713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030436"/>
            <a:ext cx="1952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imeline-dot">
            <a:extLst xmlns:a="http://schemas.openxmlformats.org/drawingml/2006/main">
              <a:ext uri="{FF2B5EF4-FFF2-40B4-BE49-F238E27FC236}">
                <a16:creationId xmlns:a16="http://schemas.microsoft.com/office/drawing/2014/main" id="{449833A9-A111-460B-9ABE-D0A8A3533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855029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9B46"/>
          </a:solidFill>
          <a:ln xmlns:a="http://schemas.openxmlformats.org/drawingml/2006/main" w="9525">
            <a:solidFill>
              <a:srgbClr val="FCFAF7"/>
            </a:solidFill>
            <a:prstDash val="solid"/>
          </a:ln>
        </p:spPr>
      </p:sp>
      <p:sp>
        <p:nvSpPr>
          <p:cNvPr id="2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2527653F-C050-4684-9799-1A284331A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69329"/>
            <a:ext cx="857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-SPEECHES">
            <a:extLst xmlns:a="http://schemas.openxmlformats.org/drawingml/2006/main">
              <a:ext uri="{FF2B5EF4-FFF2-40B4-BE49-F238E27FC236}">
                <a16:creationId xmlns:a16="http://schemas.microsoft.com/office/drawing/2014/main" id="{21C86505-86FE-41E3-A394-0688D911A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769304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SPEECHES</a:t>
            </a:r>
          </a:p>
        </p:txBody>
      </p:sp>
      <p:sp>
        <p:nvSpPr>
          <p:cNvPr id="2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1E9DC0EA-2F04-4C86-B93C-CE5B4EBEC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969329"/>
            <a:ext cx="1952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imeline-dot">
            <a:extLst xmlns:a="http://schemas.openxmlformats.org/drawingml/2006/main">
              <a:ext uri="{FF2B5EF4-FFF2-40B4-BE49-F238E27FC236}">
                <a16:creationId xmlns:a16="http://schemas.microsoft.com/office/drawing/2014/main" id="{57380623-7D66-4DC1-B851-FD3E6B677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793921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9B46"/>
          </a:solidFill>
          <a:ln xmlns:a="http://schemas.openxmlformats.org/drawingml/2006/main" w="9525">
            <a:solidFill>
              <a:srgbClr val="FCFAF7"/>
            </a:solidFill>
            <a:prstDash val="solid"/>
          </a:ln>
        </p:spPr>
      </p:sp>
      <p:sp>
        <p:nvSpPr>
          <p:cNvPr id="2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9C3FDC9A-AC38-4CFB-A5EA-D044F4D98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908221"/>
            <a:ext cx="857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text-CAKE CUTTING">
            <a:extLst xmlns:a="http://schemas.openxmlformats.org/drawingml/2006/main">
              <a:ext uri="{FF2B5EF4-FFF2-40B4-BE49-F238E27FC236}">
                <a16:creationId xmlns:a16="http://schemas.microsoft.com/office/drawing/2014/main" id="{EB7E49CF-D17F-44F5-97A6-26B601CEB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708196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CAKE CUTTING</a:t>
            </a:r>
          </a:p>
        </p:txBody>
      </p:sp>
      <p:sp>
        <p:nvSpPr>
          <p:cNvPr id="2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D4A6BB21-69FE-4358-AAA8-5E9E34DCE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5908221"/>
            <a:ext cx="1952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timeline-dot">
            <a:extLst xmlns:a="http://schemas.openxmlformats.org/drawingml/2006/main">
              <a:ext uri="{FF2B5EF4-FFF2-40B4-BE49-F238E27FC236}">
                <a16:creationId xmlns:a16="http://schemas.microsoft.com/office/drawing/2014/main" id="{D5848D9E-A23D-4A12-91EC-F26F8EBA4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6732814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9B46"/>
          </a:solidFill>
          <a:ln xmlns:a="http://schemas.openxmlformats.org/drawingml/2006/main" w="9525">
            <a:solidFill>
              <a:srgbClr val="FCFAF7"/>
            </a:solidFill>
            <a:prstDash val="solid"/>
          </a:ln>
        </p:spPr>
      </p:sp>
      <p:sp>
        <p:nvSpPr>
          <p:cNvPr id="2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8C366F45-1EE5-42F5-A277-4617BFCB1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847114"/>
            <a:ext cx="857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text-FIRST DANCE">
            <a:extLst xmlns:a="http://schemas.openxmlformats.org/drawingml/2006/main">
              <a:ext uri="{FF2B5EF4-FFF2-40B4-BE49-F238E27FC236}">
                <a16:creationId xmlns:a16="http://schemas.microsoft.com/office/drawing/2014/main" id="{8DF0AB11-46B4-4FDE-BCAA-702B07ECC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6647089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FIRST DANCE</a:t>
            </a:r>
          </a:p>
        </p:txBody>
      </p:sp>
      <p:sp>
        <p:nvSpPr>
          <p:cNvPr id="3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337B80CF-B6F9-4019-97E7-F22E9EADE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6847114"/>
            <a:ext cx="1952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timeline-dot">
            <a:extLst xmlns:a="http://schemas.openxmlformats.org/drawingml/2006/main">
              <a:ext uri="{FF2B5EF4-FFF2-40B4-BE49-F238E27FC236}">
                <a16:creationId xmlns:a16="http://schemas.microsoft.com/office/drawing/2014/main" id="{1C32ED56-A022-4E12-B463-B6F847223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7671707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9B46"/>
          </a:solidFill>
          <a:ln xmlns:a="http://schemas.openxmlformats.org/drawingml/2006/main" w="9525">
            <a:solidFill>
              <a:srgbClr val="FCFAF7"/>
            </a:solidFill>
            <a:prstDash val="solid"/>
          </a:ln>
        </p:spPr>
      </p:sp>
      <p:sp>
        <p:nvSpPr>
          <p:cNvPr id="3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B5CB1D5A-07AD-4C39-A4A1-5E9D03B8F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786007"/>
            <a:ext cx="857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text-OPEN DANCE FLOOR">
            <a:extLst xmlns:a="http://schemas.openxmlformats.org/drawingml/2006/main">
              <a:ext uri="{FF2B5EF4-FFF2-40B4-BE49-F238E27FC236}">
                <a16:creationId xmlns:a16="http://schemas.microsoft.com/office/drawing/2014/main" id="{423D0234-F0E3-429E-8A99-95ECEB4A7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7585982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OPEN DANCE FLOOR</a:t>
            </a:r>
          </a:p>
        </p:txBody>
      </p:sp>
      <p:sp>
        <p:nvSpPr>
          <p:cNvPr id="3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E7AD5591-0E6A-46AE-92BE-2ED8F4538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7786007"/>
            <a:ext cx="1952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timeline-dot">
            <a:extLst xmlns:a="http://schemas.openxmlformats.org/drawingml/2006/main">
              <a:ext uri="{FF2B5EF4-FFF2-40B4-BE49-F238E27FC236}">
                <a16:creationId xmlns:a16="http://schemas.microsoft.com/office/drawing/2014/main" id="{2A015D44-FB69-4BD1-BBC4-0EF2ACE69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86106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9B46"/>
          </a:solidFill>
          <a:ln xmlns:a="http://schemas.openxmlformats.org/drawingml/2006/main" w="9525">
            <a:solidFill>
              <a:srgbClr val="FCFAF7"/>
            </a:solidFill>
            <a:prstDash val="solid"/>
          </a:ln>
        </p:spPr>
      </p:sp>
      <p:sp>
        <p:nvSpPr>
          <p:cNvPr id="3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9283B7FA-96F1-48B1-82C6-8BC943AA7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8724900"/>
            <a:ext cx="857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text-SEND-OFF">
            <a:extLst xmlns:a="http://schemas.openxmlformats.org/drawingml/2006/main">
              <a:ext uri="{FF2B5EF4-FFF2-40B4-BE49-F238E27FC236}">
                <a16:creationId xmlns:a16="http://schemas.microsoft.com/office/drawing/2014/main" id="{C4F5CC2F-3409-449E-BE8A-FFB531A0C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8524875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SEND-OFF</a:t>
            </a:r>
          </a:p>
        </p:txBody>
      </p:sp>
      <p:sp>
        <p:nvSpPr>
          <p:cNvPr id="3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F6D94A4A-420D-40B5-85E8-FB9AD168B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8724900"/>
            <a:ext cx="1952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833121078"/>
      </p:ext>
    </p:extLst>
  </p:cSld>
</p:sld>
</file>

<file path=ppt/slides/slide93.xml><?xml version="1.0" encoding="utf-8"?>
<p:sld xmlns:p="http://schemas.openxmlformats.org/presentationml/2006/main">
  <p:cSld>
    <p:bg>
      <p:bgPr>
        <a:solidFill xmlns:a="http://schemas.openxmlformats.org/drawingml/2006/main">
          <a:srgbClr val="FC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e7147639c84b3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7562850" cy="10696575"/>
          </a:xfrm>
          <a:prstGeom xmlns:a="http://schemas.openxmlformats.org/drawingml/2006/main" prst="rect">
            <a:avLst/>
          </a:prstGeom>
        </p:spPr>
      </p:pic>
      <p:sp>
        <p:nvSpPr>
          <p:cNvPr id="2" name="soft-romantic-panel">
            <a:extLst xmlns:a="http://schemas.openxmlformats.org/drawingml/2006/main">
              <a:ext uri="{FF2B5EF4-FFF2-40B4-BE49-F238E27FC236}">
                <a16:creationId xmlns:a16="http://schemas.microsoft.com/office/drawing/2014/main" id="{04FE3048-4559-405B-AEF9-24B4F3AA5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"/>
            <a:ext cx="6000750" cy="9429750"/>
          </a:xfrm>
          <a:prstGeom xmlns:a="http://schemas.openxmlformats.org/drawingml/2006/main" prst="roundRect">
            <a:avLst>
              <a:gd name="adj" fmla="val 1270"/>
            </a:avLst>
          </a:prstGeom>
          <a:solidFill xmlns:a="http://schemas.openxmlformats.org/drawingml/2006/main">
            <a:srgbClr val="FCF7F3"/>
          </a:solidFill>
          <a:ln xmlns:a="http://schemas.openxmlformats.org/drawingml/2006/main" w="9525">
            <a:solidFill>
              <a:srgbClr val="C79B46"/>
            </a:solidFill>
            <a:prstDash val="solid"/>
          </a:ln>
        </p:spPr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31B585CF-11F5-4F0F-85BB-E0B59BA2A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42950"/>
            <a:ext cx="5562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75" b="0" i="1">
                <a:solidFill>
                  <a:srgbClr val="52654E"/>
                </a:solidFill>
              </a:defRPr>
            </a:pPr>
            <a:r>
              <a:rPr sz="2475" b="0" i="1">
                <a:solidFill>
                  <a:srgbClr val="52654E"/>
                </a:solidFill>
              </a:rPr>
              <a:t>Seating Details</a:t>
            </a:r>
          </a:p>
        </p:txBody>
      </p:sp>
      <p:sp>
        <p:nvSpPr>
          <p:cNvPr id="4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76C33508-6F93-4E74-8DB3-86E7FB5F7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581150"/>
            <a:ext cx="85725" cy="857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C79B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26B53F6-7768-4C2B-8041-FF4A832D7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966787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C79B46"/>
                </a:solidFill>
              </a:defRPr>
            </a:pPr>
            <a:r>
              <a:rPr sz="750" b="0" i="0">
                <a:solidFill>
                  <a:srgbClr val="C79B46"/>
                </a:solidFill>
              </a:rPr>
              <a:t>093</a:t>
            </a:r>
          </a:p>
        </p:txBody>
      </p:sp>
      <p:sp>
        <p:nvSpPr>
          <p:cNvPr id="6" name="text-SWEETHEART OR HEAD TABLE">
            <a:extLst xmlns:a="http://schemas.openxmlformats.org/drawingml/2006/main">
              <a:ext uri="{FF2B5EF4-FFF2-40B4-BE49-F238E27FC236}">
                <a16:creationId xmlns:a16="http://schemas.microsoft.com/office/drawing/2014/main" id="{A2F08246-D203-455C-9EF0-DDCE240C2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95262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B61"/>
                </a:solidFill>
              </a:defRPr>
            </a:pPr>
            <a:r>
              <a:rPr sz="1125" b="0" i="0">
                <a:solidFill>
                  <a:srgbClr val="667B61"/>
                </a:solidFill>
              </a:rPr>
              <a:t>SWEETHEART OR HEAD TABLE</a:t>
            </a:r>
          </a:p>
        </p:txBody>
      </p:sp>
      <p:sp>
        <p:nvSpPr>
          <p:cNvPr id="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12182BD8-7B0F-43EB-B8C5-94606A847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36220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4528C748-E4C6-407F-B0D6-802115E89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60985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-FAMILY PLACEMENT">
            <a:extLst xmlns:a="http://schemas.openxmlformats.org/drawingml/2006/main">
              <a:ext uri="{FF2B5EF4-FFF2-40B4-BE49-F238E27FC236}">
                <a16:creationId xmlns:a16="http://schemas.microsoft.com/office/drawing/2014/main" id="{4369A918-0686-4779-864C-A5CBD2A16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73367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B61"/>
                </a:solidFill>
              </a:defRPr>
            </a:pPr>
            <a:r>
              <a:rPr sz="1125" b="0" i="0">
                <a:solidFill>
                  <a:srgbClr val="667B61"/>
                </a:solidFill>
              </a:rPr>
              <a:t>FAMILY PLACEMENT</a:t>
            </a:r>
          </a:p>
        </p:txBody>
      </p:sp>
      <p:sp>
        <p:nvSpPr>
          <p:cNvPr id="1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671608D7-6A9D-419C-A2BD-4F6C8550C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14325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3234BC97-99C5-4C0B-A93B-6913A955E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39090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-WEDDING PARTY SEATING">
            <a:extLst xmlns:a="http://schemas.openxmlformats.org/drawingml/2006/main">
              <a:ext uri="{FF2B5EF4-FFF2-40B4-BE49-F238E27FC236}">
                <a16:creationId xmlns:a16="http://schemas.microsoft.com/office/drawing/2014/main" id="{DCD22D2F-8EE3-47BA-B1E0-647CA01EA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51472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B61"/>
                </a:solidFill>
              </a:defRPr>
            </a:pPr>
            <a:r>
              <a:rPr sz="1125" b="0" i="0">
                <a:solidFill>
                  <a:srgbClr val="667B61"/>
                </a:solidFill>
              </a:rPr>
              <a:t>WEDDING PARTY SEATING</a:t>
            </a:r>
          </a:p>
        </p:txBody>
      </p:sp>
      <p:sp>
        <p:nvSpPr>
          <p:cNvPr id="1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5EBDBEBA-5531-4441-AEEA-2914E5DDC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92430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469CE532-77F4-4DFF-95EA-91DA9070F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17195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-CHILDREN AND HIGH CHAIRS">
            <a:extLst xmlns:a="http://schemas.openxmlformats.org/drawingml/2006/main">
              <a:ext uri="{FF2B5EF4-FFF2-40B4-BE49-F238E27FC236}">
                <a16:creationId xmlns:a16="http://schemas.microsoft.com/office/drawing/2014/main" id="{4E9DE283-103A-46EF-9DDC-1192769EF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29577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B61"/>
                </a:solidFill>
              </a:defRPr>
            </a:pPr>
            <a:r>
              <a:rPr sz="1125" b="0" i="0">
                <a:solidFill>
                  <a:srgbClr val="667B61"/>
                </a:solidFill>
              </a:rPr>
              <a:t>CHILDREN AND HIGH CHAIRS</a:t>
            </a:r>
          </a:p>
        </p:txBody>
      </p:sp>
      <p:sp>
        <p:nvSpPr>
          <p:cNvPr id="1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4690B9EF-5F79-4EC8-9611-B76D5AE8B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70535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3922F2AA-179B-4E58-BF7B-B7420B2DC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95300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-ACCESSIBILITY">
            <a:extLst xmlns:a="http://schemas.openxmlformats.org/drawingml/2006/main">
              <a:ext uri="{FF2B5EF4-FFF2-40B4-BE49-F238E27FC236}">
                <a16:creationId xmlns:a16="http://schemas.microsoft.com/office/drawing/2014/main" id="{38D1D0D8-BA69-4C57-B989-974576F9A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07682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B61"/>
                </a:solidFill>
              </a:defRPr>
            </a:pPr>
            <a:r>
              <a:rPr sz="1125" b="0" i="0">
                <a:solidFill>
                  <a:srgbClr val="667B61"/>
                </a:solidFill>
              </a:rPr>
              <a:t>ACCESSIBILITY</a:t>
            </a:r>
          </a:p>
        </p:txBody>
      </p:sp>
      <p:sp>
        <p:nvSpPr>
          <p:cNvPr id="1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BFC04706-A8D6-4B54-A6CD-4663582BC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48640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9DBC5ACE-5241-4F1F-AADD-0AB388838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73405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-FINAL SEATING NOTES">
            <a:extLst xmlns:a="http://schemas.openxmlformats.org/drawingml/2006/main">
              <a:ext uri="{FF2B5EF4-FFF2-40B4-BE49-F238E27FC236}">
                <a16:creationId xmlns:a16="http://schemas.microsoft.com/office/drawing/2014/main" id="{674322C4-6212-4994-8B77-BA551783A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85787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B61"/>
                </a:solidFill>
              </a:defRPr>
            </a:pPr>
            <a:r>
              <a:rPr sz="1125" b="0" i="0">
                <a:solidFill>
                  <a:srgbClr val="667B61"/>
                </a:solidFill>
              </a:rPr>
              <a:t>FINAL SEATING NOTES</a:t>
            </a:r>
          </a:p>
        </p:txBody>
      </p:sp>
      <p:sp>
        <p:nvSpPr>
          <p:cNvPr id="2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AECD3866-DDCA-4B09-9773-D5984EF8D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26745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1F276EFB-32F9-42E1-B113-55A915A54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51510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58948925"/>
      </p:ext>
    </p:extLst>
  </p:cSld>
</p:sld>
</file>

<file path=ppt/slides/slide94.xml><?xml version="1.0" encoding="utf-8"?>
<p:sld xmlns:p="http://schemas.openxmlformats.org/presentationml/2006/main">
  <p:cSld>
    <p:bg>
      <p:bgPr>
        <a:solidFill xmlns:a="http://schemas.openxmlformats.org/drawingml/2006/main">
          <a:srgbClr val="FC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1d8bef8be24aa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7562850" cy="10696575"/>
          </a:xfrm>
          <a:prstGeom xmlns:a="http://schemas.openxmlformats.org/drawingml/2006/main" prst="rect">
            <a:avLst/>
          </a:prstGeom>
        </p:spPr>
      </p:pic>
      <p:sp>
        <p:nvSpPr>
          <p:cNvPr id="2" name="soft-romantic-panel">
            <a:extLst xmlns:a="http://schemas.openxmlformats.org/drawingml/2006/main">
              <a:ext uri="{FF2B5EF4-FFF2-40B4-BE49-F238E27FC236}">
                <a16:creationId xmlns:a16="http://schemas.microsoft.com/office/drawing/2014/main" id="{71A2730D-9BEA-49DF-8C36-6B7E4A967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"/>
            <a:ext cx="6000750" cy="9429750"/>
          </a:xfrm>
          <a:prstGeom xmlns:a="http://schemas.openxmlformats.org/drawingml/2006/main" prst="roundRect">
            <a:avLst>
              <a:gd name="adj" fmla="val 1270"/>
            </a:avLst>
          </a:prstGeom>
          <a:solidFill xmlns:a="http://schemas.openxmlformats.org/drawingml/2006/main">
            <a:srgbClr val="FCF7F3"/>
          </a:solidFill>
          <a:ln xmlns:a="http://schemas.openxmlformats.org/drawingml/2006/main" w="9525">
            <a:solidFill>
              <a:srgbClr val="C79B46"/>
            </a:solidFill>
            <a:prstDash val="solid"/>
          </a:ln>
        </p:spPr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981D9A58-4097-4906-B9E5-5EEED9E25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42950"/>
            <a:ext cx="5562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75" b="0" i="1">
                <a:solidFill>
                  <a:srgbClr val="52654E"/>
                </a:solidFill>
              </a:defRPr>
            </a:pPr>
            <a:r>
              <a:rPr sz="2475" b="0" i="1">
                <a:solidFill>
                  <a:srgbClr val="52654E"/>
                </a:solidFill>
              </a:rPr>
              <a:t>Décor Inventory</a:t>
            </a:r>
          </a:p>
        </p:txBody>
      </p:sp>
      <p:sp>
        <p:nvSpPr>
          <p:cNvPr id="4" name="page-subtitle">
            <a:extLst xmlns:a="http://schemas.openxmlformats.org/drawingml/2006/main">
              <a:ext uri="{FF2B5EF4-FFF2-40B4-BE49-F238E27FC236}">
                <a16:creationId xmlns:a16="http://schemas.microsoft.com/office/drawing/2014/main" id="{A85CDDE0-783C-4CB2-A10B-4932B03EE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219200"/>
            <a:ext cx="461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C79B46"/>
                </a:solidFill>
              </a:defRPr>
            </a:pPr>
            <a:r>
              <a:rPr sz="975" b="0" i="0">
                <a:solidFill>
                  <a:srgbClr val="C79B46"/>
                </a:solidFill>
              </a:rPr>
              <a:t>TRACK WHAT IS NEEDED, ORDERED AND RETURNED</a:t>
            </a:r>
          </a:p>
        </p:txBody>
      </p:sp>
      <p:sp>
        <p:nvSpPr>
          <p:cNvPr id="5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63CA04F9-FA3C-4C80-9909-51D8844E1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581150"/>
            <a:ext cx="85725" cy="857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C79B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A100EF7-B622-47D5-98D8-99AC4B923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966787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C79B46"/>
                </a:solidFill>
              </a:defRPr>
            </a:pPr>
            <a:r>
              <a:rPr sz="750" b="0" i="0">
                <a:solidFill>
                  <a:srgbClr val="C79B46"/>
                </a:solidFill>
              </a:rPr>
              <a:t>094</a:t>
            </a:r>
          </a:p>
        </p:txBody>
      </p:sp>
      <p:sp>
        <p:nvSpPr>
          <p:cNvPr id="7" name="table-header">
            <a:extLst xmlns:a="http://schemas.openxmlformats.org/drawingml/2006/main">
              <a:ext uri="{FF2B5EF4-FFF2-40B4-BE49-F238E27FC236}">
                <a16:creationId xmlns:a16="http://schemas.microsoft.com/office/drawing/2014/main" id="{517237E3-94D3-4426-B45C-4EC782D08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57340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8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3C270B52-8A3B-4364-8F07-9D27310A3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5734050" cy="6600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7B61"/>
            </a:solidFill>
            <a:prstDash val="solid"/>
          </a:ln>
        </p:spPr>
      </p:sp>
      <p:sp>
        <p:nvSpPr>
          <p:cNvPr id="9" name="table-v">
            <a:extLst xmlns:a="http://schemas.openxmlformats.org/drawingml/2006/main">
              <a:ext uri="{FF2B5EF4-FFF2-40B4-BE49-F238E27FC236}">
                <a16:creationId xmlns:a16="http://schemas.microsoft.com/office/drawing/2014/main" id="{061EEE2E-090A-4F4C-8F9C-F3AD67D4A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1210" y="2000250"/>
            <a:ext cx="6668" cy="6600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able-v">
            <a:extLst xmlns:a="http://schemas.openxmlformats.org/drawingml/2006/main">
              <a:ext uri="{FF2B5EF4-FFF2-40B4-BE49-F238E27FC236}">
                <a16:creationId xmlns:a16="http://schemas.microsoft.com/office/drawing/2014/main" id="{788096F4-08A6-43B6-8E7D-41E8367A6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8020" y="2000250"/>
            <a:ext cx="6668" cy="6600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able-v">
            <a:extLst xmlns:a="http://schemas.openxmlformats.org/drawingml/2006/main">
              <a:ext uri="{FF2B5EF4-FFF2-40B4-BE49-F238E27FC236}">
                <a16:creationId xmlns:a16="http://schemas.microsoft.com/office/drawing/2014/main" id="{544E37F8-364A-476A-8207-2018CC7F7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4830" y="2000250"/>
            <a:ext cx="6668" cy="6600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able-v">
            <a:extLst xmlns:a="http://schemas.openxmlformats.org/drawingml/2006/main">
              <a:ext uri="{FF2B5EF4-FFF2-40B4-BE49-F238E27FC236}">
                <a16:creationId xmlns:a16="http://schemas.microsoft.com/office/drawing/2014/main" id="{E0A1E611-DEBE-4597-A6E7-A0F8A042E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1640" y="2000250"/>
            <a:ext cx="6668" cy="6600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able-h">
            <a:extLst xmlns:a="http://schemas.openxmlformats.org/drawingml/2006/main">
              <a:ext uri="{FF2B5EF4-FFF2-40B4-BE49-F238E27FC236}">
                <a16:creationId xmlns:a16="http://schemas.microsoft.com/office/drawing/2014/main" id="{25051AEE-EECC-4039-B194-8AA831465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1457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able-h">
            <a:extLst xmlns:a="http://schemas.openxmlformats.org/drawingml/2006/main">
              <a:ext uri="{FF2B5EF4-FFF2-40B4-BE49-F238E27FC236}">
                <a16:creationId xmlns:a16="http://schemas.microsoft.com/office/drawing/2014/main" id="{A6710308-0158-4536-A83C-01347A834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2890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able-h">
            <a:extLst xmlns:a="http://schemas.openxmlformats.org/drawingml/2006/main">
              <a:ext uri="{FF2B5EF4-FFF2-40B4-BE49-F238E27FC236}">
                <a16:creationId xmlns:a16="http://schemas.microsoft.com/office/drawing/2014/main" id="{C86CE2BD-7306-4BDE-8401-E4681BBD5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4322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able-h">
            <a:extLst xmlns:a="http://schemas.openxmlformats.org/drawingml/2006/main">
              <a:ext uri="{FF2B5EF4-FFF2-40B4-BE49-F238E27FC236}">
                <a16:creationId xmlns:a16="http://schemas.microsoft.com/office/drawing/2014/main" id="{DA832C50-8102-4E14-9E63-764E40683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5755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able-h">
            <a:extLst xmlns:a="http://schemas.openxmlformats.org/drawingml/2006/main">
              <a:ext uri="{FF2B5EF4-FFF2-40B4-BE49-F238E27FC236}">
                <a16:creationId xmlns:a16="http://schemas.microsoft.com/office/drawing/2014/main" id="{E2EA1471-5B46-45BB-865A-152743FFC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7187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able-h">
            <a:extLst xmlns:a="http://schemas.openxmlformats.org/drawingml/2006/main">
              <a:ext uri="{FF2B5EF4-FFF2-40B4-BE49-F238E27FC236}">
                <a16:creationId xmlns:a16="http://schemas.microsoft.com/office/drawing/2014/main" id="{A65416BF-8B5E-489D-B119-63FDE253F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8620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able-h">
            <a:extLst xmlns:a="http://schemas.openxmlformats.org/drawingml/2006/main">
              <a:ext uri="{FF2B5EF4-FFF2-40B4-BE49-F238E27FC236}">
                <a16:creationId xmlns:a16="http://schemas.microsoft.com/office/drawing/2014/main" id="{DDBB3215-BA60-4A08-A0F1-F3311860A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0052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able-h">
            <a:extLst xmlns:a="http://schemas.openxmlformats.org/drawingml/2006/main">
              <a:ext uri="{FF2B5EF4-FFF2-40B4-BE49-F238E27FC236}">
                <a16:creationId xmlns:a16="http://schemas.microsoft.com/office/drawing/2014/main" id="{7CE3A2AC-3851-49B1-A836-A43E7361A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1485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able-h">
            <a:extLst xmlns:a="http://schemas.openxmlformats.org/drawingml/2006/main">
              <a:ext uri="{FF2B5EF4-FFF2-40B4-BE49-F238E27FC236}">
                <a16:creationId xmlns:a16="http://schemas.microsoft.com/office/drawing/2014/main" id="{80EEC489-E710-45B8-9FFC-6644DDC48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2917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able-h">
            <a:extLst xmlns:a="http://schemas.openxmlformats.org/drawingml/2006/main">
              <a:ext uri="{FF2B5EF4-FFF2-40B4-BE49-F238E27FC236}">
                <a16:creationId xmlns:a16="http://schemas.microsoft.com/office/drawing/2014/main" id="{745197F2-03D7-4B8E-B1DA-F661D4CD6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4350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able-h">
            <a:extLst xmlns:a="http://schemas.openxmlformats.org/drawingml/2006/main">
              <a:ext uri="{FF2B5EF4-FFF2-40B4-BE49-F238E27FC236}">
                <a16:creationId xmlns:a16="http://schemas.microsoft.com/office/drawing/2014/main" id="{E8B9FDDD-5D35-45B3-940A-6FDA8DF7F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5782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able-h">
            <a:extLst xmlns:a="http://schemas.openxmlformats.org/drawingml/2006/main">
              <a:ext uri="{FF2B5EF4-FFF2-40B4-BE49-F238E27FC236}">
                <a16:creationId xmlns:a16="http://schemas.microsoft.com/office/drawing/2014/main" id="{B6AB00E5-498F-4F9F-A46D-7F37268AE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7215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table-h">
            <a:extLst xmlns:a="http://schemas.openxmlformats.org/drawingml/2006/main">
              <a:ext uri="{FF2B5EF4-FFF2-40B4-BE49-F238E27FC236}">
                <a16:creationId xmlns:a16="http://schemas.microsoft.com/office/drawing/2014/main" id="{BE99A7AA-9298-4E11-9179-BC01E8702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8647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table-h">
            <a:extLst xmlns:a="http://schemas.openxmlformats.org/drawingml/2006/main">
              <a:ext uri="{FF2B5EF4-FFF2-40B4-BE49-F238E27FC236}">
                <a16:creationId xmlns:a16="http://schemas.microsoft.com/office/drawing/2014/main" id="{A1BEE207-8FE3-4A28-9A38-861095FB0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0080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table-h">
            <a:extLst xmlns:a="http://schemas.openxmlformats.org/drawingml/2006/main">
              <a:ext uri="{FF2B5EF4-FFF2-40B4-BE49-F238E27FC236}">
                <a16:creationId xmlns:a16="http://schemas.microsoft.com/office/drawing/2014/main" id="{6B5DF3EB-2580-471C-B0A0-5A285981C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71512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table-h">
            <a:extLst xmlns:a="http://schemas.openxmlformats.org/drawingml/2006/main">
              <a:ext uri="{FF2B5EF4-FFF2-40B4-BE49-F238E27FC236}">
                <a16:creationId xmlns:a16="http://schemas.microsoft.com/office/drawing/2014/main" id="{A7C12872-208F-4800-8DBB-7C3704FBD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02945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table-h">
            <a:extLst xmlns:a="http://schemas.openxmlformats.org/drawingml/2006/main">
              <a:ext uri="{FF2B5EF4-FFF2-40B4-BE49-F238E27FC236}">
                <a16:creationId xmlns:a16="http://schemas.microsoft.com/office/drawing/2014/main" id="{352FEB22-379B-428F-88CD-927041CA9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34377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table-h">
            <a:extLst xmlns:a="http://schemas.openxmlformats.org/drawingml/2006/main">
              <a:ext uri="{FF2B5EF4-FFF2-40B4-BE49-F238E27FC236}">
                <a16:creationId xmlns:a16="http://schemas.microsoft.com/office/drawing/2014/main" id="{DC9483D2-72F4-4D22-9644-5A73A3528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65810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table-h">
            <a:extLst xmlns:a="http://schemas.openxmlformats.org/drawingml/2006/main">
              <a:ext uri="{FF2B5EF4-FFF2-40B4-BE49-F238E27FC236}">
                <a16:creationId xmlns:a16="http://schemas.microsoft.com/office/drawing/2014/main" id="{3E5C85FF-9F79-4E17-8CBE-8C0FBF81D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97242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table-h">
            <a:extLst xmlns:a="http://schemas.openxmlformats.org/drawingml/2006/main">
              <a:ext uri="{FF2B5EF4-FFF2-40B4-BE49-F238E27FC236}">
                <a16:creationId xmlns:a16="http://schemas.microsoft.com/office/drawing/2014/main" id="{FBF687B6-3442-4B19-961A-662A3CD6E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28675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text-ITEM">
            <a:extLst xmlns:a="http://schemas.openxmlformats.org/drawingml/2006/main">
              <a:ext uri="{FF2B5EF4-FFF2-40B4-BE49-F238E27FC236}">
                <a16:creationId xmlns:a16="http://schemas.microsoft.com/office/drawing/2014/main" id="{37FFBF7D-BFFE-4F2C-B101-B016221A3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114681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FFFFFF"/>
                </a:solidFill>
              </a:defRPr>
            </a:pPr>
            <a:r>
              <a:rPr sz="825" b="0" i="0">
                <a:solidFill>
                  <a:srgbClr val="FFFFFF"/>
                </a:solidFill>
              </a:rPr>
              <a:t>ITEM</a:t>
            </a:r>
          </a:p>
        </p:txBody>
      </p:sp>
      <p:sp>
        <p:nvSpPr>
          <p:cNvPr id="34" name="text-QTY">
            <a:extLst xmlns:a="http://schemas.openxmlformats.org/drawingml/2006/main">
              <a:ext uri="{FF2B5EF4-FFF2-40B4-BE49-F238E27FC236}">
                <a16:creationId xmlns:a16="http://schemas.microsoft.com/office/drawing/2014/main" id="{85F11D5B-48A7-49FC-A5E9-1112F67AA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1210" y="2000250"/>
            <a:ext cx="114681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FFFFFF"/>
                </a:solidFill>
              </a:defRPr>
            </a:pPr>
            <a:r>
              <a:rPr sz="825" b="0" i="0">
                <a:solidFill>
                  <a:srgbClr val="FFFFFF"/>
                </a:solidFill>
              </a:rPr>
              <a:t>QTY</a:t>
            </a:r>
          </a:p>
        </p:txBody>
      </p:sp>
      <p:sp>
        <p:nvSpPr>
          <p:cNvPr id="35" name="text-SOURCE">
            <a:extLst xmlns:a="http://schemas.openxmlformats.org/drawingml/2006/main">
              <a:ext uri="{FF2B5EF4-FFF2-40B4-BE49-F238E27FC236}">
                <a16:creationId xmlns:a16="http://schemas.microsoft.com/office/drawing/2014/main" id="{B2FD29B0-8D4F-4FED-9BBA-6DCA1B49C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8020" y="2000250"/>
            <a:ext cx="114681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FFFFFF"/>
                </a:solidFill>
              </a:defRPr>
            </a:pPr>
            <a:r>
              <a:rPr sz="825" b="0" i="0">
                <a:solidFill>
                  <a:srgbClr val="FFFFFF"/>
                </a:solidFill>
              </a:rPr>
              <a:t>SOURCE</a:t>
            </a:r>
          </a:p>
        </p:txBody>
      </p:sp>
      <p:sp>
        <p:nvSpPr>
          <p:cNvPr id="36" name="text-COST">
            <a:extLst xmlns:a="http://schemas.openxmlformats.org/drawingml/2006/main">
              <a:ext uri="{FF2B5EF4-FFF2-40B4-BE49-F238E27FC236}">
                <a16:creationId xmlns:a16="http://schemas.microsoft.com/office/drawing/2014/main" id="{0486E32B-C4B2-4134-8DF8-B29F4C965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4830" y="2000250"/>
            <a:ext cx="114681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FFFFFF"/>
                </a:solidFill>
              </a:defRPr>
            </a:pPr>
            <a:r>
              <a:rPr sz="825" b="0" i="0">
                <a:solidFill>
                  <a:srgbClr val="FFFFFF"/>
                </a:solidFill>
              </a:rPr>
              <a:t>COST</a:t>
            </a:r>
          </a:p>
        </p:txBody>
      </p:sp>
      <p:sp>
        <p:nvSpPr>
          <p:cNvPr id="37" name="text-STATUS">
            <a:extLst xmlns:a="http://schemas.openxmlformats.org/drawingml/2006/main">
              <a:ext uri="{FF2B5EF4-FFF2-40B4-BE49-F238E27FC236}">
                <a16:creationId xmlns:a16="http://schemas.microsoft.com/office/drawing/2014/main" id="{535C12B6-58AB-43AF-A6C0-B31465D81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1640" y="2000250"/>
            <a:ext cx="114681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FFFFFF"/>
                </a:solidFill>
              </a:defRPr>
            </a:pPr>
            <a:r>
              <a:rPr sz="825" b="0" i="0">
                <a:solidFill>
                  <a:srgbClr val="FFFFFF"/>
                </a:solidFill>
              </a:rPr>
              <a:t>STATUS</a:t>
            </a:r>
          </a:p>
        </p:txBody>
      </p:sp>
    </p:spTree>
    <p:extLst>
      <p:ext uri="{BB962C8B-B14F-4D97-AF65-F5344CB8AC3E}">
        <p14:creationId xmlns:p14="http://schemas.microsoft.com/office/powerpoint/2010/main" val="1310355060"/>
      </p:ext>
    </p:extLst>
  </p:cSld>
</p:sld>
</file>

<file path=ppt/slides/slide95.xml><?xml version="1.0" encoding="utf-8"?>
<p:sld xmlns:p="http://schemas.openxmlformats.org/presentationml/2006/main">
  <p:cSld>
    <p:bg>
      <p:bgPr>
        <a:solidFill xmlns:a="http://schemas.openxmlformats.org/drawingml/2006/main">
          <a:srgbClr val="FC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180ac8cd464a9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7562850" cy="10696575"/>
          </a:xfrm>
          <a:prstGeom xmlns:a="http://schemas.openxmlformats.org/drawingml/2006/main" prst="rect">
            <a:avLst/>
          </a:prstGeom>
        </p:spPr>
      </p:pic>
      <p:sp>
        <p:nvSpPr>
          <p:cNvPr id="2" name="soft-romantic-panel">
            <a:extLst xmlns:a="http://schemas.openxmlformats.org/drawingml/2006/main">
              <a:ext uri="{FF2B5EF4-FFF2-40B4-BE49-F238E27FC236}">
                <a16:creationId xmlns:a16="http://schemas.microsoft.com/office/drawing/2014/main" id="{70E829A5-6189-4457-B857-43642F91D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"/>
            <a:ext cx="6000750" cy="9429750"/>
          </a:xfrm>
          <a:prstGeom xmlns:a="http://schemas.openxmlformats.org/drawingml/2006/main" prst="roundRect">
            <a:avLst>
              <a:gd name="adj" fmla="val 1270"/>
            </a:avLst>
          </a:prstGeom>
          <a:solidFill xmlns:a="http://schemas.openxmlformats.org/drawingml/2006/main">
            <a:srgbClr val="FCF7F3"/>
          </a:solidFill>
          <a:ln xmlns:a="http://schemas.openxmlformats.org/drawingml/2006/main" w="9525">
            <a:solidFill>
              <a:srgbClr val="C79B46"/>
            </a:solidFill>
            <a:prstDash val="solid"/>
          </a:ln>
        </p:spPr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9D3014D1-BCB4-48FE-9363-5CF1B52F1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42950"/>
            <a:ext cx="5562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75" b="0" i="1">
                <a:solidFill>
                  <a:srgbClr val="52654E"/>
                </a:solidFill>
              </a:defRPr>
            </a:pPr>
            <a:r>
              <a:rPr sz="2475" b="0" i="1">
                <a:solidFill>
                  <a:srgbClr val="52654E"/>
                </a:solidFill>
              </a:rPr>
              <a:t>Rental Tracker</a:t>
            </a:r>
          </a:p>
        </p:txBody>
      </p:sp>
      <p:sp>
        <p:nvSpPr>
          <p:cNvPr id="4" name="page-subtitle">
            <a:extLst xmlns:a="http://schemas.openxmlformats.org/drawingml/2006/main">
              <a:ext uri="{FF2B5EF4-FFF2-40B4-BE49-F238E27FC236}">
                <a16:creationId xmlns:a16="http://schemas.microsoft.com/office/drawing/2014/main" id="{BC7F72B9-B941-4972-9450-5B8E66812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219200"/>
            <a:ext cx="461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C79B46"/>
                </a:solidFill>
              </a:defRPr>
            </a:pPr>
            <a:r>
              <a:rPr sz="975" b="0" i="0">
                <a:solidFill>
                  <a:srgbClr val="C79B46"/>
                </a:solidFill>
              </a:rPr>
              <a:t>TRACK WHAT IS NEEDED, ORDERED AND RETURNED</a:t>
            </a:r>
          </a:p>
        </p:txBody>
      </p:sp>
      <p:sp>
        <p:nvSpPr>
          <p:cNvPr id="5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B936DABC-EE76-49DF-9313-0F32AF577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581150"/>
            <a:ext cx="85725" cy="857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C79B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839B1AA-8979-4A63-93B3-D4052B0AA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966787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C79B46"/>
                </a:solidFill>
              </a:defRPr>
            </a:pPr>
            <a:r>
              <a:rPr sz="750" b="0" i="0">
                <a:solidFill>
                  <a:srgbClr val="C79B46"/>
                </a:solidFill>
              </a:rPr>
              <a:t>095</a:t>
            </a:r>
          </a:p>
        </p:txBody>
      </p:sp>
      <p:sp>
        <p:nvSpPr>
          <p:cNvPr id="7" name="table-header">
            <a:extLst xmlns:a="http://schemas.openxmlformats.org/drawingml/2006/main">
              <a:ext uri="{FF2B5EF4-FFF2-40B4-BE49-F238E27FC236}">
                <a16:creationId xmlns:a16="http://schemas.microsoft.com/office/drawing/2014/main" id="{AADEBA41-1C93-4E7D-B77A-ADC179774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57340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8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2291FFC1-F8F2-4341-9D65-E4346DB03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5734050" cy="6600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7B61"/>
            </a:solidFill>
            <a:prstDash val="solid"/>
          </a:ln>
        </p:spPr>
      </p:sp>
      <p:sp>
        <p:nvSpPr>
          <p:cNvPr id="9" name="table-v">
            <a:extLst xmlns:a="http://schemas.openxmlformats.org/drawingml/2006/main">
              <a:ext uri="{FF2B5EF4-FFF2-40B4-BE49-F238E27FC236}">
                <a16:creationId xmlns:a16="http://schemas.microsoft.com/office/drawing/2014/main" id="{F01DF8D6-200F-4A25-91C4-66861DBC7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1210" y="2000250"/>
            <a:ext cx="6668" cy="6600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able-v">
            <a:extLst xmlns:a="http://schemas.openxmlformats.org/drawingml/2006/main">
              <a:ext uri="{FF2B5EF4-FFF2-40B4-BE49-F238E27FC236}">
                <a16:creationId xmlns:a16="http://schemas.microsoft.com/office/drawing/2014/main" id="{B9ABD2E7-37B2-48AB-A83A-FFCF51152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8020" y="2000250"/>
            <a:ext cx="6668" cy="6600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able-v">
            <a:extLst xmlns:a="http://schemas.openxmlformats.org/drawingml/2006/main">
              <a:ext uri="{FF2B5EF4-FFF2-40B4-BE49-F238E27FC236}">
                <a16:creationId xmlns:a16="http://schemas.microsoft.com/office/drawing/2014/main" id="{E829394D-3FDA-400D-803A-45F5FF337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4830" y="2000250"/>
            <a:ext cx="6668" cy="6600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able-v">
            <a:extLst xmlns:a="http://schemas.openxmlformats.org/drawingml/2006/main">
              <a:ext uri="{FF2B5EF4-FFF2-40B4-BE49-F238E27FC236}">
                <a16:creationId xmlns:a16="http://schemas.microsoft.com/office/drawing/2014/main" id="{74CCB37A-CD0C-476B-B440-264D2EEB8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1640" y="2000250"/>
            <a:ext cx="6668" cy="6600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able-h">
            <a:extLst xmlns:a="http://schemas.openxmlformats.org/drawingml/2006/main">
              <a:ext uri="{FF2B5EF4-FFF2-40B4-BE49-F238E27FC236}">
                <a16:creationId xmlns:a16="http://schemas.microsoft.com/office/drawing/2014/main" id="{E572E293-7AEE-492D-A3A2-4F7F1E386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1457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able-h">
            <a:extLst xmlns:a="http://schemas.openxmlformats.org/drawingml/2006/main">
              <a:ext uri="{FF2B5EF4-FFF2-40B4-BE49-F238E27FC236}">
                <a16:creationId xmlns:a16="http://schemas.microsoft.com/office/drawing/2014/main" id="{666560B9-68CF-49E5-85CC-06F34B740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2890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able-h">
            <a:extLst xmlns:a="http://schemas.openxmlformats.org/drawingml/2006/main">
              <a:ext uri="{FF2B5EF4-FFF2-40B4-BE49-F238E27FC236}">
                <a16:creationId xmlns:a16="http://schemas.microsoft.com/office/drawing/2014/main" id="{1CC2E909-ADA9-4693-8636-86DB5E7C6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4322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able-h">
            <a:extLst xmlns:a="http://schemas.openxmlformats.org/drawingml/2006/main">
              <a:ext uri="{FF2B5EF4-FFF2-40B4-BE49-F238E27FC236}">
                <a16:creationId xmlns:a16="http://schemas.microsoft.com/office/drawing/2014/main" id="{4C010AFE-AAF1-4D51-A7F6-4D524AE4D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5755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able-h">
            <a:extLst xmlns:a="http://schemas.openxmlformats.org/drawingml/2006/main">
              <a:ext uri="{FF2B5EF4-FFF2-40B4-BE49-F238E27FC236}">
                <a16:creationId xmlns:a16="http://schemas.microsoft.com/office/drawing/2014/main" id="{2212A012-7C78-4D1A-9FCA-4E6406394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7187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able-h">
            <a:extLst xmlns:a="http://schemas.openxmlformats.org/drawingml/2006/main">
              <a:ext uri="{FF2B5EF4-FFF2-40B4-BE49-F238E27FC236}">
                <a16:creationId xmlns:a16="http://schemas.microsoft.com/office/drawing/2014/main" id="{849EA5D5-1448-4E73-8F52-C5F880DEA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8620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able-h">
            <a:extLst xmlns:a="http://schemas.openxmlformats.org/drawingml/2006/main">
              <a:ext uri="{FF2B5EF4-FFF2-40B4-BE49-F238E27FC236}">
                <a16:creationId xmlns:a16="http://schemas.microsoft.com/office/drawing/2014/main" id="{E9B75687-F15A-4C05-A95E-3FB800947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0052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able-h">
            <a:extLst xmlns:a="http://schemas.openxmlformats.org/drawingml/2006/main">
              <a:ext uri="{FF2B5EF4-FFF2-40B4-BE49-F238E27FC236}">
                <a16:creationId xmlns:a16="http://schemas.microsoft.com/office/drawing/2014/main" id="{7E6E9411-BAB3-48A9-A855-139410C9E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1485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able-h">
            <a:extLst xmlns:a="http://schemas.openxmlformats.org/drawingml/2006/main">
              <a:ext uri="{FF2B5EF4-FFF2-40B4-BE49-F238E27FC236}">
                <a16:creationId xmlns:a16="http://schemas.microsoft.com/office/drawing/2014/main" id="{56ED68D1-3D8E-42D4-82DE-0192A7BE8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2917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able-h">
            <a:extLst xmlns:a="http://schemas.openxmlformats.org/drawingml/2006/main">
              <a:ext uri="{FF2B5EF4-FFF2-40B4-BE49-F238E27FC236}">
                <a16:creationId xmlns:a16="http://schemas.microsoft.com/office/drawing/2014/main" id="{1CDE9FA2-3844-4CDC-80B3-0DB528351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4350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able-h">
            <a:extLst xmlns:a="http://schemas.openxmlformats.org/drawingml/2006/main">
              <a:ext uri="{FF2B5EF4-FFF2-40B4-BE49-F238E27FC236}">
                <a16:creationId xmlns:a16="http://schemas.microsoft.com/office/drawing/2014/main" id="{2C468796-DD6C-491A-802E-B92995E13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5782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able-h">
            <a:extLst xmlns:a="http://schemas.openxmlformats.org/drawingml/2006/main">
              <a:ext uri="{FF2B5EF4-FFF2-40B4-BE49-F238E27FC236}">
                <a16:creationId xmlns:a16="http://schemas.microsoft.com/office/drawing/2014/main" id="{9ABD73AE-27D9-4CC5-A629-617E2BDFE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7215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table-h">
            <a:extLst xmlns:a="http://schemas.openxmlformats.org/drawingml/2006/main">
              <a:ext uri="{FF2B5EF4-FFF2-40B4-BE49-F238E27FC236}">
                <a16:creationId xmlns:a16="http://schemas.microsoft.com/office/drawing/2014/main" id="{5B9F3F78-280D-4741-84D1-5359A21D9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8647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table-h">
            <a:extLst xmlns:a="http://schemas.openxmlformats.org/drawingml/2006/main">
              <a:ext uri="{FF2B5EF4-FFF2-40B4-BE49-F238E27FC236}">
                <a16:creationId xmlns:a16="http://schemas.microsoft.com/office/drawing/2014/main" id="{4BF03D0A-8FCB-4692-A43B-A05EFB196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0080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table-h">
            <a:extLst xmlns:a="http://schemas.openxmlformats.org/drawingml/2006/main">
              <a:ext uri="{FF2B5EF4-FFF2-40B4-BE49-F238E27FC236}">
                <a16:creationId xmlns:a16="http://schemas.microsoft.com/office/drawing/2014/main" id="{F44301F1-5223-43DA-BB88-D88B4A0EB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71512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table-h">
            <a:extLst xmlns:a="http://schemas.openxmlformats.org/drawingml/2006/main">
              <a:ext uri="{FF2B5EF4-FFF2-40B4-BE49-F238E27FC236}">
                <a16:creationId xmlns:a16="http://schemas.microsoft.com/office/drawing/2014/main" id="{22D619C4-492C-46D2-BD2A-8DC19A514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02945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table-h">
            <a:extLst xmlns:a="http://schemas.openxmlformats.org/drawingml/2006/main">
              <a:ext uri="{FF2B5EF4-FFF2-40B4-BE49-F238E27FC236}">
                <a16:creationId xmlns:a16="http://schemas.microsoft.com/office/drawing/2014/main" id="{A9162DE9-EFD8-4FFB-9ACE-009556CB0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34377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table-h">
            <a:extLst xmlns:a="http://schemas.openxmlformats.org/drawingml/2006/main">
              <a:ext uri="{FF2B5EF4-FFF2-40B4-BE49-F238E27FC236}">
                <a16:creationId xmlns:a16="http://schemas.microsoft.com/office/drawing/2014/main" id="{CA47A606-61A1-44BA-AFC9-AF3BA6A01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65810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table-h">
            <a:extLst xmlns:a="http://schemas.openxmlformats.org/drawingml/2006/main">
              <a:ext uri="{FF2B5EF4-FFF2-40B4-BE49-F238E27FC236}">
                <a16:creationId xmlns:a16="http://schemas.microsoft.com/office/drawing/2014/main" id="{D68C4D39-8544-4375-9D45-040580FF4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97242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table-h">
            <a:extLst xmlns:a="http://schemas.openxmlformats.org/drawingml/2006/main">
              <a:ext uri="{FF2B5EF4-FFF2-40B4-BE49-F238E27FC236}">
                <a16:creationId xmlns:a16="http://schemas.microsoft.com/office/drawing/2014/main" id="{8586BC5A-4572-4C76-8A51-A2DDE024D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28675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text-ITEM">
            <a:extLst xmlns:a="http://schemas.openxmlformats.org/drawingml/2006/main">
              <a:ext uri="{FF2B5EF4-FFF2-40B4-BE49-F238E27FC236}">
                <a16:creationId xmlns:a16="http://schemas.microsoft.com/office/drawing/2014/main" id="{B6B389AE-8D00-4872-AB0D-F85530C97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114681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FFFFFF"/>
                </a:solidFill>
              </a:defRPr>
            </a:pPr>
            <a:r>
              <a:rPr sz="825" b="0" i="0">
                <a:solidFill>
                  <a:srgbClr val="FFFFFF"/>
                </a:solidFill>
              </a:rPr>
              <a:t>ITEM</a:t>
            </a:r>
          </a:p>
        </p:txBody>
      </p:sp>
      <p:sp>
        <p:nvSpPr>
          <p:cNvPr id="34" name="text-QTY">
            <a:extLst xmlns:a="http://schemas.openxmlformats.org/drawingml/2006/main">
              <a:ext uri="{FF2B5EF4-FFF2-40B4-BE49-F238E27FC236}">
                <a16:creationId xmlns:a16="http://schemas.microsoft.com/office/drawing/2014/main" id="{440CDAB3-2E68-4775-9AFB-084AC6D8A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1210" y="2000250"/>
            <a:ext cx="114681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FFFFFF"/>
                </a:solidFill>
              </a:defRPr>
            </a:pPr>
            <a:r>
              <a:rPr sz="825" b="0" i="0">
                <a:solidFill>
                  <a:srgbClr val="FFFFFF"/>
                </a:solidFill>
              </a:rPr>
              <a:t>QTY</a:t>
            </a:r>
          </a:p>
        </p:txBody>
      </p:sp>
      <p:sp>
        <p:nvSpPr>
          <p:cNvPr id="35" name="text-SOURCE">
            <a:extLst xmlns:a="http://schemas.openxmlformats.org/drawingml/2006/main">
              <a:ext uri="{FF2B5EF4-FFF2-40B4-BE49-F238E27FC236}">
                <a16:creationId xmlns:a16="http://schemas.microsoft.com/office/drawing/2014/main" id="{2317EAD9-2F3D-412B-AA5C-BEA05200C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8020" y="2000250"/>
            <a:ext cx="114681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FFFFFF"/>
                </a:solidFill>
              </a:defRPr>
            </a:pPr>
            <a:r>
              <a:rPr sz="825" b="0" i="0">
                <a:solidFill>
                  <a:srgbClr val="FFFFFF"/>
                </a:solidFill>
              </a:rPr>
              <a:t>SOURCE</a:t>
            </a:r>
          </a:p>
        </p:txBody>
      </p:sp>
      <p:sp>
        <p:nvSpPr>
          <p:cNvPr id="36" name="text-COST">
            <a:extLst xmlns:a="http://schemas.openxmlformats.org/drawingml/2006/main">
              <a:ext uri="{FF2B5EF4-FFF2-40B4-BE49-F238E27FC236}">
                <a16:creationId xmlns:a16="http://schemas.microsoft.com/office/drawing/2014/main" id="{7B8F160D-0C28-4216-A424-3C57E20F9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4830" y="2000250"/>
            <a:ext cx="114681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FFFFFF"/>
                </a:solidFill>
              </a:defRPr>
            </a:pPr>
            <a:r>
              <a:rPr sz="825" b="0" i="0">
                <a:solidFill>
                  <a:srgbClr val="FFFFFF"/>
                </a:solidFill>
              </a:rPr>
              <a:t>COST</a:t>
            </a:r>
          </a:p>
        </p:txBody>
      </p:sp>
      <p:sp>
        <p:nvSpPr>
          <p:cNvPr id="37" name="text-STATUS">
            <a:extLst xmlns:a="http://schemas.openxmlformats.org/drawingml/2006/main">
              <a:ext uri="{FF2B5EF4-FFF2-40B4-BE49-F238E27FC236}">
                <a16:creationId xmlns:a16="http://schemas.microsoft.com/office/drawing/2014/main" id="{3D856C8B-89D6-4D46-B3D5-316E1C199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1640" y="2000250"/>
            <a:ext cx="114681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FFFFFF"/>
                </a:solidFill>
              </a:defRPr>
            </a:pPr>
            <a:r>
              <a:rPr sz="825" b="0" i="0">
                <a:solidFill>
                  <a:srgbClr val="FFFFFF"/>
                </a:solidFill>
              </a:rPr>
              <a:t>STATUS</a:t>
            </a:r>
          </a:p>
        </p:txBody>
      </p:sp>
    </p:spTree>
    <p:extLst>
      <p:ext uri="{BB962C8B-B14F-4D97-AF65-F5344CB8AC3E}">
        <p14:creationId xmlns:p14="http://schemas.microsoft.com/office/powerpoint/2010/main" val="1782526657"/>
      </p:ext>
    </p:extLst>
  </p:cSld>
</p:sld>
</file>

<file path=ppt/slides/slide96.xml><?xml version="1.0" encoding="utf-8"?>
<p:sld xmlns:p="http://schemas.openxmlformats.org/presentationml/2006/main">
  <p:cSld>
    <p:bg>
      <p:bgPr>
        <a:solidFill xmlns:a="http://schemas.openxmlformats.org/drawingml/2006/main">
          <a:srgbClr val="FC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d318868ad142f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7562850" cy="10696575"/>
          </a:xfrm>
          <a:prstGeom xmlns:a="http://schemas.openxmlformats.org/drawingml/2006/main" prst="rect">
            <a:avLst/>
          </a:prstGeom>
        </p:spPr>
      </p:pic>
      <p:sp>
        <p:nvSpPr>
          <p:cNvPr id="2" name="soft-romantic-panel">
            <a:extLst xmlns:a="http://schemas.openxmlformats.org/drawingml/2006/main">
              <a:ext uri="{FF2B5EF4-FFF2-40B4-BE49-F238E27FC236}">
                <a16:creationId xmlns:a16="http://schemas.microsoft.com/office/drawing/2014/main" id="{99847524-1E4A-4DDE-96C5-08298155C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"/>
            <a:ext cx="6000750" cy="9429750"/>
          </a:xfrm>
          <a:prstGeom xmlns:a="http://schemas.openxmlformats.org/drawingml/2006/main" prst="roundRect">
            <a:avLst>
              <a:gd name="adj" fmla="val 1270"/>
            </a:avLst>
          </a:prstGeom>
          <a:solidFill xmlns:a="http://schemas.openxmlformats.org/drawingml/2006/main">
            <a:srgbClr val="FCF7F3"/>
          </a:solidFill>
          <a:ln xmlns:a="http://schemas.openxmlformats.org/drawingml/2006/main" w="9525">
            <a:solidFill>
              <a:srgbClr val="C79B46"/>
            </a:solidFill>
            <a:prstDash val="solid"/>
          </a:ln>
        </p:spPr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BB6D0FE5-059A-4C36-8EBD-676BEF824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42950"/>
            <a:ext cx="5562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75" b="0" i="1">
                <a:solidFill>
                  <a:srgbClr val="52654E"/>
                </a:solidFill>
              </a:defRPr>
            </a:pPr>
            <a:r>
              <a:rPr sz="2475" b="0" i="1">
                <a:solidFill>
                  <a:srgbClr val="52654E"/>
                </a:solidFill>
              </a:rPr>
              <a:t>Wedding Day Schedule</a:t>
            </a:r>
          </a:p>
        </p:txBody>
      </p:sp>
      <p:sp>
        <p:nvSpPr>
          <p:cNvPr id="4" name="page-subtitle">
            <a:extLst xmlns:a="http://schemas.openxmlformats.org/drawingml/2006/main">
              <a:ext uri="{FF2B5EF4-FFF2-40B4-BE49-F238E27FC236}">
                <a16:creationId xmlns:a16="http://schemas.microsoft.com/office/drawing/2014/main" id="{2946E076-33A3-4E49-A891-74374CC48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219200"/>
            <a:ext cx="461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C79B46"/>
                </a:solidFill>
              </a:defRPr>
            </a:pPr>
            <a:r>
              <a:rPr sz="975" b="0" i="0">
                <a:solidFill>
                  <a:srgbClr val="C79B46"/>
                </a:solidFill>
              </a:rPr>
              <a:t>BUILD THE SEQUENCE OF THE DAY</a:t>
            </a:r>
          </a:p>
        </p:txBody>
      </p:sp>
      <p:sp>
        <p:nvSpPr>
          <p:cNvPr id="5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9B1C3A9B-0BFF-4B53-8437-251F4962D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581150"/>
            <a:ext cx="85725" cy="857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C79B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54B942C7-46E2-42D1-9C9C-337D78FC5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966787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C79B46"/>
                </a:solidFill>
              </a:defRPr>
            </a:pPr>
            <a:r>
              <a:rPr sz="750" b="0" i="0">
                <a:solidFill>
                  <a:srgbClr val="C79B46"/>
                </a:solidFill>
              </a:rPr>
              <a:t>096</a:t>
            </a:r>
          </a:p>
        </p:txBody>
      </p:sp>
      <p:sp>
        <p:nvSpPr>
          <p:cNvPr id="7" name="timeline">
            <a:extLst xmlns:a="http://schemas.openxmlformats.org/drawingml/2006/main">
              <a:ext uri="{FF2B5EF4-FFF2-40B4-BE49-F238E27FC236}">
                <a16:creationId xmlns:a16="http://schemas.microsoft.com/office/drawing/2014/main" id="{938D047B-B9F5-4371-BBEA-77ACE4188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095500"/>
            <a:ext cx="9525" cy="657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B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imeline-dot">
            <a:extLst xmlns:a="http://schemas.openxmlformats.org/drawingml/2006/main">
              <a:ext uri="{FF2B5EF4-FFF2-40B4-BE49-F238E27FC236}">
                <a16:creationId xmlns:a16="http://schemas.microsoft.com/office/drawing/2014/main" id="{737C159E-89E9-422C-B79F-53D4F4885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0383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9B46"/>
          </a:solidFill>
          <a:ln xmlns:a="http://schemas.openxmlformats.org/drawingml/2006/main" w="9525">
            <a:solidFill>
              <a:srgbClr val="FCFAF7"/>
            </a:solidFill>
            <a:prstDash val="solid"/>
          </a:ln>
        </p:spPr>
      </p:sp>
      <p:sp>
        <p:nvSpPr>
          <p:cNvPr id="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9489427C-1429-4AB2-9CD8-AEBA970A8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52650"/>
            <a:ext cx="857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HAIR AND MAKEUP">
            <a:extLst xmlns:a="http://schemas.openxmlformats.org/drawingml/2006/main">
              <a:ext uri="{FF2B5EF4-FFF2-40B4-BE49-F238E27FC236}">
                <a16:creationId xmlns:a16="http://schemas.microsoft.com/office/drawing/2014/main" id="{6684E08B-8966-4050-82D0-2F1B12112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952625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HAIR AND MAKEUP</a:t>
            </a:r>
          </a:p>
        </p:txBody>
      </p:sp>
      <p:sp>
        <p:nvSpPr>
          <p:cNvPr id="1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41F42659-F5B5-473C-807E-E377F19A1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152650"/>
            <a:ext cx="1952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imeline-dot">
            <a:extLst xmlns:a="http://schemas.openxmlformats.org/drawingml/2006/main">
              <a:ext uri="{FF2B5EF4-FFF2-40B4-BE49-F238E27FC236}">
                <a16:creationId xmlns:a16="http://schemas.microsoft.com/office/drawing/2014/main" id="{D4F4F64D-61DE-43DC-B7D5-D01BE5079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859881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9B46"/>
          </a:solidFill>
          <a:ln xmlns:a="http://schemas.openxmlformats.org/drawingml/2006/main" w="9525">
            <a:solidFill>
              <a:srgbClr val="FCFAF7"/>
            </a:solidFill>
            <a:prstDash val="solid"/>
          </a:ln>
        </p:spPr>
      </p:sp>
      <p:sp>
        <p:nvSpPr>
          <p:cNvPr id="1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A2F7DA4F-9752-4B9A-A44E-0FEE9B51D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74181"/>
            <a:ext cx="857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-GETTING DRESSED">
            <a:extLst xmlns:a="http://schemas.openxmlformats.org/drawingml/2006/main">
              <a:ext uri="{FF2B5EF4-FFF2-40B4-BE49-F238E27FC236}">
                <a16:creationId xmlns:a16="http://schemas.microsoft.com/office/drawing/2014/main" id="{BC7D6BA2-69BB-4E42-9E9D-3B7F74910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774156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GETTING DRESSED</a:t>
            </a:r>
          </a:p>
        </p:txBody>
      </p:sp>
      <p:sp>
        <p:nvSpPr>
          <p:cNvPr id="1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815C974A-EE6B-475B-BB97-B354CD8C6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974181"/>
            <a:ext cx="1952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imeline-dot">
            <a:extLst xmlns:a="http://schemas.openxmlformats.org/drawingml/2006/main">
              <a:ext uri="{FF2B5EF4-FFF2-40B4-BE49-F238E27FC236}">
                <a16:creationId xmlns:a16="http://schemas.microsoft.com/office/drawing/2014/main" id="{795A8196-4892-4B24-869C-5E0BC04AE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681413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9B46"/>
          </a:solidFill>
          <a:ln xmlns:a="http://schemas.openxmlformats.org/drawingml/2006/main" w="9525">
            <a:solidFill>
              <a:srgbClr val="FCFAF7"/>
            </a:solidFill>
            <a:prstDash val="solid"/>
          </a:ln>
        </p:spPr>
      </p:sp>
      <p:sp>
        <p:nvSpPr>
          <p:cNvPr id="1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2B372A2E-83DE-4494-9995-BA4AEAB66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95713"/>
            <a:ext cx="857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-FIRST LOOK">
            <a:extLst xmlns:a="http://schemas.openxmlformats.org/drawingml/2006/main">
              <a:ext uri="{FF2B5EF4-FFF2-40B4-BE49-F238E27FC236}">
                <a16:creationId xmlns:a16="http://schemas.microsoft.com/office/drawing/2014/main" id="{26B40244-3966-4AE1-8E0F-AA7A8AA32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595688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FIRST LOOK</a:t>
            </a:r>
          </a:p>
        </p:txBody>
      </p:sp>
      <p:sp>
        <p:nvSpPr>
          <p:cNvPr id="1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1477F1A5-1304-482F-B379-95B6B901C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795713"/>
            <a:ext cx="1952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imeline-dot">
            <a:extLst xmlns:a="http://schemas.openxmlformats.org/drawingml/2006/main">
              <a:ext uri="{FF2B5EF4-FFF2-40B4-BE49-F238E27FC236}">
                <a16:creationId xmlns:a16="http://schemas.microsoft.com/office/drawing/2014/main" id="{E87EB360-D339-49B3-8E82-41D0F55C9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502944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9B46"/>
          </a:solidFill>
          <a:ln xmlns:a="http://schemas.openxmlformats.org/drawingml/2006/main" w="9525">
            <a:solidFill>
              <a:srgbClr val="FCFAF7"/>
            </a:solidFill>
            <a:prstDash val="solid"/>
          </a:ln>
        </p:spPr>
      </p:sp>
      <p:sp>
        <p:nvSpPr>
          <p:cNvPr id="2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57E7ADB7-338A-4D52-8B83-0B4388730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17244"/>
            <a:ext cx="857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-CEREMONY">
            <a:extLst xmlns:a="http://schemas.openxmlformats.org/drawingml/2006/main">
              <a:ext uri="{FF2B5EF4-FFF2-40B4-BE49-F238E27FC236}">
                <a16:creationId xmlns:a16="http://schemas.microsoft.com/office/drawing/2014/main" id="{32846E90-1F54-4DD1-9E06-39F8B3B5A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417219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CEREMONY</a:t>
            </a:r>
          </a:p>
        </p:txBody>
      </p:sp>
      <p:sp>
        <p:nvSpPr>
          <p:cNvPr id="2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AE4C8ECE-2205-4F21-BCA4-C62CD4F16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617244"/>
            <a:ext cx="1952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imeline-dot">
            <a:extLst xmlns:a="http://schemas.openxmlformats.org/drawingml/2006/main">
              <a:ext uri="{FF2B5EF4-FFF2-40B4-BE49-F238E27FC236}">
                <a16:creationId xmlns:a16="http://schemas.microsoft.com/office/drawing/2014/main" id="{8AEA55AA-DAA6-49A0-A7EF-5B6C71B2C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32447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9B46"/>
          </a:solidFill>
          <a:ln xmlns:a="http://schemas.openxmlformats.org/drawingml/2006/main" w="9525">
            <a:solidFill>
              <a:srgbClr val="FCFAF7"/>
            </a:solidFill>
            <a:prstDash val="solid"/>
          </a:ln>
        </p:spPr>
      </p:sp>
      <p:sp>
        <p:nvSpPr>
          <p:cNvPr id="2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54A09D25-3EF0-4F5F-9C63-0CD88C42C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438775"/>
            <a:ext cx="857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text-COCKTAIL HOUR">
            <a:extLst xmlns:a="http://schemas.openxmlformats.org/drawingml/2006/main">
              <a:ext uri="{FF2B5EF4-FFF2-40B4-BE49-F238E27FC236}">
                <a16:creationId xmlns:a16="http://schemas.microsoft.com/office/drawing/2014/main" id="{1DA148A0-709A-42F6-818B-B9A87A18F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2387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COCKTAIL HOUR</a:t>
            </a:r>
          </a:p>
        </p:txBody>
      </p:sp>
      <p:sp>
        <p:nvSpPr>
          <p:cNvPr id="2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3001ADA1-F80B-4306-84DC-08ACD96E6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5438775"/>
            <a:ext cx="1952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timeline-dot">
            <a:extLst xmlns:a="http://schemas.openxmlformats.org/drawingml/2006/main">
              <a:ext uri="{FF2B5EF4-FFF2-40B4-BE49-F238E27FC236}">
                <a16:creationId xmlns:a16="http://schemas.microsoft.com/office/drawing/2014/main" id="{ADC99C54-BFF7-4497-B556-B97DBE558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6146006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9B46"/>
          </a:solidFill>
          <a:ln xmlns:a="http://schemas.openxmlformats.org/drawingml/2006/main" w="9525">
            <a:solidFill>
              <a:srgbClr val="FCFAF7"/>
            </a:solidFill>
            <a:prstDash val="solid"/>
          </a:ln>
        </p:spPr>
      </p:sp>
      <p:sp>
        <p:nvSpPr>
          <p:cNvPr id="2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ABAA6154-76BD-4A5D-9DD1-B7DCF14B1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260306"/>
            <a:ext cx="857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text-RECEPTION">
            <a:extLst xmlns:a="http://schemas.openxmlformats.org/drawingml/2006/main">
              <a:ext uri="{FF2B5EF4-FFF2-40B4-BE49-F238E27FC236}">
                <a16:creationId xmlns:a16="http://schemas.microsoft.com/office/drawing/2014/main" id="{AF5B2275-A5D4-4696-89D6-6BDE22D6E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6060281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RECEPTION</a:t>
            </a:r>
          </a:p>
        </p:txBody>
      </p:sp>
      <p:sp>
        <p:nvSpPr>
          <p:cNvPr id="3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36083D4C-7EF5-40C5-9BDB-971056389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6260306"/>
            <a:ext cx="1952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timeline-dot">
            <a:extLst xmlns:a="http://schemas.openxmlformats.org/drawingml/2006/main">
              <a:ext uri="{FF2B5EF4-FFF2-40B4-BE49-F238E27FC236}">
                <a16:creationId xmlns:a16="http://schemas.microsoft.com/office/drawing/2014/main" id="{39E4E0AF-6CAD-49C2-907C-4CF7D266A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6967538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9B46"/>
          </a:solidFill>
          <a:ln xmlns:a="http://schemas.openxmlformats.org/drawingml/2006/main" w="9525">
            <a:solidFill>
              <a:srgbClr val="FCFAF7"/>
            </a:solidFill>
            <a:prstDash val="solid"/>
          </a:ln>
        </p:spPr>
      </p:sp>
      <p:sp>
        <p:nvSpPr>
          <p:cNvPr id="3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A89A094A-B6C8-4719-A6D8-57FB3F6A5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081838"/>
            <a:ext cx="857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text-CAKE CUTTING">
            <a:extLst xmlns:a="http://schemas.openxmlformats.org/drawingml/2006/main">
              <a:ext uri="{FF2B5EF4-FFF2-40B4-BE49-F238E27FC236}">
                <a16:creationId xmlns:a16="http://schemas.microsoft.com/office/drawing/2014/main" id="{FD44AA56-5C91-4656-9352-C80AD8AE1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6881813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CAKE CUTTING</a:t>
            </a:r>
          </a:p>
        </p:txBody>
      </p:sp>
      <p:sp>
        <p:nvSpPr>
          <p:cNvPr id="3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4CEB3700-991C-4261-AB0E-2B1087093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7081838"/>
            <a:ext cx="1952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timeline-dot">
            <a:extLst xmlns:a="http://schemas.openxmlformats.org/drawingml/2006/main">
              <a:ext uri="{FF2B5EF4-FFF2-40B4-BE49-F238E27FC236}">
                <a16:creationId xmlns:a16="http://schemas.microsoft.com/office/drawing/2014/main" id="{FDC574BF-6E2A-4A25-84B2-10E9C38BE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7789069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9B46"/>
          </a:solidFill>
          <a:ln xmlns:a="http://schemas.openxmlformats.org/drawingml/2006/main" w="9525">
            <a:solidFill>
              <a:srgbClr val="FCFAF7"/>
            </a:solidFill>
            <a:prstDash val="solid"/>
          </a:ln>
        </p:spPr>
      </p:sp>
      <p:sp>
        <p:nvSpPr>
          <p:cNvPr id="3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F5E3953F-51B0-486F-9AC8-407DF7CA0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903369"/>
            <a:ext cx="857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text-FIRST DANCE">
            <a:extLst xmlns:a="http://schemas.openxmlformats.org/drawingml/2006/main">
              <a:ext uri="{FF2B5EF4-FFF2-40B4-BE49-F238E27FC236}">
                <a16:creationId xmlns:a16="http://schemas.microsoft.com/office/drawing/2014/main" id="{32466C46-9753-44AA-B1DA-E96283AF4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7703344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FIRST DANCE</a:t>
            </a:r>
          </a:p>
        </p:txBody>
      </p:sp>
      <p:sp>
        <p:nvSpPr>
          <p:cNvPr id="3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BFCCF9F8-2BB0-4B19-ABA1-F4C8B678D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7903369"/>
            <a:ext cx="1952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timeline-dot">
            <a:extLst xmlns:a="http://schemas.openxmlformats.org/drawingml/2006/main">
              <a:ext uri="{FF2B5EF4-FFF2-40B4-BE49-F238E27FC236}">
                <a16:creationId xmlns:a16="http://schemas.microsoft.com/office/drawing/2014/main" id="{DC121679-0F05-4E09-84C2-0F4E31FCA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86106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9B46"/>
          </a:solidFill>
          <a:ln xmlns:a="http://schemas.openxmlformats.org/drawingml/2006/main" w="9525">
            <a:solidFill>
              <a:srgbClr val="FCFAF7"/>
            </a:solidFill>
            <a:prstDash val="solid"/>
          </a:ln>
        </p:spPr>
      </p:sp>
      <p:sp>
        <p:nvSpPr>
          <p:cNvPr id="4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4BC15C3E-BD27-4A6A-AE0C-4CD2C9F21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8724900"/>
            <a:ext cx="857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text-SEND-OFF">
            <a:extLst xmlns:a="http://schemas.openxmlformats.org/drawingml/2006/main">
              <a:ext uri="{FF2B5EF4-FFF2-40B4-BE49-F238E27FC236}">
                <a16:creationId xmlns:a16="http://schemas.microsoft.com/office/drawing/2014/main" id="{4CA820ED-A3AF-49C0-A29F-46863B5C8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8524875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SEND-OFF</a:t>
            </a:r>
          </a:p>
        </p:txBody>
      </p:sp>
      <p:sp>
        <p:nvSpPr>
          <p:cNvPr id="4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45AC6FEE-1BF1-4357-A4AD-0F6D90753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8724900"/>
            <a:ext cx="1952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550961417"/>
      </p:ext>
    </p:extLst>
  </p:cSld>
</p:sld>
</file>

<file path=ppt/slides/slide97.xml><?xml version="1.0" encoding="utf-8"?>
<p:sld xmlns:p="http://schemas.openxmlformats.org/presentationml/2006/main">
  <p:cSld>
    <p:bg>
      <p:bgPr>
        <a:solidFill xmlns:a="http://schemas.openxmlformats.org/drawingml/2006/main">
          <a:srgbClr val="FC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cb4ef36a1f4c9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7562850" cy="10696575"/>
          </a:xfrm>
          <a:prstGeom xmlns:a="http://schemas.openxmlformats.org/drawingml/2006/main" prst="rect">
            <a:avLst/>
          </a:prstGeom>
        </p:spPr>
      </p:pic>
      <p:sp>
        <p:nvSpPr>
          <p:cNvPr id="2" name="soft-romantic-panel">
            <a:extLst xmlns:a="http://schemas.openxmlformats.org/drawingml/2006/main">
              <a:ext uri="{FF2B5EF4-FFF2-40B4-BE49-F238E27FC236}">
                <a16:creationId xmlns:a16="http://schemas.microsoft.com/office/drawing/2014/main" id="{8379AB21-4376-4665-954A-89ACA25D3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"/>
            <a:ext cx="6000750" cy="9429750"/>
          </a:xfrm>
          <a:prstGeom xmlns:a="http://schemas.openxmlformats.org/drawingml/2006/main" prst="roundRect">
            <a:avLst>
              <a:gd name="adj" fmla="val 1270"/>
            </a:avLst>
          </a:prstGeom>
          <a:solidFill xmlns:a="http://schemas.openxmlformats.org/drawingml/2006/main">
            <a:srgbClr val="FCF7F3"/>
          </a:solidFill>
          <a:ln xmlns:a="http://schemas.openxmlformats.org/drawingml/2006/main" w="9525">
            <a:solidFill>
              <a:srgbClr val="C79B46"/>
            </a:solidFill>
            <a:prstDash val="solid"/>
          </a:ln>
        </p:spPr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92BEB1D9-AA6A-4652-A0F2-68022FC12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42950"/>
            <a:ext cx="5562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75" b="0" i="1">
                <a:solidFill>
                  <a:srgbClr val="52654E"/>
                </a:solidFill>
              </a:defRPr>
            </a:pPr>
            <a:r>
              <a:rPr sz="2475" b="0" i="1">
                <a:solidFill>
                  <a:srgbClr val="52654E"/>
                </a:solidFill>
              </a:rPr>
              <a:t>Final Week Checklist</a:t>
            </a:r>
          </a:p>
        </p:txBody>
      </p:sp>
      <p:sp>
        <p:nvSpPr>
          <p:cNvPr id="4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B64E5AA4-575D-4414-B944-AD9F9C05C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581150"/>
            <a:ext cx="85725" cy="857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C79B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6132D0B-64B7-461F-804A-E8C01CAA1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966787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C79B46"/>
                </a:solidFill>
              </a:defRPr>
            </a:pPr>
            <a:r>
              <a:rPr sz="750" b="0" i="0">
                <a:solidFill>
                  <a:srgbClr val="C79B46"/>
                </a:solidFill>
              </a:rPr>
              <a:t>097</a:t>
            </a:r>
          </a:p>
        </p:txBody>
      </p:sp>
      <p:sp>
        <p:nvSpPr>
          <p:cNvPr id="6" name="checkbox">
            <a:extLst xmlns:a="http://schemas.openxmlformats.org/drawingml/2006/main">
              <a:ext uri="{FF2B5EF4-FFF2-40B4-BE49-F238E27FC236}">
                <a16:creationId xmlns:a16="http://schemas.microsoft.com/office/drawing/2014/main" id="{6A65130C-D8D7-42EB-ABAD-259F248D3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66925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7" name="text-Confirm final guest count">
            <a:extLst xmlns:a="http://schemas.openxmlformats.org/drawingml/2006/main">
              <a:ext uri="{FF2B5EF4-FFF2-40B4-BE49-F238E27FC236}">
                <a16:creationId xmlns:a16="http://schemas.microsoft.com/office/drawing/2014/main" id="{8AD68BFB-6B45-4201-9898-963A82B46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0002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Confirm final guest count</a:t>
            </a:r>
          </a:p>
        </p:txBody>
      </p:sp>
      <p:sp>
        <p:nvSpPr>
          <p:cNvPr id="8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C92096B1-3C13-4A57-BF70-9D8A0F61B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2955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checkbox">
            <a:extLst xmlns:a="http://schemas.openxmlformats.org/drawingml/2006/main">
              <a:ext uri="{FF2B5EF4-FFF2-40B4-BE49-F238E27FC236}">
                <a16:creationId xmlns:a16="http://schemas.microsoft.com/office/drawing/2014/main" id="{0E4E796F-44DA-4793-A669-AF5FD1F3E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495550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0" name="text-Confirm vendor arrival times">
            <a:extLst xmlns:a="http://schemas.openxmlformats.org/drawingml/2006/main">
              <a:ext uri="{FF2B5EF4-FFF2-40B4-BE49-F238E27FC236}">
                <a16:creationId xmlns:a16="http://schemas.microsoft.com/office/drawing/2014/main" id="{193BB6A1-5563-42F3-94A9-CE4E00B20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42887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Confirm vendor arrival times</a:t>
            </a:r>
          </a:p>
        </p:txBody>
      </p:sp>
      <p:sp>
        <p:nvSpPr>
          <p:cNvPr id="1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062C9774-5EE0-4F3C-A0B3-9F41BA387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7241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checkbox">
            <a:extLst xmlns:a="http://schemas.openxmlformats.org/drawingml/2006/main">
              <a:ext uri="{FF2B5EF4-FFF2-40B4-BE49-F238E27FC236}">
                <a16:creationId xmlns:a16="http://schemas.microsoft.com/office/drawing/2014/main" id="{539CF3AA-FC1E-4393-BE93-49F637F27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924175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3" name="text-Prepare vendor payments">
            <a:extLst xmlns:a="http://schemas.openxmlformats.org/drawingml/2006/main">
              <a:ext uri="{FF2B5EF4-FFF2-40B4-BE49-F238E27FC236}">
                <a16:creationId xmlns:a16="http://schemas.microsoft.com/office/drawing/2014/main" id="{E85F7EE4-46C7-4391-B8E8-D478CAC34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8575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Prepare vendor payments</a:t>
            </a:r>
          </a:p>
        </p:txBody>
      </p:sp>
      <p:sp>
        <p:nvSpPr>
          <p:cNvPr id="1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96989F61-40F8-443D-A9DA-E2D5C6BD1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1527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checkbox">
            <a:extLst xmlns:a="http://schemas.openxmlformats.org/drawingml/2006/main">
              <a:ext uri="{FF2B5EF4-FFF2-40B4-BE49-F238E27FC236}">
                <a16:creationId xmlns:a16="http://schemas.microsoft.com/office/drawing/2014/main" id="{7E90CA32-6FA2-4D51-AB32-8B556A177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352800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6" name="text-Pack attire and accessories">
            <a:extLst xmlns:a="http://schemas.openxmlformats.org/drawingml/2006/main">
              <a:ext uri="{FF2B5EF4-FFF2-40B4-BE49-F238E27FC236}">
                <a16:creationId xmlns:a16="http://schemas.microsoft.com/office/drawing/2014/main" id="{D833CA85-2270-4CAE-9DEA-2493E16EA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28612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Pack attire and accessories</a:t>
            </a:r>
          </a:p>
        </p:txBody>
      </p:sp>
      <p:sp>
        <p:nvSpPr>
          <p:cNvPr id="1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172546CC-0603-4A00-B194-C70254BF1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58140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checkbox">
            <a:extLst xmlns:a="http://schemas.openxmlformats.org/drawingml/2006/main">
              <a:ext uri="{FF2B5EF4-FFF2-40B4-BE49-F238E27FC236}">
                <a16:creationId xmlns:a16="http://schemas.microsoft.com/office/drawing/2014/main" id="{3D65A575-DAC9-4AE3-BC52-B75F05410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81425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9" name="text-Print schedules">
            <a:extLst xmlns:a="http://schemas.openxmlformats.org/drawingml/2006/main">
              <a:ext uri="{FF2B5EF4-FFF2-40B4-BE49-F238E27FC236}">
                <a16:creationId xmlns:a16="http://schemas.microsoft.com/office/drawing/2014/main" id="{F6A78218-0B11-41FF-8C04-DF3A7DCAF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7147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Print schedules</a:t>
            </a:r>
          </a:p>
        </p:txBody>
      </p:sp>
      <p:sp>
        <p:nvSpPr>
          <p:cNvPr id="2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FFDB936C-65BC-47C6-A9CC-642FEE11D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0100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checkbox">
            <a:extLst xmlns:a="http://schemas.openxmlformats.org/drawingml/2006/main">
              <a:ext uri="{FF2B5EF4-FFF2-40B4-BE49-F238E27FC236}">
                <a16:creationId xmlns:a16="http://schemas.microsoft.com/office/drawing/2014/main" id="{9C2FBF50-6046-4361-BF5A-BCFC0D810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210050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22" name="text-Pack emergency kit">
            <a:extLst xmlns:a="http://schemas.openxmlformats.org/drawingml/2006/main">
              <a:ext uri="{FF2B5EF4-FFF2-40B4-BE49-F238E27FC236}">
                <a16:creationId xmlns:a16="http://schemas.microsoft.com/office/drawing/2014/main" id="{6768ACBF-424D-4EAC-AA61-6B97DC68F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14337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Pack emergency kit</a:t>
            </a:r>
          </a:p>
        </p:txBody>
      </p:sp>
      <p:sp>
        <p:nvSpPr>
          <p:cNvPr id="2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4DC94C66-510A-4B0A-8E26-BFA7B40CE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4386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checkbox">
            <a:extLst xmlns:a="http://schemas.openxmlformats.org/drawingml/2006/main">
              <a:ext uri="{FF2B5EF4-FFF2-40B4-BE49-F238E27FC236}">
                <a16:creationId xmlns:a16="http://schemas.microsoft.com/office/drawing/2014/main" id="{F22CE449-A76A-4673-AEBC-3F004CA9E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638675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25" name="text-Deliver décor and stationery">
            <a:extLst xmlns:a="http://schemas.openxmlformats.org/drawingml/2006/main">
              <a:ext uri="{FF2B5EF4-FFF2-40B4-BE49-F238E27FC236}">
                <a16:creationId xmlns:a16="http://schemas.microsoft.com/office/drawing/2014/main" id="{514F7003-173E-4581-8DEC-769AD648C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5720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Deliver décor and stationery</a:t>
            </a:r>
          </a:p>
        </p:txBody>
      </p:sp>
      <p:sp>
        <p:nvSpPr>
          <p:cNvPr id="2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CB91CCDC-4000-4AFC-A2BC-6D8629BFC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8672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checkbox">
            <a:extLst xmlns:a="http://schemas.openxmlformats.org/drawingml/2006/main">
              <a:ext uri="{FF2B5EF4-FFF2-40B4-BE49-F238E27FC236}">
                <a16:creationId xmlns:a16="http://schemas.microsoft.com/office/drawing/2014/main" id="{4E9DD509-E150-4A94-86AD-70D556284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067300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28" name="text-Confirm transport">
            <a:extLst xmlns:a="http://schemas.openxmlformats.org/drawingml/2006/main">
              <a:ext uri="{FF2B5EF4-FFF2-40B4-BE49-F238E27FC236}">
                <a16:creationId xmlns:a16="http://schemas.microsoft.com/office/drawing/2014/main" id="{836CB0CD-810E-441E-825A-0D4B37012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00062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Confirm transport</a:t>
            </a:r>
          </a:p>
        </p:txBody>
      </p:sp>
      <p:sp>
        <p:nvSpPr>
          <p:cNvPr id="2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A20165DA-327D-4E69-BB91-EF74AA805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29590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checkbox">
            <a:extLst xmlns:a="http://schemas.openxmlformats.org/drawingml/2006/main">
              <a:ext uri="{FF2B5EF4-FFF2-40B4-BE49-F238E27FC236}">
                <a16:creationId xmlns:a16="http://schemas.microsoft.com/office/drawing/2014/main" id="{8D2CC4DC-AB79-4C74-A090-255D11E66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495925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31" name="text-Confirm accommodation">
            <a:extLst xmlns:a="http://schemas.openxmlformats.org/drawingml/2006/main">
              <a:ext uri="{FF2B5EF4-FFF2-40B4-BE49-F238E27FC236}">
                <a16:creationId xmlns:a16="http://schemas.microsoft.com/office/drawing/2014/main" id="{E3957AF9-9609-4E18-AC2B-6217B79BD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4292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Confirm accommodation</a:t>
            </a:r>
          </a:p>
        </p:txBody>
      </p:sp>
      <p:sp>
        <p:nvSpPr>
          <p:cNvPr id="3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5FBB2034-ADCF-4A34-8947-703A4029C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7245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checkbox">
            <a:extLst xmlns:a="http://schemas.openxmlformats.org/drawingml/2006/main">
              <a:ext uri="{FF2B5EF4-FFF2-40B4-BE49-F238E27FC236}">
                <a16:creationId xmlns:a16="http://schemas.microsoft.com/office/drawing/2014/main" id="{57DF9868-E41C-411D-817A-9C51FDDE9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924550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34" name="text-Rehearse ceremony">
            <a:extLst xmlns:a="http://schemas.openxmlformats.org/drawingml/2006/main">
              <a:ext uri="{FF2B5EF4-FFF2-40B4-BE49-F238E27FC236}">
                <a16:creationId xmlns:a16="http://schemas.microsoft.com/office/drawing/2014/main" id="{B7D1201F-A176-4D96-AD00-FD3A95C7E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85787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Rehearse ceremony</a:t>
            </a:r>
          </a:p>
        </p:txBody>
      </p:sp>
      <p:sp>
        <p:nvSpPr>
          <p:cNvPr id="3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11257A7E-9F60-4DD3-82F6-74A8753B1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61531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checkbox">
            <a:extLst xmlns:a="http://schemas.openxmlformats.org/drawingml/2006/main">
              <a:ext uri="{FF2B5EF4-FFF2-40B4-BE49-F238E27FC236}">
                <a16:creationId xmlns:a16="http://schemas.microsoft.com/office/drawing/2014/main" id="{FE4157DB-38F1-4B5A-B005-FB3EC7994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353175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37" name="text-Charge devices">
            <a:extLst xmlns:a="http://schemas.openxmlformats.org/drawingml/2006/main">
              <a:ext uri="{FF2B5EF4-FFF2-40B4-BE49-F238E27FC236}">
                <a16:creationId xmlns:a16="http://schemas.microsoft.com/office/drawing/2014/main" id="{CA4AD835-36A4-4752-B796-0E936239A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62865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Charge devices</a:t>
            </a:r>
          </a:p>
        </p:txBody>
      </p:sp>
      <p:sp>
        <p:nvSpPr>
          <p:cNvPr id="38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B671BF7E-3B90-4D86-A1FB-4BC8D7DFB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65817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checkbox">
            <a:extLst xmlns:a="http://schemas.openxmlformats.org/drawingml/2006/main">
              <a:ext uri="{FF2B5EF4-FFF2-40B4-BE49-F238E27FC236}">
                <a16:creationId xmlns:a16="http://schemas.microsoft.com/office/drawing/2014/main" id="{7EEFBB4A-B690-4088-8434-EFAC1BE42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781800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40" name="text-Eat, rest and hydrate">
            <a:extLst xmlns:a="http://schemas.openxmlformats.org/drawingml/2006/main">
              <a:ext uri="{FF2B5EF4-FFF2-40B4-BE49-F238E27FC236}">
                <a16:creationId xmlns:a16="http://schemas.microsoft.com/office/drawing/2014/main" id="{18DE6F61-A83D-4887-AFA0-734F9F5F7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671512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Eat, rest and hydrate</a:t>
            </a:r>
          </a:p>
        </p:txBody>
      </p:sp>
      <p:sp>
        <p:nvSpPr>
          <p:cNvPr id="4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94517F93-3ADD-48CA-B602-EF5756981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701040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checkbox">
            <a:extLst xmlns:a="http://schemas.openxmlformats.org/drawingml/2006/main">
              <a:ext uri="{FF2B5EF4-FFF2-40B4-BE49-F238E27FC236}">
                <a16:creationId xmlns:a16="http://schemas.microsoft.com/office/drawing/2014/main" id="{2E927A4A-9EF1-4D9D-9EB9-09E192AC2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210425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43" name="text-Delegate final tasks">
            <a:extLst xmlns:a="http://schemas.openxmlformats.org/drawingml/2006/main">
              <a:ext uri="{FF2B5EF4-FFF2-40B4-BE49-F238E27FC236}">
                <a16:creationId xmlns:a16="http://schemas.microsoft.com/office/drawing/2014/main" id="{BFA83BDC-A2EF-45DD-BE32-AC7F980E7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71437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Delegate final tasks</a:t>
            </a:r>
          </a:p>
        </p:txBody>
      </p:sp>
      <p:sp>
        <p:nvSpPr>
          <p:cNvPr id="4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3DECBBC5-344D-4D5D-9995-283B0D1DD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74390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checkbox">
            <a:extLst xmlns:a="http://schemas.openxmlformats.org/drawingml/2006/main">
              <a:ext uri="{FF2B5EF4-FFF2-40B4-BE49-F238E27FC236}">
                <a16:creationId xmlns:a16="http://schemas.microsoft.com/office/drawing/2014/main" id="{A83FC2DA-90E8-4616-9BCB-B183C2B21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639050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46" name="text-Enjoy the week">
            <a:extLst xmlns:a="http://schemas.openxmlformats.org/drawingml/2006/main">
              <a:ext uri="{FF2B5EF4-FFF2-40B4-BE49-F238E27FC236}">
                <a16:creationId xmlns:a16="http://schemas.microsoft.com/office/drawing/2014/main" id="{81934A3D-6101-4853-91A6-AE6D51E07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757237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Enjoy the week</a:t>
            </a:r>
          </a:p>
        </p:txBody>
      </p:sp>
      <p:sp>
        <p:nvSpPr>
          <p:cNvPr id="4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6DAC5477-D105-4323-B586-4178B3326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78676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587351507"/>
      </p:ext>
    </p:extLst>
  </p:cSld>
</p:sld>
</file>

<file path=ppt/slides/slide98.xml><?xml version="1.0" encoding="utf-8"?>
<p:sld xmlns:p="http://schemas.openxmlformats.org/presentationml/2006/main">
  <p:cSld>
    <p:bg>
      <p:bgPr>
        <a:solidFill xmlns:a="http://schemas.openxmlformats.org/drawingml/2006/main">
          <a:srgbClr val="FC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5b0f462722445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7562850" cy="10696575"/>
          </a:xfrm>
          <a:prstGeom xmlns:a="http://schemas.openxmlformats.org/drawingml/2006/main" prst="rect">
            <a:avLst/>
          </a:prstGeom>
        </p:spPr>
      </p:pic>
      <p:sp>
        <p:nvSpPr>
          <p:cNvPr id="2" name="soft-romantic-panel">
            <a:extLst xmlns:a="http://schemas.openxmlformats.org/drawingml/2006/main">
              <a:ext uri="{FF2B5EF4-FFF2-40B4-BE49-F238E27FC236}">
                <a16:creationId xmlns:a16="http://schemas.microsoft.com/office/drawing/2014/main" id="{FD614D7F-BB95-4DF8-990A-3DDDCBD1D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"/>
            <a:ext cx="6000750" cy="9429750"/>
          </a:xfrm>
          <a:prstGeom xmlns:a="http://schemas.openxmlformats.org/drawingml/2006/main" prst="roundRect">
            <a:avLst>
              <a:gd name="adj" fmla="val 1270"/>
            </a:avLst>
          </a:prstGeom>
          <a:solidFill xmlns:a="http://schemas.openxmlformats.org/drawingml/2006/main">
            <a:srgbClr val="FCF7F3"/>
          </a:solidFill>
          <a:ln xmlns:a="http://schemas.openxmlformats.org/drawingml/2006/main" w="9525">
            <a:solidFill>
              <a:srgbClr val="C79B46"/>
            </a:solidFill>
            <a:prstDash val="solid"/>
          </a:ln>
        </p:spPr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14197F9B-481E-4709-B5E7-510B9D52B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42950"/>
            <a:ext cx="5562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75" b="0" i="1">
                <a:solidFill>
                  <a:srgbClr val="52654E"/>
                </a:solidFill>
              </a:defRPr>
            </a:pPr>
            <a:r>
              <a:rPr sz="2475" b="0" i="1">
                <a:solidFill>
                  <a:srgbClr val="52654E"/>
                </a:solidFill>
              </a:rPr>
              <a:t>Emergency Contacts</a:t>
            </a:r>
          </a:p>
        </p:txBody>
      </p:sp>
      <p:sp>
        <p:nvSpPr>
          <p:cNvPr id="4" name="page-subtitle">
            <a:extLst xmlns:a="http://schemas.openxmlformats.org/drawingml/2006/main">
              <a:ext uri="{FF2B5EF4-FFF2-40B4-BE49-F238E27FC236}">
                <a16:creationId xmlns:a16="http://schemas.microsoft.com/office/drawing/2014/main" id="{27C9CAD9-3637-4E7B-B776-0081C50A0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219200"/>
            <a:ext cx="461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C79B46"/>
                </a:solidFill>
              </a:defRPr>
            </a:pPr>
            <a:r>
              <a:rPr sz="975" b="0" i="0">
                <a:solidFill>
                  <a:srgbClr val="C79B46"/>
                </a:solidFill>
              </a:rPr>
              <a:t>NAMES, NUMBERS AND KEY DETAILS</a:t>
            </a:r>
          </a:p>
        </p:txBody>
      </p:sp>
      <p:sp>
        <p:nvSpPr>
          <p:cNvPr id="5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E8FE11BE-BEDB-4EE5-985C-8D0432E9D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581150"/>
            <a:ext cx="85725" cy="857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C79B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7F39CF5-2477-4773-BC24-26E9EB201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966787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C79B46"/>
                </a:solidFill>
              </a:defRPr>
            </a:pPr>
            <a:r>
              <a:rPr sz="750" b="0" i="0">
                <a:solidFill>
                  <a:srgbClr val="C79B46"/>
                </a:solidFill>
              </a:rPr>
              <a:t>098</a:t>
            </a:r>
          </a:p>
        </p:txBody>
      </p:sp>
      <p:sp>
        <p:nvSpPr>
          <p:cNvPr id="7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3EE8EB48-B57F-4153-989F-9F7092826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05000"/>
            <a:ext cx="2762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7B61"/>
            </a:solidFill>
            <a:prstDash val="solid"/>
          </a:ln>
        </p:spPr>
      </p:sp>
      <p:sp>
        <p:nvSpPr>
          <p:cNvPr id="8" name="text-PLANNER">
            <a:extLst xmlns:a="http://schemas.openxmlformats.org/drawingml/2006/main">
              <a:ext uri="{FF2B5EF4-FFF2-40B4-BE49-F238E27FC236}">
                <a16:creationId xmlns:a16="http://schemas.microsoft.com/office/drawing/2014/main" id="{60612347-FB1D-4F9B-B283-CF2DDCFFF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00025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667B61"/>
                </a:solidFill>
              </a:defRPr>
            </a:pPr>
            <a:r>
              <a:rPr sz="975" b="0" i="0">
                <a:solidFill>
                  <a:srgbClr val="667B61"/>
                </a:solidFill>
              </a:rPr>
              <a:t>PLANNER</a:t>
            </a:r>
          </a:p>
        </p:txBody>
      </p:sp>
      <p:sp>
        <p:nvSpPr>
          <p:cNvPr id="9" name="text-Name">
            <a:extLst xmlns:a="http://schemas.openxmlformats.org/drawingml/2006/main">
              <a:ext uri="{FF2B5EF4-FFF2-40B4-BE49-F238E27FC236}">
                <a16:creationId xmlns:a16="http://schemas.microsoft.com/office/drawing/2014/main" id="{AD43972A-18C8-4F0C-967E-26A7DFEFA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3050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67B61"/>
                </a:solidFill>
              </a:defRPr>
            </a:pPr>
            <a:r>
              <a:rPr sz="750" b="0" i="0">
                <a:solidFill>
                  <a:srgbClr val="667B61"/>
                </a:solidFill>
              </a:rPr>
              <a:t>Name</a:t>
            </a:r>
          </a:p>
        </p:txBody>
      </p:sp>
      <p:sp>
        <p:nvSpPr>
          <p:cNvPr id="1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DD2A470B-C8CA-4D32-8DE3-981D12006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486025"/>
            <a:ext cx="184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-Phone">
            <a:extLst xmlns:a="http://schemas.openxmlformats.org/drawingml/2006/main">
              <a:ext uri="{FF2B5EF4-FFF2-40B4-BE49-F238E27FC236}">
                <a16:creationId xmlns:a16="http://schemas.microsoft.com/office/drawing/2014/main" id="{A1A37975-08DD-447F-A1DE-22B0DC4C9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5717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67B61"/>
                </a:solidFill>
              </a:defRPr>
            </a:pPr>
            <a:r>
              <a:rPr sz="750" b="0" i="0">
                <a:solidFill>
                  <a:srgbClr val="667B61"/>
                </a:solidFill>
              </a:rPr>
              <a:t>Phone</a:t>
            </a:r>
          </a:p>
        </p:txBody>
      </p:sp>
      <p:sp>
        <p:nvSpPr>
          <p:cNvPr id="1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696A523B-1B8D-484B-8D2E-097EFEA66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752725"/>
            <a:ext cx="184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-Email">
            <a:extLst xmlns:a="http://schemas.openxmlformats.org/drawingml/2006/main">
              <a:ext uri="{FF2B5EF4-FFF2-40B4-BE49-F238E27FC236}">
                <a16:creationId xmlns:a16="http://schemas.microsoft.com/office/drawing/2014/main" id="{6D6CAEEE-A66B-4004-9F75-D6185D78D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8384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67B61"/>
                </a:solidFill>
              </a:defRPr>
            </a:pPr>
            <a:r>
              <a:rPr sz="750" b="0" i="0">
                <a:solidFill>
                  <a:srgbClr val="667B61"/>
                </a:solidFill>
              </a:rPr>
              <a:t>Email</a:t>
            </a:r>
          </a:p>
        </p:txBody>
      </p:sp>
      <p:sp>
        <p:nvSpPr>
          <p:cNvPr id="1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F1A521E1-DC69-4BBE-87B6-460D50CBE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019425"/>
            <a:ext cx="184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-Notes">
            <a:extLst xmlns:a="http://schemas.openxmlformats.org/drawingml/2006/main">
              <a:ext uri="{FF2B5EF4-FFF2-40B4-BE49-F238E27FC236}">
                <a16:creationId xmlns:a16="http://schemas.microsoft.com/office/drawing/2014/main" id="{BA8DEEF7-0045-4897-A211-A789E38E3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1051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67B61"/>
                </a:solidFill>
              </a:defRPr>
            </a:pPr>
            <a:r>
              <a:rPr sz="750" b="0" i="0">
                <a:solidFill>
                  <a:srgbClr val="667B61"/>
                </a:solidFill>
              </a:rPr>
              <a:t>Notes</a:t>
            </a:r>
          </a:p>
        </p:txBody>
      </p:sp>
      <p:sp>
        <p:nvSpPr>
          <p:cNvPr id="1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94722D49-AEF7-4971-8A3C-7CEFF0B1B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286125"/>
            <a:ext cx="184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AAD307A4-2BB0-4431-A311-191D4B792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1905000"/>
            <a:ext cx="2762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7B61"/>
            </a:solidFill>
            <a:prstDash val="solid"/>
          </a:ln>
        </p:spPr>
      </p:sp>
      <p:sp>
        <p:nvSpPr>
          <p:cNvPr id="18" name="text-VENUE">
            <a:extLst xmlns:a="http://schemas.openxmlformats.org/drawingml/2006/main">
              <a:ext uri="{FF2B5EF4-FFF2-40B4-BE49-F238E27FC236}">
                <a16:creationId xmlns:a16="http://schemas.microsoft.com/office/drawing/2014/main" id="{A637795B-9FE0-4316-9CC9-1A688F95C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200025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667B61"/>
                </a:solidFill>
              </a:defRPr>
            </a:pPr>
            <a:r>
              <a:rPr sz="975" b="0" i="0">
                <a:solidFill>
                  <a:srgbClr val="667B61"/>
                </a:solidFill>
              </a:rPr>
              <a:t>VENUE</a:t>
            </a:r>
          </a:p>
        </p:txBody>
      </p:sp>
      <p:sp>
        <p:nvSpPr>
          <p:cNvPr id="19" name="text-Name">
            <a:extLst xmlns:a="http://schemas.openxmlformats.org/drawingml/2006/main">
              <a:ext uri="{FF2B5EF4-FFF2-40B4-BE49-F238E27FC236}">
                <a16:creationId xmlns:a16="http://schemas.microsoft.com/office/drawing/2014/main" id="{593163A5-91FF-4FE2-988B-F37134D3F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23050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67B61"/>
                </a:solidFill>
              </a:defRPr>
            </a:pPr>
            <a:r>
              <a:rPr sz="750" b="0" i="0">
                <a:solidFill>
                  <a:srgbClr val="667B61"/>
                </a:solidFill>
              </a:rPr>
              <a:t>Name</a:t>
            </a:r>
          </a:p>
        </p:txBody>
      </p:sp>
      <p:sp>
        <p:nvSpPr>
          <p:cNvPr id="2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A1E69D89-6A8A-4EC3-B3DC-5CF41FDF3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486025"/>
            <a:ext cx="184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-Phone">
            <a:extLst xmlns:a="http://schemas.openxmlformats.org/drawingml/2006/main">
              <a:ext uri="{FF2B5EF4-FFF2-40B4-BE49-F238E27FC236}">
                <a16:creationId xmlns:a16="http://schemas.microsoft.com/office/drawing/2014/main" id="{623E7A91-345F-4C7C-8139-2A5ACB74D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25717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67B61"/>
                </a:solidFill>
              </a:defRPr>
            </a:pPr>
            <a:r>
              <a:rPr sz="750" b="0" i="0">
                <a:solidFill>
                  <a:srgbClr val="667B61"/>
                </a:solidFill>
              </a:rPr>
              <a:t>Phone</a:t>
            </a:r>
          </a:p>
        </p:txBody>
      </p:sp>
      <p:sp>
        <p:nvSpPr>
          <p:cNvPr id="2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E85E3B2B-87C7-41C8-9937-8DC03DFC2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752725"/>
            <a:ext cx="184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ext-Email">
            <a:extLst xmlns:a="http://schemas.openxmlformats.org/drawingml/2006/main">
              <a:ext uri="{FF2B5EF4-FFF2-40B4-BE49-F238E27FC236}">
                <a16:creationId xmlns:a16="http://schemas.microsoft.com/office/drawing/2014/main" id="{208C019A-FC5C-4DF7-A3DB-DB834C055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28384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67B61"/>
                </a:solidFill>
              </a:defRPr>
            </a:pPr>
            <a:r>
              <a:rPr sz="750" b="0" i="0">
                <a:solidFill>
                  <a:srgbClr val="667B61"/>
                </a:solidFill>
              </a:rPr>
              <a:t>Email</a:t>
            </a:r>
          </a:p>
        </p:txBody>
      </p:sp>
      <p:sp>
        <p:nvSpPr>
          <p:cNvPr id="2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CDC70BD0-7D2D-4BB3-8466-6423B00FC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019425"/>
            <a:ext cx="184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text-Notes">
            <a:extLst xmlns:a="http://schemas.openxmlformats.org/drawingml/2006/main">
              <a:ext uri="{FF2B5EF4-FFF2-40B4-BE49-F238E27FC236}">
                <a16:creationId xmlns:a16="http://schemas.microsoft.com/office/drawing/2014/main" id="{E329B084-E73A-4EE5-A244-892D9A1B8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31051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67B61"/>
                </a:solidFill>
              </a:defRPr>
            </a:pPr>
            <a:r>
              <a:rPr sz="750" b="0" i="0">
                <a:solidFill>
                  <a:srgbClr val="667B61"/>
                </a:solidFill>
              </a:rPr>
              <a:t>Notes</a:t>
            </a:r>
          </a:p>
        </p:txBody>
      </p:sp>
      <p:sp>
        <p:nvSpPr>
          <p:cNvPr id="2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EB984A26-DADA-4F69-B223-92279122E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286125"/>
            <a:ext cx="184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030682A4-C86C-403D-8EF3-0E8D2EEE2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0"/>
            <a:ext cx="2762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7B61"/>
            </a:solidFill>
            <a:prstDash val="solid"/>
          </a:ln>
        </p:spPr>
      </p:sp>
      <p:sp>
        <p:nvSpPr>
          <p:cNvPr id="28" name="text-CATERER">
            <a:extLst xmlns:a="http://schemas.openxmlformats.org/drawingml/2006/main">
              <a:ext uri="{FF2B5EF4-FFF2-40B4-BE49-F238E27FC236}">
                <a16:creationId xmlns:a16="http://schemas.microsoft.com/office/drawing/2014/main" id="{63C9EC25-2483-448A-82B9-D39A4FB8E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81000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667B61"/>
                </a:solidFill>
              </a:defRPr>
            </a:pPr>
            <a:r>
              <a:rPr sz="975" b="0" i="0">
                <a:solidFill>
                  <a:srgbClr val="667B61"/>
                </a:solidFill>
              </a:rPr>
              <a:t>CATERER</a:t>
            </a:r>
          </a:p>
        </p:txBody>
      </p:sp>
      <p:sp>
        <p:nvSpPr>
          <p:cNvPr id="29" name="text-Name">
            <a:extLst xmlns:a="http://schemas.openxmlformats.org/drawingml/2006/main">
              <a:ext uri="{FF2B5EF4-FFF2-40B4-BE49-F238E27FC236}">
                <a16:creationId xmlns:a16="http://schemas.microsoft.com/office/drawing/2014/main" id="{D10F0C4A-A459-4E6F-9315-5F06D49DC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11480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67B61"/>
                </a:solidFill>
              </a:defRPr>
            </a:pPr>
            <a:r>
              <a:rPr sz="750" b="0" i="0">
                <a:solidFill>
                  <a:srgbClr val="667B61"/>
                </a:solidFill>
              </a:rPr>
              <a:t>Name</a:t>
            </a:r>
          </a:p>
        </p:txBody>
      </p:sp>
      <p:sp>
        <p:nvSpPr>
          <p:cNvPr id="3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C2DB3820-2FCB-49FA-84F8-B1C1C91C3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295775"/>
            <a:ext cx="184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text-Phone">
            <a:extLst xmlns:a="http://schemas.openxmlformats.org/drawingml/2006/main">
              <a:ext uri="{FF2B5EF4-FFF2-40B4-BE49-F238E27FC236}">
                <a16:creationId xmlns:a16="http://schemas.microsoft.com/office/drawing/2014/main" id="{A4B5D2F8-A079-442B-9A2A-3AD59C371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38150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67B61"/>
                </a:solidFill>
              </a:defRPr>
            </a:pPr>
            <a:r>
              <a:rPr sz="750" b="0" i="0">
                <a:solidFill>
                  <a:srgbClr val="667B61"/>
                </a:solidFill>
              </a:rPr>
              <a:t>Phone</a:t>
            </a:r>
          </a:p>
        </p:txBody>
      </p:sp>
      <p:sp>
        <p:nvSpPr>
          <p:cNvPr id="3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1E5C85D9-3E85-4E95-BA5E-943498AF2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562475"/>
            <a:ext cx="184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text-Email">
            <a:extLst xmlns:a="http://schemas.openxmlformats.org/drawingml/2006/main">
              <a:ext uri="{FF2B5EF4-FFF2-40B4-BE49-F238E27FC236}">
                <a16:creationId xmlns:a16="http://schemas.microsoft.com/office/drawing/2014/main" id="{CBEA6D1B-9641-4F90-A84E-C9AAAD789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64820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67B61"/>
                </a:solidFill>
              </a:defRPr>
            </a:pPr>
            <a:r>
              <a:rPr sz="750" b="0" i="0">
                <a:solidFill>
                  <a:srgbClr val="667B61"/>
                </a:solidFill>
              </a:rPr>
              <a:t>Email</a:t>
            </a:r>
          </a:p>
        </p:txBody>
      </p:sp>
      <p:sp>
        <p:nvSpPr>
          <p:cNvPr id="3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07F3CDBC-A9FD-4C04-96A7-C3643705E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829175"/>
            <a:ext cx="184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text-Notes">
            <a:extLst xmlns:a="http://schemas.openxmlformats.org/drawingml/2006/main">
              <a:ext uri="{FF2B5EF4-FFF2-40B4-BE49-F238E27FC236}">
                <a16:creationId xmlns:a16="http://schemas.microsoft.com/office/drawing/2014/main" id="{FFDD9B56-A5E8-4A3D-A6E6-E33329E6B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91490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67B61"/>
                </a:solidFill>
              </a:defRPr>
            </a:pPr>
            <a:r>
              <a:rPr sz="750" b="0" i="0">
                <a:solidFill>
                  <a:srgbClr val="667B61"/>
                </a:solidFill>
              </a:rPr>
              <a:t>Notes</a:t>
            </a:r>
          </a:p>
        </p:txBody>
      </p:sp>
      <p:sp>
        <p:nvSpPr>
          <p:cNvPr id="3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1842BFFD-37E1-478C-AB57-B00EBFE01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095875"/>
            <a:ext cx="184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D4508680-34F1-4A7F-B0D8-CC0BD305C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714750"/>
            <a:ext cx="2762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7B61"/>
            </a:solidFill>
            <a:prstDash val="solid"/>
          </a:ln>
        </p:spPr>
      </p:sp>
      <p:sp>
        <p:nvSpPr>
          <p:cNvPr id="38" name="text-TRANSPORT">
            <a:extLst xmlns:a="http://schemas.openxmlformats.org/drawingml/2006/main">
              <a:ext uri="{FF2B5EF4-FFF2-40B4-BE49-F238E27FC236}">
                <a16:creationId xmlns:a16="http://schemas.microsoft.com/office/drawing/2014/main" id="{968C854A-EFFF-4824-B3CF-D30B310B3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381000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667B61"/>
                </a:solidFill>
              </a:defRPr>
            </a:pPr>
            <a:r>
              <a:rPr sz="975" b="0" i="0">
                <a:solidFill>
                  <a:srgbClr val="667B61"/>
                </a:solidFill>
              </a:rPr>
              <a:t>TRANSPORT</a:t>
            </a:r>
          </a:p>
        </p:txBody>
      </p:sp>
      <p:sp>
        <p:nvSpPr>
          <p:cNvPr id="39" name="text-Name">
            <a:extLst xmlns:a="http://schemas.openxmlformats.org/drawingml/2006/main">
              <a:ext uri="{FF2B5EF4-FFF2-40B4-BE49-F238E27FC236}">
                <a16:creationId xmlns:a16="http://schemas.microsoft.com/office/drawing/2014/main" id="{688D639E-9247-4E47-AB40-B0EA90E69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411480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67B61"/>
                </a:solidFill>
              </a:defRPr>
            </a:pPr>
            <a:r>
              <a:rPr sz="750" b="0" i="0">
                <a:solidFill>
                  <a:srgbClr val="667B61"/>
                </a:solidFill>
              </a:rPr>
              <a:t>Name</a:t>
            </a:r>
          </a:p>
        </p:txBody>
      </p:sp>
      <p:sp>
        <p:nvSpPr>
          <p:cNvPr id="4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A7AB73F4-83F3-46C6-862A-DFF791C8F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295775"/>
            <a:ext cx="184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text-Phone">
            <a:extLst xmlns:a="http://schemas.openxmlformats.org/drawingml/2006/main">
              <a:ext uri="{FF2B5EF4-FFF2-40B4-BE49-F238E27FC236}">
                <a16:creationId xmlns:a16="http://schemas.microsoft.com/office/drawing/2014/main" id="{C12B7C74-C9D5-433E-B5DE-033DCDA68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438150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67B61"/>
                </a:solidFill>
              </a:defRPr>
            </a:pPr>
            <a:r>
              <a:rPr sz="750" b="0" i="0">
                <a:solidFill>
                  <a:srgbClr val="667B61"/>
                </a:solidFill>
              </a:rPr>
              <a:t>Phone</a:t>
            </a:r>
          </a:p>
        </p:txBody>
      </p:sp>
      <p:sp>
        <p:nvSpPr>
          <p:cNvPr id="4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90053C53-BF00-44EC-A569-76389CEAC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562475"/>
            <a:ext cx="184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text-Email">
            <a:extLst xmlns:a="http://schemas.openxmlformats.org/drawingml/2006/main">
              <a:ext uri="{FF2B5EF4-FFF2-40B4-BE49-F238E27FC236}">
                <a16:creationId xmlns:a16="http://schemas.microsoft.com/office/drawing/2014/main" id="{641F2513-61C5-4370-A867-C2640439B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464820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67B61"/>
                </a:solidFill>
              </a:defRPr>
            </a:pPr>
            <a:r>
              <a:rPr sz="750" b="0" i="0">
                <a:solidFill>
                  <a:srgbClr val="667B61"/>
                </a:solidFill>
              </a:rPr>
              <a:t>Email</a:t>
            </a:r>
          </a:p>
        </p:txBody>
      </p:sp>
      <p:sp>
        <p:nvSpPr>
          <p:cNvPr id="4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FAD5E8C6-55C4-4285-B8BD-355E15A27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829175"/>
            <a:ext cx="184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text-Notes">
            <a:extLst xmlns:a="http://schemas.openxmlformats.org/drawingml/2006/main">
              <a:ext uri="{FF2B5EF4-FFF2-40B4-BE49-F238E27FC236}">
                <a16:creationId xmlns:a16="http://schemas.microsoft.com/office/drawing/2014/main" id="{A71E8747-E66E-4F75-A301-15C257EDB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491490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67B61"/>
                </a:solidFill>
              </a:defRPr>
            </a:pPr>
            <a:r>
              <a:rPr sz="750" b="0" i="0">
                <a:solidFill>
                  <a:srgbClr val="667B61"/>
                </a:solidFill>
              </a:rPr>
              <a:t>Notes</a:t>
            </a:r>
          </a:p>
        </p:txBody>
      </p:sp>
      <p:sp>
        <p:nvSpPr>
          <p:cNvPr id="4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72E7B98D-80D5-4603-AB50-1D9E8765B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5095875"/>
            <a:ext cx="184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402E8CEE-F4F7-49C5-8A5A-2EB147E96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24500"/>
            <a:ext cx="2762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7B61"/>
            </a:solidFill>
            <a:prstDash val="solid"/>
          </a:ln>
        </p:spPr>
      </p:sp>
      <p:sp>
        <p:nvSpPr>
          <p:cNvPr id="48" name="text-PHOTOGRAPHER">
            <a:extLst xmlns:a="http://schemas.openxmlformats.org/drawingml/2006/main">
              <a:ext uri="{FF2B5EF4-FFF2-40B4-BE49-F238E27FC236}">
                <a16:creationId xmlns:a16="http://schemas.microsoft.com/office/drawing/2014/main" id="{6812A750-C21D-4E63-98AB-136E2074E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561975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667B61"/>
                </a:solidFill>
              </a:defRPr>
            </a:pPr>
            <a:r>
              <a:rPr sz="975" b="0" i="0">
                <a:solidFill>
                  <a:srgbClr val="667B61"/>
                </a:solidFill>
              </a:rPr>
              <a:t>PHOTOGRAPHER</a:t>
            </a:r>
          </a:p>
        </p:txBody>
      </p:sp>
      <p:sp>
        <p:nvSpPr>
          <p:cNvPr id="49" name="text-Name">
            <a:extLst xmlns:a="http://schemas.openxmlformats.org/drawingml/2006/main">
              <a:ext uri="{FF2B5EF4-FFF2-40B4-BE49-F238E27FC236}">
                <a16:creationId xmlns:a16="http://schemas.microsoft.com/office/drawing/2014/main" id="{E1811577-2853-427E-A186-A77EBB545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59245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67B61"/>
                </a:solidFill>
              </a:defRPr>
            </a:pPr>
            <a:r>
              <a:rPr sz="750" b="0" i="0">
                <a:solidFill>
                  <a:srgbClr val="667B61"/>
                </a:solidFill>
              </a:rPr>
              <a:t>Name</a:t>
            </a:r>
          </a:p>
        </p:txBody>
      </p:sp>
      <p:sp>
        <p:nvSpPr>
          <p:cNvPr id="5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122A77EA-78D9-4059-AB7D-24A2DAB6F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6105525"/>
            <a:ext cx="184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text-Phone">
            <a:extLst xmlns:a="http://schemas.openxmlformats.org/drawingml/2006/main">
              <a:ext uri="{FF2B5EF4-FFF2-40B4-BE49-F238E27FC236}">
                <a16:creationId xmlns:a16="http://schemas.microsoft.com/office/drawing/2014/main" id="{3374E525-F503-4E48-9899-71F137C6E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61912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67B61"/>
                </a:solidFill>
              </a:defRPr>
            </a:pPr>
            <a:r>
              <a:rPr sz="750" b="0" i="0">
                <a:solidFill>
                  <a:srgbClr val="667B61"/>
                </a:solidFill>
              </a:rPr>
              <a:t>Phone</a:t>
            </a:r>
          </a:p>
        </p:txBody>
      </p:sp>
      <p:sp>
        <p:nvSpPr>
          <p:cNvPr id="5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64F414EB-A13C-4200-88C1-6D35D269A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6372225"/>
            <a:ext cx="184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text-Email">
            <a:extLst xmlns:a="http://schemas.openxmlformats.org/drawingml/2006/main">
              <a:ext uri="{FF2B5EF4-FFF2-40B4-BE49-F238E27FC236}">
                <a16:creationId xmlns:a16="http://schemas.microsoft.com/office/drawing/2014/main" id="{3FAFA34E-23F8-4E3F-9F8D-549D0D42E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64579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67B61"/>
                </a:solidFill>
              </a:defRPr>
            </a:pPr>
            <a:r>
              <a:rPr sz="750" b="0" i="0">
                <a:solidFill>
                  <a:srgbClr val="667B61"/>
                </a:solidFill>
              </a:rPr>
              <a:t>Email</a:t>
            </a:r>
          </a:p>
        </p:txBody>
      </p:sp>
      <p:sp>
        <p:nvSpPr>
          <p:cNvPr id="5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013F3860-26AD-4B22-8EC5-8AB22D000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6638925"/>
            <a:ext cx="184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text-Notes">
            <a:extLst xmlns:a="http://schemas.openxmlformats.org/drawingml/2006/main">
              <a:ext uri="{FF2B5EF4-FFF2-40B4-BE49-F238E27FC236}">
                <a16:creationId xmlns:a16="http://schemas.microsoft.com/office/drawing/2014/main" id="{F92F48E4-03A5-4F0E-AE98-DBC95DFCF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67246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67B61"/>
                </a:solidFill>
              </a:defRPr>
            </a:pPr>
            <a:r>
              <a:rPr sz="750" b="0" i="0">
                <a:solidFill>
                  <a:srgbClr val="667B61"/>
                </a:solidFill>
              </a:rPr>
              <a:t>Notes</a:t>
            </a:r>
          </a:p>
        </p:txBody>
      </p:sp>
      <p:sp>
        <p:nvSpPr>
          <p:cNvPr id="5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AFDE6305-EA35-4F19-A259-588C4BEB5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6905625"/>
            <a:ext cx="184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060A8E7B-37D0-45B3-B654-C3D505D5A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5524500"/>
            <a:ext cx="2762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7B61"/>
            </a:solidFill>
            <a:prstDash val="solid"/>
          </a:ln>
        </p:spPr>
      </p:sp>
      <p:sp>
        <p:nvSpPr>
          <p:cNvPr id="58" name="text-FAMILY CONTACT">
            <a:extLst xmlns:a="http://schemas.openxmlformats.org/drawingml/2006/main">
              <a:ext uri="{FF2B5EF4-FFF2-40B4-BE49-F238E27FC236}">
                <a16:creationId xmlns:a16="http://schemas.microsoft.com/office/drawing/2014/main" id="{FE7BEB0E-90D8-44A0-9696-B5BEE3DDD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561975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667B61"/>
                </a:solidFill>
              </a:defRPr>
            </a:pPr>
            <a:r>
              <a:rPr sz="975" b="0" i="0">
                <a:solidFill>
                  <a:srgbClr val="667B61"/>
                </a:solidFill>
              </a:rPr>
              <a:t>FAMILY CONTACT</a:t>
            </a:r>
          </a:p>
        </p:txBody>
      </p:sp>
      <p:sp>
        <p:nvSpPr>
          <p:cNvPr id="59" name="text-Name">
            <a:extLst xmlns:a="http://schemas.openxmlformats.org/drawingml/2006/main">
              <a:ext uri="{FF2B5EF4-FFF2-40B4-BE49-F238E27FC236}">
                <a16:creationId xmlns:a16="http://schemas.microsoft.com/office/drawing/2014/main" id="{1B92C31F-F6A0-477D-B368-F4A3FCCEB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59245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67B61"/>
                </a:solidFill>
              </a:defRPr>
            </a:pPr>
            <a:r>
              <a:rPr sz="750" b="0" i="0">
                <a:solidFill>
                  <a:srgbClr val="667B61"/>
                </a:solidFill>
              </a:rPr>
              <a:t>Name</a:t>
            </a:r>
          </a:p>
        </p:txBody>
      </p:sp>
      <p:sp>
        <p:nvSpPr>
          <p:cNvPr id="6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068DBA7A-FEFE-47A2-A99C-D54CC754B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6105525"/>
            <a:ext cx="184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text-Phone">
            <a:extLst xmlns:a="http://schemas.openxmlformats.org/drawingml/2006/main">
              <a:ext uri="{FF2B5EF4-FFF2-40B4-BE49-F238E27FC236}">
                <a16:creationId xmlns:a16="http://schemas.microsoft.com/office/drawing/2014/main" id="{B0E9AEBA-27A1-4D3E-B92B-FDEF0D9F0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61912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67B61"/>
                </a:solidFill>
              </a:defRPr>
            </a:pPr>
            <a:r>
              <a:rPr sz="750" b="0" i="0">
                <a:solidFill>
                  <a:srgbClr val="667B61"/>
                </a:solidFill>
              </a:rPr>
              <a:t>Phone</a:t>
            </a:r>
          </a:p>
        </p:txBody>
      </p:sp>
      <p:sp>
        <p:nvSpPr>
          <p:cNvPr id="6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D6D7478E-4B0B-4919-81BC-E189EB9A1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6372225"/>
            <a:ext cx="184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text-Email">
            <a:extLst xmlns:a="http://schemas.openxmlformats.org/drawingml/2006/main">
              <a:ext uri="{FF2B5EF4-FFF2-40B4-BE49-F238E27FC236}">
                <a16:creationId xmlns:a16="http://schemas.microsoft.com/office/drawing/2014/main" id="{52ACCFAD-0E27-47D4-839C-7EA8F98FD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64579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67B61"/>
                </a:solidFill>
              </a:defRPr>
            </a:pPr>
            <a:r>
              <a:rPr sz="750" b="0" i="0">
                <a:solidFill>
                  <a:srgbClr val="667B61"/>
                </a:solidFill>
              </a:rPr>
              <a:t>Email</a:t>
            </a:r>
          </a:p>
        </p:txBody>
      </p:sp>
      <p:sp>
        <p:nvSpPr>
          <p:cNvPr id="6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B699465F-2149-4ED9-A574-17372F8A3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6638925"/>
            <a:ext cx="184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text-Notes">
            <a:extLst xmlns:a="http://schemas.openxmlformats.org/drawingml/2006/main">
              <a:ext uri="{FF2B5EF4-FFF2-40B4-BE49-F238E27FC236}">
                <a16:creationId xmlns:a16="http://schemas.microsoft.com/office/drawing/2014/main" id="{4D0517BC-296B-4A54-80E0-2C0D66C78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67246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67B61"/>
                </a:solidFill>
              </a:defRPr>
            </a:pPr>
            <a:r>
              <a:rPr sz="750" b="0" i="0">
                <a:solidFill>
                  <a:srgbClr val="667B61"/>
                </a:solidFill>
              </a:rPr>
              <a:t>Notes</a:t>
            </a:r>
          </a:p>
        </p:txBody>
      </p:sp>
      <p:sp>
        <p:nvSpPr>
          <p:cNvPr id="6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0F641FC7-5488-44D5-ACDD-0C0982200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6905625"/>
            <a:ext cx="184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782464D8-2CF3-4123-98D0-BECCE8435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334250"/>
            <a:ext cx="2762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7B61"/>
            </a:solidFill>
            <a:prstDash val="solid"/>
          </a:ln>
        </p:spPr>
      </p:sp>
      <p:sp>
        <p:nvSpPr>
          <p:cNvPr id="68" name="text-MEDICAL CONTACT">
            <a:extLst xmlns:a="http://schemas.openxmlformats.org/drawingml/2006/main">
              <a:ext uri="{FF2B5EF4-FFF2-40B4-BE49-F238E27FC236}">
                <a16:creationId xmlns:a16="http://schemas.microsoft.com/office/drawing/2014/main" id="{29D64E62-351B-4AA8-BC99-ADE1190E3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742950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667B61"/>
                </a:solidFill>
              </a:defRPr>
            </a:pPr>
            <a:r>
              <a:rPr sz="975" b="0" i="0">
                <a:solidFill>
                  <a:srgbClr val="667B61"/>
                </a:solidFill>
              </a:rPr>
              <a:t>MEDICAL CONTACT</a:t>
            </a:r>
          </a:p>
        </p:txBody>
      </p:sp>
      <p:sp>
        <p:nvSpPr>
          <p:cNvPr id="69" name="text-Name">
            <a:extLst xmlns:a="http://schemas.openxmlformats.org/drawingml/2006/main">
              <a:ext uri="{FF2B5EF4-FFF2-40B4-BE49-F238E27FC236}">
                <a16:creationId xmlns:a16="http://schemas.microsoft.com/office/drawing/2014/main" id="{12A9A1C7-B8F0-4227-85EA-BA301CB5C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773430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67B61"/>
                </a:solidFill>
              </a:defRPr>
            </a:pPr>
            <a:r>
              <a:rPr sz="750" b="0" i="0">
                <a:solidFill>
                  <a:srgbClr val="667B61"/>
                </a:solidFill>
              </a:rPr>
              <a:t>Name</a:t>
            </a:r>
          </a:p>
        </p:txBody>
      </p:sp>
      <p:sp>
        <p:nvSpPr>
          <p:cNvPr id="7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BCC42B02-F391-4116-99D0-AE0D4262A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7915275"/>
            <a:ext cx="184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text-Phone">
            <a:extLst xmlns:a="http://schemas.openxmlformats.org/drawingml/2006/main">
              <a:ext uri="{FF2B5EF4-FFF2-40B4-BE49-F238E27FC236}">
                <a16:creationId xmlns:a16="http://schemas.microsoft.com/office/drawing/2014/main" id="{F1E0582B-C8A8-4EDA-8DFF-1216AB7C7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800100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67B61"/>
                </a:solidFill>
              </a:defRPr>
            </a:pPr>
            <a:r>
              <a:rPr sz="750" b="0" i="0">
                <a:solidFill>
                  <a:srgbClr val="667B61"/>
                </a:solidFill>
              </a:rPr>
              <a:t>Phone</a:t>
            </a:r>
          </a:p>
        </p:txBody>
      </p:sp>
      <p:sp>
        <p:nvSpPr>
          <p:cNvPr id="7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F205295E-9F2B-46D9-8959-4B2118D68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8181975"/>
            <a:ext cx="184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text-Email">
            <a:extLst xmlns:a="http://schemas.openxmlformats.org/drawingml/2006/main">
              <a:ext uri="{FF2B5EF4-FFF2-40B4-BE49-F238E27FC236}">
                <a16:creationId xmlns:a16="http://schemas.microsoft.com/office/drawing/2014/main" id="{E6946628-FC78-4AFC-8BF3-A6892B8F8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826770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67B61"/>
                </a:solidFill>
              </a:defRPr>
            </a:pPr>
            <a:r>
              <a:rPr sz="750" b="0" i="0">
                <a:solidFill>
                  <a:srgbClr val="667B61"/>
                </a:solidFill>
              </a:rPr>
              <a:t>Email</a:t>
            </a:r>
          </a:p>
        </p:txBody>
      </p:sp>
      <p:sp>
        <p:nvSpPr>
          <p:cNvPr id="7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0E863E77-D5F6-4B72-9766-5282BC96E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8448675"/>
            <a:ext cx="184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text-Notes">
            <a:extLst xmlns:a="http://schemas.openxmlformats.org/drawingml/2006/main">
              <a:ext uri="{FF2B5EF4-FFF2-40B4-BE49-F238E27FC236}">
                <a16:creationId xmlns:a16="http://schemas.microsoft.com/office/drawing/2014/main" id="{3601D0EB-CFC1-4607-8F30-8AC22647F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853440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67B61"/>
                </a:solidFill>
              </a:defRPr>
            </a:pPr>
            <a:r>
              <a:rPr sz="750" b="0" i="0">
                <a:solidFill>
                  <a:srgbClr val="667B61"/>
                </a:solidFill>
              </a:rPr>
              <a:t>Notes</a:t>
            </a:r>
          </a:p>
        </p:txBody>
      </p:sp>
      <p:sp>
        <p:nvSpPr>
          <p:cNvPr id="7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FBC6C2D7-A2EC-43D5-A9AA-804A7D414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8715375"/>
            <a:ext cx="184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B8397DE0-5E4A-4130-81D2-3F928520B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7334250"/>
            <a:ext cx="2762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7B61"/>
            </a:solidFill>
            <a:prstDash val="solid"/>
          </a:ln>
        </p:spPr>
      </p:sp>
      <p:sp>
        <p:nvSpPr>
          <p:cNvPr id="78" name="text-BACKUP CONTACT">
            <a:extLst xmlns:a="http://schemas.openxmlformats.org/drawingml/2006/main">
              <a:ext uri="{FF2B5EF4-FFF2-40B4-BE49-F238E27FC236}">
                <a16:creationId xmlns:a16="http://schemas.microsoft.com/office/drawing/2014/main" id="{BA2E6481-13EE-48E8-8890-970F624E1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742950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667B61"/>
                </a:solidFill>
              </a:defRPr>
            </a:pPr>
            <a:r>
              <a:rPr sz="975" b="0" i="0">
                <a:solidFill>
                  <a:srgbClr val="667B61"/>
                </a:solidFill>
              </a:rPr>
              <a:t>BACKUP CONTACT</a:t>
            </a:r>
          </a:p>
        </p:txBody>
      </p:sp>
      <p:sp>
        <p:nvSpPr>
          <p:cNvPr id="79" name="text-Name">
            <a:extLst xmlns:a="http://schemas.openxmlformats.org/drawingml/2006/main">
              <a:ext uri="{FF2B5EF4-FFF2-40B4-BE49-F238E27FC236}">
                <a16:creationId xmlns:a16="http://schemas.microsoft.com/office/drawing/2014/main" id="{1F146012-4955-4E5E-B73B-6C3A1187C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773430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67B61"/>
                </a:solidFill>
              </a:defRPr>
            </a:pPr>
            <a:r>
              <a:rPr sz="750" b="0" i="0">
                <a:solidFill>
                  <a:srgbClr val="667B61"/>
                </a:solidFill>
              </a:rPr>
              <a:t>Name</a:t>
            </a:r>
          </a:p>
        </p:txBody>
      </p:sp>
      <p:sp>
        <p:nvSpPr>
          <p:cNvPr id="8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E2561A28-298B-49A6-921D-A38E5BF2D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7915275"/>
            <a:ext cx="184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text-Phone">
            <a:extLst xmlns:a="http://schemas.openxmlformats.org/drawingml/2006/main">
              <a:ext uri="{FF2B5EF4-FFF2-40B4-BE49-F238E27FC236}">
                <a16:creationId xmlns:a16="http://schemas.microsoft.com/office/drawing/2014/main" id="{A93E6DD7-3546-4AEB-8793-6B13529B0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800100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67B61"/>
                </a:solidFill>
              </a:defRPr>
            </a:pPr>
            <a:r>
              <a:rPr sz="750" b="0" i="0">
                <a:solidFill>
                  <a:srgbClr val="667B61"/>
                </a:solidFill>
              </a:rPr>
              <a:t>Phone</a:t>
            </a:r>
          </a:p>
        </p:txBody>
      </p:sp>
      <p:sp>
        <p:nvSpPr>
          <p:cNvPr id="8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D5D73A97-501C-466B-B0CC-7E5C5EED2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8181975"/>
            <a:ext cx="184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text-Email">
            <a:extLst xmlns:a="http://schemas.openxmlformats.org/drawingml/2006/main">
              <a:ext uri="{FF2B5EF4-FFF2-40B4-BE49-F238E27FC236}">
                <a16:creationId xmlns:a16="http://schemas.microsoft.com/office/drawing/2014/main" id="{81070994-F958-4816-8662-88E318522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826770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67B61"/>
                </a:solidFill>
              </a:defRPr>
            </a:pPr>
            <a:r>
              <a:rPr sz="750" b="0" i="0">
                <a:solidFill>
                  <a:srgbClr val="667B61"/>
                </a:solidFill>
              </a:rPr>
              <a:t>Email</a:t>
            </a:r>
          </a:p>
        </p:txBody>
      </p:sp>
      <p:sp>
        <p:nvSpPr>
          <p:cNvPr id="8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08AB637B-6402-418E-9489-1AD986EC1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8448675"/>
            <a:ext cx="184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text-Notes">
            <a:extLst xmlns:a="http://schemas.openxmlformats.org/drawingml/2006/main">
              <a:ext uri="{FF2B5EF4-FFF2-40B4-BE49-F238E27FC236}">
                <a16:creationId xmlns:a16="http://schemas.microsoft.com/office/drawing/2014/main" id="{A5BE784D-469D-4B6B-B454-982064E4D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853440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67B61"/>
                </a:solidFill>
              </a:defRPr>
            </a:pPr>
            <a:r>
              <a:rPr sz="750" b="0" i="0">
                <a:solidFill>
                  <a:srgbClr val="667B61"/>
                </a:solidFill>
              </a:rPr>
              <a:t>Notes</a:t>
            </a:r>
          </a:p>
        </p:txBody>
      </p:sp>
      <p:sp>
        <p:nvSpPr>
          <p:cNvPr id="8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32506F0D-ED44-4A54-BCAF-DC71C85BF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8715375"/>
            <a:ext cx="184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566288195"/>
      </p:ext>
    </p:extLst>
  </p:cSld>
</p:sld>
</file>

<file path=ppt/slides/slide99.xml><?xml version="1.0" encoding="utf-8"?>
<p:sld xmlns:p="http://schemas.openxmlformats.org/presentationml/2006/main">
  <p:cSld>
    <p:bg>
      <p:bgPr>
        <a:solidFill xmlns:a="http://schemas.openxmlformats.org/drawingml/2006/main">
          <a:srgbClr val="FC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43b5dabe8c47a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7562850" cy="10696575"/>
          </a:xfrm>
          <a:prstGeom xmlns:a="http://schemas.openxmlformats.org/drawingml/2006/main" prst="rect">
            <a:avLst/>
          </a:prstGeom>
        </p:spPr>
      </p:pic>
      <p:sp>
        <p:nvSpPr>
          <p:cNvPr id="2" name="soft-romantic-panel">
            <a:extLst xmlns:a="http://schemas.openxmlformats.org/drawingml/2006/main">
              <a:ext uri="{FF2B5EF4-FFF2-40B4-BE49-F238E27FC236}">
                <a16:creationId xmlns:a16="http://schemas.microsoft.com/office/drawing/2014/main" id="{1553644A-5E06-4E47-8456-C5284C2A7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"/>
            <a:ext cx="6000750" cy="9429750"/>
          </a:xfrm>
          <a:prstGeom xmlns:a="http://schemas.openxmlformats.org/drawingml/2006/main" prst="roundRect">
            <a:avLst>
              <a:gd name="adj" fmla="val 1270"/>
            </a:avLst>
          </a:prstGeom>
          <a:solidFill xmlns:a="http://schemas.openxmlformats.org/drawingml/2006/main">
            <a:srgbClr val="FCF7F3"/>
          </a:solidFill>
          <a:ln xmlns:a="http://schemas.openxmlformats.org/drawingml/2006/main" w="9525">
            <a:solidFill>
              <a:srgbClr val="C79B46"/>
            </a:solidFill>
            <a:prstDash val="solid"/>
          </a:ln>
        </p:spPr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A69CFF92-5699-4E5B-B283-F12D49DDD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42950"/>
            <a:ext cx="5562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75" b="0" i="1">
                <a:solidFill>
                  <a:srgbClr val="52654E"/>
                </a:solidFill>
              </a:defRPr>
            </a:pPr>
            <a:r>
              <a:rPr sz="2475" b="0" i="1">
                <a:solidFill>
                  <a:srgbClr val="52654E"/>
                </a:solidFill>
              </a:rPr>
              <a:t>Wedding Packing List</a:t>
            </a:r>
          </a:p>
        </p:txBody>
      </p:sp>
      <p:sp>
        <p:nvSpPr>
          <p:cNvPr id="4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BD9E8D00-6379-4F63-B79A-95B47B651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581150"/>
            <a:ext cx="85725" cy="857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C79B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4FB1667-6D63-4C40-9A3E-D16188F2E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966787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C79B46"/>
                </a:solidFill>
              </a:defRPr>
            </a:pPr>
            <a:r>
              <a:rPr sz="750" b="0" i="0">
                <a:solidFill>
                  <a:srgbClr val="C79B46"/>
                </a:solidFill>
              </a:rPr>
              <a:t>099</a:t>
            </a:r>
          </a:p>
        </p:txBody>
      </p:sp>
      <p:sp>
        <p:nvSpPr>
          <p:cNvPr id="6" name="checkbox">
            <a:extLst xmlns:a="http://schemas.openxmlformats.org/drawingml/2006/main">
              <a:ext uri="{FF2B5EF4-FFF2-40B4-BE49-F238E27FC236}">
                <a16:creationId xmlns:a16="http://schemas.microsoft.com/office/drawing/2014/main" id="{1653EA2C-A995-4D58-9ED8-A5CF959AE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66925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7" name="text-Wedding attire">
            <a:extLst xmlns:a="http://schemas.openxmlformats.org/drawingml/2006/main">
              <a:ext uri="{FF2B5EF4-FFF2-40B4-BE49-F238E27FC236}">
                <a16:creationId xmlns:a16="http://schemas.microsoft.com/office/drawing/2014/main" id="{BCE94AEB-2ABA-4E40-90A1-BE1E580B0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0002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Wedding attire</a:t>
            </a:r>
          </a:p>
        </p:txBody>
      </p:sp>
      <p:sp>
        <p:nvSpPr>
          <p:cNvPr id="8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8EED5A87-5077-4FCF-8D38-2FD87A7FC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2955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checkbox">
            <a:extLst xmlns:a="http://schemas.openxmlformats.org/drawingml/2006/main">
              <a:ext uri="{FF2B5EF4-FFF2-40B4-BE49-F238E27FC236}">
                <a16:creationId xmlns:a16="http://schemas.microsoft.com/office/drawing/2014/main" id="{527430FB-012E-47A7-A8C9-2E4248D64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495550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0" name="text-Shoes">
            <a:extLst xmlns:a="http://schemas.openxmlformats.org/drawingml/2006/main">
              <a:ext uri="{FF2B5EF4-FFF2-40B4-BE49-F238E27FC236}">
                <a16:creationId xmlns:a16="http://schemas.microsoft.com/office/drawing/2014/main" id="{D25C49E5-8992-4EB1-A191-4BD38A12C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42887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Shoes</a:t>
            </a:r>
          </a:p>
        </p:txBody>
      </p:sp>
      <p:sp>
        <p:nvSpPr>
          <p:cNvPr id="1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A53118BF-C6D8-4B0F-88BD-CBDE44A13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7241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checkbox">
            <a:extLst xmlns:a="http://schemas.openxmlformats.org/drawingml/2006/main">
              <a:ext uri="{FF2B5EF4-FFF2-40B4-BE49-F238E27FC236}">
                <a16:creationId xmlns:a16="http://schemas.microsoft.com/office/drawing/2014/main" id="{59F28BB9-D930-4015-A4BD-A71B4B434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924175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3" name="text-Accessories">
            <a:extLst xmlns:a="http://schemas.openxmlformats.org/drawingml/2006/main">
              <a:ext uri="{FF2B5EF4-FFF2-40B4-BE49-F238E27FC236}">
                <a16:creationId xmlns:a16="http://schemas.microsoft.com/office/drawing/2014/main" id="{74FD4E18-ACC1-4A40-99C9-994044BDD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8575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Accessories</a:t>
            </a:r>
          </a:p>
        </p:txBody>
      </p:sp>
      <p:sp>
        <p:nvSpPr>
          <p:cNvPr id="1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C1455639-1E07-490F-8B42-09B4A5815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1527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checkbox">
            <a:extLst xmlns:a="http://schemas.openxmlformats.org/drawingml/2006/main">
              <a:ext uri="{FF2B5EF4-FFF2-40B4-BE49-F238E27FC236}">
                <a16:creationId xmlns:a16="http://schemas.microsoft.com/office/drawing/2014/main" id="{86C719B3-3993-4382-8C62-6B5910FBA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352800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6" name="text-Rings">
            <a:extLst xmlns:a="http://schemas.openxmlformats.org/drawingml/2006/main">
              <a:ext uri="{FF2B5EF4-FFF2-40B4-BE49-F238E27FC236}">
                <a16:creationId xmlns:a16="http://schemas.microsoft.com/office/drawing/2014/main" id="{01B2B72E-1BD4-4E47-8785-E07E8BCBB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28612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Rings</a:t>
            </a:r>
          </a:p>
        </p:txBody>
      </p:sp>
      <p:sp>
        <p:nvSpPr>
          <p:cNvPr id="1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74C0CF2F-8385-459A-BF75-0DFAAEBBC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58140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checkbox">
            <a:extLst xmlns:a="http://schemas.openxmlformats.org/drawingml/2006/main">
              <a:ext uri="{FF2B5EF4-FFF2-40B4-BE49-F238E27FC236}">
                <a16:creationId xmlns:a16="http://schemas.microsoft.com/office/drawing/2014/main" id="{420E7C66-048B-46B4-A4E3-5011F6760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81425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9" name="text-Vows">
            <a:extLst xmlns:a="http://schemas.openxmlformats.org/drawingml/2006/main">
              <a:ext uri="{FF2B5EF4-FFF2-40B4-BE49-F238E27FC236}">
                <a16:creationId xmlns:a16="http://schemas.microsoft.com/office/drawing/2014/main" id="{1DBC3292-6B65-4157-A9AC-2A463CC4F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7147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Vows</a:t>
            </a:r>
          </a:p>
        </p:txBody>
      </p:sp>
      <p:sp>
        <p:nvSpPr>
          <p:cNvPr id="2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411B4658-EE2E-46E8-BC6E-80298D7D7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0100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checkbox">
            <a:extLst xmlns:a="http://schemas.openxmlformats.org/drawingml/2006/main">
              <a:ext uri="{FF2B5EF4-FFF2-40B4-BE49-F238E27FC236}">
                <a16:creationId xmlns:a16="http://schemas.microsoft.com/office/drawing/2014/main" id="{ABD59CE8-08EB-40E0-8FA3-FE00DBED1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210050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22" name="text-Marriage documents">
            <a:extLst xmlns:a="http://schemas.openxmlformats.org/drawingml/2006/main">
              <a:ext uri="{FF2B5EF4-FFF2-40B4-BE49-F238E27FC236}">
                <a16:creationId xmlns:a16="http://schemas.microsoft.com/office/drawing/2014/main" id="{45299853-3FB7-4EB9-AB8A-05472CFCA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14337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Marriage documents</a:t>
            </a:r>
          </a:p>
        </p:txBody>
      </p:sp>
      <p:sp>
        <p:nvSpPr>
          <p:cNvPr id="2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F4D80F18-89EF-40DB-86D7-DDC0D0C54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4386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checkbox">
            <a:extLst xmlns:a="http://schemas.openxmlformats.org/drawingml/2006/main">
              <a:ext uri="{FF2B5EF4-FFF2-40B4-BE49-F238E27FC236}">
                <a16:creationId xmlns:a16="http://schemas.microsoft.com/office/drawing/2014/main" id="{180ACC89-E3DE-4C0B-9E1C-348B1CAAF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638675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25" name="text-Beauty products">
            <a:extLst xmlns:a="http://schemas.openxmlformats.org/drawingml/2006/main">
              <a:ext uri="{FF2B5EF4-FFF2-40B4-BE49-F238E27FC236}">
                <a16:creationId xmlns:a16="http://schemas.microsoft.com/office/drawing/2014/main" id="{2FD8089B-26B4-4DFF-A56F-68562B7D6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5720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Beauty products</a:t>
            </a:r>
          </a:p>
        </p:txBody>
      </p:sp>
      <p:sp>
        <p:nvSpPr>
          <p:cNvPr id="2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2DEA35C9-132A-4E1D-99CC-9F95E3F2B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8672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checkbox">
            <a:extLst xmlns:a="http://schemas.openxmlformats.org/drawingml/2006/main">
              <a:ext uri="{FF2B5EF4-FFF2-40B4-BE49-F238E27FC236}">
                <a16:creationId xmlns:a16="http://schemas.microsoft.com/office/drawing/2014/main" id="{47BE083B-EA17-463B-A005-5526E6FFF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067300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28" name="text-Touch-up kit">
            <a:extLst xmlns:a="http://schemas.openxmlformats.org/drawingml/2006/main">
              <a:ext uri="{FF2B5EF4-FFF2-40B4-BE49-F238E27FC236}">
                <a16:creationId xmlns:a16="http://schemas.microsoft.com/office/drawing/2014/main" id="{99000E38-8B1B-4AFE-BAE0-18084CC57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00062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Touch-up kit</a:t>
            </a:r>
          </a:p>
        </p:txBody>
      </p:sp>
      <p:sp>
        <p:nvSpPr>
          <p:cNvPr id="2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C882A2FB-8F24-4C74-B083-484A93FAC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29590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checkbox">
            <a:extLst xmlns:a="http://schemas.openxmlformats.org/drawingml/2006/main">
              <a:ext uri="{FF2B5EF4-FFF2-40B4-BE49-F238E27FC236}">
                <a16:creationId xmlns:a16="http://schemas.microsoft.com/office/drawing/2014/main" id="{E896462E-1B5F-4D11-82CB-02F3664B7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495925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31" name="text-Emergency kit">
            <a:extLst xmlns:a="http://schemas.openxmlformats.org/drawingml/2006/main">
              <a:ext uri="{FF2B5EF4-FFF2-40B4-BE49-F238E27FC236}">
                <a16:creationId xmlns:a16="http://schemas.microsoft.com/office/drawing/2014/main" id="{DCA9D82C-A313-4F4F-9626-0274B1228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4292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Emergency kit</a:t>
            </a:r>
          </a:p>
        </p:txBody>
      </p:sp>
      <p:sp>
        <p:nvSpPr>
          <p:cNvPr id="3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D5E21ACB-9648-4143-A39F-BA397562D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7245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checkbox">
            <a:extLst xmlns:a="http://schemas.openxmlformats.org/drawingml/2006/main">
              <a:ext uri="{FF2B5EF4-FFF2-40B4-BE49-F238E27FC236}">
                <a16:creationId xmlns:a16="http://schemas.microsoft.com/office/drawing/2014/main" id="{D6927DC7-0E59-4A28-9049-BF9EAA52E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2066925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34" name="text-Phone chargers">
            <a:extLst xmlns:a="http://schemas.openxmlformats.org/drawingml/2006/main">
              <a:ext uri="{FF2B5EF4-FFF2-40B4-BE49-F238E27FC236}">
                <a16:creationId xmlns:a16="http://schemas.microsoft.com/office/drawing/2014/main" id="{51A624C9-E653-489E-99CE-4392B6F16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0002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Phone chargers</a:t>
            </a:r>
          </a:p>
        </p:txBody>
      </p:sp>
      <p:sp>
        <p:nvSpPr>
          <p:cNvPr id="3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52184D0E-91B0-4DBC-A162-0CC180373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2955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checkbox">
            <a:extLst xmlns:a="http://schemas.openxmlformats.org/drawingml/2006/main">
              <a:ext uri="{FF2B5EF4-FFF2-40B4-BE49-F238E27FC236}">
                <a16:creationId xmlns:a16="http://schemas.microsoft.com/office/drawing/2014/main" id="{63C222AD-3487-4B63-9322-C8EFD8D13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2495550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37" name="text-Vendor envelopes">
            <a:extLst xmlns:a="http://schemas.openxmlformats.org/drawingml/2006/main">
              <a:ext uri="{FF2B5EF4-FFF2-40B4-BE49-F238E27FC236}">
                <a16:creationId xmlns:a16="http://schemas.microsoft.com/office/drawing/2014/main" id="{0DA66644-B5FD-4879-A669-1A47BE1DB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42887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Vendor envelopes</a:t>
            </a:r>
          </a:p>
        </p:txBody>
      </p:sp>
      <p:sp>
        <p:nvSpPr>
          <p:cNvPr id="38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3BEDE695-0C46-4B2B-A633-4E7A5791E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7241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checkbox">
            <a:extLst xmlns:a="http://schemas.openxmlformats.org/drawingml/2006/main">
              <a:ext uri="{FF2B5EF4-FFF2-40B4-BE49-F238E27FC236}">
                <a16:creationId xmlns:a16="http://schemas.microsoft.com/office/drawing/2014/main" id="{EB9CC9FA-A470-4114-A5E2-9CF6589BD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2924175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40" name="text-Printed timeline">
            <a:extLst xmlns:a="http://schemas.openxmlformats.org/drawingml/2006/main">
              <a:ext uri="{FF2B5EF4-FFF2-40B4-BE49-F238E27FC236}">
                <a16:creationId xmlns:a16="http://schemas.microsoft.com/office/drawing/2014/main" id="{5173D34E-671C-4049-8227-2BB5AEF3E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8575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Printed timeline</a:t>
            </a:r>
          </a:p>
        </p:txBody>
      </p:sp>
      <p:sp>
        <p:nvSpPr>
          <p:cNvPr id="4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24AC1A85-46D3-4E13-AD7D-D6BB008AE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1527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checkbox">
            <a:extLst xmlns:a="http://schemas.openxmlformats.org/drawingml/2006/main">
              <a:ext uri="{FF2B5EF4-FFF2-40B4-BE49-F238E27FC236}">
                <a16:creationId xmlns:a16="http://schemas.microsoft.com/office/drawing/2014/main" id="{DBF2408E-3619-4863-AE12-461BCC237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3352800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43" name="text-Stationery">
            <a:extLst xmlns:a="http://schemas.openxmlformats.org/drawingml/2006/main">
              <a:ext uri="{FF2B5EF4-FFF2-40B4-BE49-F238E27FC236}">
                <a16:creationId xmlns:a16="http://schemas.microsoft.com/office/drawing/2014/main" id="{FBC03BBD-A970-4B8D-AD26-7D542F0FA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28612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Stationery</a:t>
            </a:r>
          </a:p>
        </p:txBody>
      </p:sp>
      <p:sp>
        <p:nvSpPr>
          <p:cNvPr id="4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46E5CC25-6412-45F4-84AB-2D750DCA4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58140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checkbox">
            <a:extLst xmlns:a="http://schemas.openxmlformats.org/drawingml/2006/main">
              <a:ext uri="{FF2B5EF4-FFF2-40B4-BE49-F238E27FC236}">
                <a16:creationId xmlns:a16="http://schemas.microsoft.com/office/drawing/2014/main" id="{A873CAD0-51FF-4649-B580-0D5277CCF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3781425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46" name="text-Decor details">
            <a:extLst xmlns:a="http://schemas.openxmlformats.org/drawingml/2006/main">
              <a:ext uri="{FF2B5EF4-FFF2-40B4-BE49-F238E27FC236}">
                <a16:creationId xmlns:a16="http://schemas.microsoft.com/office/drawing/2014/main" id="{A2B9400F-B831-4995-B10D-53CE50E9B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7147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Decor details</a:t>
            </a:r>
          </a:p>
        </p:txBody>
      </p:sp>
      <p:sp>
        <p:nvSpPr>
          <p:cNvPr id="4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EB42C840-C1DD-41D2-8D29-DF03382E3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0100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checkbox">
            <a:extLst xmlns:a="http://schemas.openxmlformats.org/drawingml/2006/main">
              <a:ext uri="{FF2B5EF4-FFF2-40B4-BE49-F238E27FC236}">
                <a16:creationId xmlns:a16="http://schemas.microsoft.com/office/drawing/2014/main" id="{1A9403D5-9E59-45C6-9F21-362DC225F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4210050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49" name="text-Snacks and water">
            <a:extLst xmlns:a="http://schemas.openxmlformats.org/drawingml/2006/main">
              <a:ext uri="{FF2B5EF4-FFF2-40B4-BE49-F238E27FC236}">
                <a16:creationId xmlns:a16="http://schemas.microsoft.com/office/drawing/2014/main" id="{4823DE4C-67D2-483B-8120-5CC844C57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14337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Snacks and water</a:t>
            </a:r>
          </a:p>
        </p:txBody>
      </p:sp>
      <p:sp>
        <p:nvSpPr>
          <p:cNvPr id="5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503EAEF9-4EFC-4A6D-A749-BBA721D5A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4386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checkbox">
            <a:extLst xmlns:a="http://schemas.openxmlformats.org/drawingml/2006/main">
              <a:ext uri="{FF2B5EF4-FFF2-40B4-BE49-F238E27FC236}">
                <a16:creationId xmlns:a16="http://schemas.microsoft.com/office/drawing/2014/main" id="{55C074DA-6AE7-4877-A193-CBFD9C95F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4638675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52" name="text-Overnight bag">
            <a:extLst xmlns:a="http://schemas.openxmlformats.org/drawingml/2006/main">
              <a:ext uri="{FF2B5EF4-FFF2-40B4-BE49-F238E27FC236}">
                <a16:creationId xmlns:a16="http://schemas.microsoft.com/office/drawing/2014/main" id="{C7EE7193-00C6-4ADB-A843-8256111C4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5720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Overnight bag</a:t>
            </a:r>
          </a:p>
        </p:txBody>
      </p:sp>
      <p:sp>
        <p:nvSpPr>
          <p:cNvPr id="5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572220E5-7C17-4099-B1F1-E75DCE264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8672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checkbox">
            <a:extLst xmlns:a="http://schemas.openxmlformats.org/drawingml/2006/main">
              <a:ext uri="{FF2B5EF4-FFF2-40B4-BE49-F238E27FC236}">
                <a16:creationId xmlns:a16="http://schemas.microsoft.com/office/drawing/2014/main" id="{C333D4B0-D8B9-4FA2-B82F-FBD7FC4BE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5067300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55" name="text-Comfortable shoes">
            <a:extLst xmlns:a="http://schemas.openxmlformats.org/drawingml/2006/main">
              <a:ext uri="{FF2B5EF4-FFF2-40B4-BE49-F238E27FC236}">
                <a16:creationId xmlns:a16="http://schemas.microsoft.com/office/drawing/2014/main" id="{A5FC2D7F-A151-41D3-AF44-5557BA8F6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00062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Comfortable shoes</a:t>
            </a:r>
          </a:p>
        </p:txBody>
      </p:sp>
      <p:sp>
        <p:nvSpPr>
          <p:cNvPr id="5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30A9558E-0CCE-4150-9A0D-94CDE9569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29590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checkbox">
            <a:extLst xmlns:a="http://schemas.openxmlformats.org/drawingml/2006/main">
              <a:ext uri="{FF2B5EF4-FFF2-40B4-BE49-F238E27FC236}">
                <a16:creationId xmlns:a16="http://schemas.microsoft.com/office/drawing/2014/main" id="{D3184A0F-4473-4B03-87B3-EB676FA61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5495925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58" name="text-Keepsake box">
            <a:extLst xmlns:a="http://schemas.openxmlformats.org/drawingml/2006/main">
              <a:ext uri="{FF2B5EF4-FFF2-40B4-BE49-F238E27FC236}">
                <a16:creationId xmlns:a16="http://schemas.microsoft.com/office/drawing/2014/main" id="{A2745B53-8164-4808-8942-A25F76933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4292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Keepsake box</a:t>
            </a:r>
          </a:p>
        </p:txBody>
      </p:sp>
      <p:sp>
        <p:nvSpPr>
          <p:cNvPr id="5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DE62B4BF-9FBC-4D72-8BCC-DBADABE28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7245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70830014"/>
      </p:ext>
    </p:extLst>
  </p:cSld>
</p:sld>
</file>

<file path=ppt/slides/slide100.xml><?xml version="1.0" encoding="utf-8"?>
<p:sld xmlns:p="http://schemas.openxmlformats.org/presentationml/2006/main">
  <p:cSld>
    <p:bg>
      <p:bgPr>
        <a:solidFill xmlns:a="http://schemas.openxmlformats.org/drawingml/2006/main">
          <a:srgbClr val="FC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76a50c55f1469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7562850" cy="10696575"/>
          </a:xfrm>
          <a:prstGeom xmlns:a="http://schemas.openxmlformats.org/drawingml/2006/main" prst="rect">
            <a:avLst/>
          </a:prstGeom>
        </p:spPr>
      </p:pic>
      <p:sp>
        <p:nvSpPr>
          <p:cNvPr id="2" name="soft-romantic-panel">
            <a:extLst xmlns:a="http://schemas.openxmlformats.org/drawingml/2006/main">
              <a:ext uri="{FF2B5EF4-FFF2-40B4-BE49-F238E27FC236}">
                <a16:creationId xmlns:a16="http://schemas.microsoft.com/office/drawing/2014/main" id="{BC5242E9-241E-4CEF-8DED-A7A2059EA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"/>
            <a:ext cx="6000750" cy="9429750"/>
          </a:xfrm>
          <a:prstGeom xmlns:a="http://schemas.openxmlformats.org/drawingml/2006/main" prst="roundRect">
            <a:avLst>
              <a:gd name="adj" fmla="val 1270"/>
            </a:avLst>
          </a:prstGeom>
          <a:solidFill xmlns:a="http://schemas.openxmlformats.org/drawingml/2006/main">
            <a:srgbClr val="FCF7F3"/>
          </a:solidFill>
          <a:ln xmlns:a="http://schemas.openxmlformats.org/drawingml/2006/main" w="9525">
            <a:solidFill>
              <a:srgbClr val="C79B46"/>
            </a:solidFill>
            <a:prstDash val="solid"/>
          </a:ln>
        </p:spPr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1FB29C2C-188B-4C59-A195-D531A90BE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42950"/>
            <a:ext cx="5562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75" b="0" i="1">
                <a:solidFill>
                  <a:srgbClr val="52654E"/>
                </a:solidFill>
              </a:defRPr>
            </a:pPr>
            <a:r>
              <a:rPr sz="2475" b="0" i="1">
                <a:solidFill>
                  <a:srgbClr val="52654E"/>
                </a:solidFill>
              </a:rPr>
              <a:t>Special Moments &amp; Memories</a:t>
            </a:r>
          </a:p>
        </p:txBody>
      </p:sp>
      <p:sp>
        <p:nvSpPr>
          <p:cNvPr id="4" name="page-subtitle">
            <a:extLst xmlns:a="http://schemas.openxmlformats.org/drawingml/2006/main">
              <a:ext uri="{FF2B5EF4-FFF2-40B4-BE49-F238E27FC236}">
                <a16:creationId xmlns:a16="http://schemas.microsoft.com/office/drawing/2014/main" id="{CF26523E-A451-4CD0-985D-3110FAA96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219200"/>
            <a:ext cx="461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C79B46"/>
                </a:solidFill>
              </a:defRPr>
            </a:pPr>
            <a:r>
              <a:rPr sz="975" b="0" i="0">
                <a:solidFill>
                  <a:srgbClr val="C79B46"/>
                </a:solidFill>
              </a:rPr>
              <a:t>THE DETAILS YOU NEVER WANT TO FORGET</a:t>
            </a:r>
          </a:p>
        </p:txBody>
      </p:sp>
      <p:sp>
        <p:nvSpPr>
          <p:cNvPr id="5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D229F8B8-C872-46A1-B53E-AD7DB906E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581150"/>
            <a:ext cx="85725" cy="857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C79B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4A04849-A653-4C3D-943D-1FA9A2913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966787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C79B46"/>
                </a:solidFill>
              </a:defRPr>
            </a:pPr>
            <a:r>
              <a:rPr sz="750" b="0" i="0">
                <a:solidFill>
                  <a:srgbClr val="C79B46"/>
                </a:solidFill>
              </a:rPr>
              <a:t>100</a:t>
            </a:r>
          </a:p>
        </p:txBody>
      </p:sp>
      <p:sp>
        <p:nvSpPr>
          <p:cNvPr id="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AB84EA82-4DB5-4E2B-9B1D-020A97ABC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00250"/>
            <a:ext cx="565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7F4F8ACC-9412-4CE8-9190-4CF7BB5DF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05050"/>
            <a:ext cx="565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4E5FEF22-DDD0-407A-BA77-95B39108F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09850"/>
            <a:ext cx="565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6D0DA3A2-5CF8-449A-A330-E37BC24D9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14650"/>
            <a:ext cx="565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B45C81B3-082E-44BF-BC8B-3915E519A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19450"/>
            <a:ext cx="565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CFC3B139-6BF5-41BA-94F2-9AAC1C858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24250"/>
            <a:ext cx="565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432D4F93-982C-443D-B066-DECCA3260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29050"/>
            <a:ext cx="565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9B2E82B0-26B5-4C89-9EA2-587733F57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33850"/>
            <a:ext cx="565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4F1AB73C-EBF8-445C-8025-B46A6196B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38650"/>
            <a:ext cx="565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EB4D60AB-80A5-42C7-9E4C-ED0263E28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43450"/>
            <a:ext cx="565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039D1294-5587-4737-A0D1-6016417A7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48250"/>
            <a:ext cx="565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2757B230-37D7-42AF-9B06-B1E9FC195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53050"/>
            <a:ext cx="565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C4220E62-F195-4FF9-8C9F-FD08D09C7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657850"/>
            <a:ext cx="565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C3FA0F07-EE6B-4AD5-AE3D-8A25B87C2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962650"/>
            <a:ext cx="565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E669874F-A167-4329-8611-36CE3EB96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267450"/>
            <a:ext cx="565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74270FE4-C983-446A-ACFD-73033B750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572250"/>
            <a:ext cx="565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433F8C9F-B847-4046-A242-CC64B743C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877050"/>
            <a:ext cx="565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A6FD846B-C68F-4D5B-9F54-6D63BCCED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181850"/>
            <a:ext cx="565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E1536B80-3095-4C86-9B2A-07E1483E7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486650"/>
            <a:ext cx="565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8E2222AE-CF31-47E4-9E46-872E0D89B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791450"/>
            <a:ext cx="565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66B60B64-8D3C-4C8E-93C6-53A22D8C2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8096250"/>
            <a:ext cx="565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6716F13D-2720-4C3C-9E97-7C17C4410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8401050"/>
            <a:ext cx="565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79F822B2-A8B6-4C87-A3C2-DF2B87AE9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8705850"/>
            <a:ext cx="565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45871086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2026-07-16T18:57:04.0380000Z</dcterms:created>
  <dcterms:modified xsi:type="dcterms:W3CDTF">2026-07-16T18:57:04.0380000Z</dcterms:modified>
</coreProperties>
</file>