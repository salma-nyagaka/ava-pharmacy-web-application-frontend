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fc4259dd414650" /><Relationship Type="http://schemas.openxmlformats.org/officeDocument/2006/relationships/extended-properties" Target="/docProps/app.xml" Id="R52c8d768a51243c3" /><Relationship Type="http://schemas.openxmlformats.org/officeDocument/2006/relationships/officeDocument" Target="/ppt/presentation.xml" Id="R9c5d33bd00aa45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aee1d8f63e4ca2"/>
  </p:sldMasterIdLst>
  <p:notesMasterIdLst>
    <p:notesMasterId xmlns:r="http://schemas.openxmlformats.org/officeDocument/2006/relationships" r:id="Rf150dea0cddf4aac"/>
  </p:notesMasterIdLst>
  <p:sldIdLst>
    <p:sldId xmlns:r="http://schemas.openxmlformats.org/officeDocument/2006/relationships" id="256" r:id="Raef5fe3ffce74553"/>
    <p:sldId xmlns:r="http://schemas.openxmlformats.org/officeDocument/2006/relationships" id="257" r:id="Rb2887ee7630a4533"/>
    <p:sldId xmlns:r="http://schemas.openxmlformats.org/officeDocument/2006/relationships" id="258" r:id="R2776f49bf98a4e53"/>
    <p:sldId xmlns:r="http://schemas.openxmlformats.org/officeDocument/2006/relationships" id="259" r:id="R55a982b27c4b4cae"/>
    <p:sldId xmlns:r="http://schemas.openxmlformats.org/officeDocument/2006/relationships" id="260" r:id="Rd134fcccef9a4b4e"/>
  </p:sldIdLst>
  <p:sldSz cx="7562850" cy="1069657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ff338012214716" /><Relationship Type="http://schemas.openxmlformats.org/officeDocument/2006/relationships/slideMaster" Target="/ppt/slideMasters/slideMaster1.xml" Id="R2caee1d8f63e4ca2" /><Relationship Type="http://schemas.openxmlformats.org/officeDocument/2006/relationships/notesMaster" Target="/ppt/notesMasters/notesMaster1.xml" Id="Rf150dea0cddf4aac" /><Relationship Type="http://schemas.openxmlformats.org/officeDocument/2006/relationships/presProps" Target="/ppt/presProps.xml" Id="Rf50e0e11b7da428d" /><Relationship Type="http://schemas.openxmlformats.org/officeDocument/2006/relationships/tableStyles" Target="/ppt/tableStyles.xml" Id="R8c7d9be5a44f42d2" /><Relationship Type="http://schemas.openxmlformats.org/officeDocument/2006/relationships/slide" Target="/ppt/slides/slide1.xml" Id="Raef5fe3ffce74553" /><Relationship Type="http://schemas.openxmlformats.org/officeDocument/2006/relationships/slide" Target="/ppt/slides/slide2.xml" Id="Rb2887ee7630a4533" /><Relationship Type="http://schemas.openxmlformats.org/officeDocument/2006/relationships/slide" Target="/ppt/slides/slide3.xml" Id="R2776f49bf98a4e53" /><Relationship Type="http://schemas.openxmlformats.org/officeDocument/2006/relationships/slide" Target="/ppt/slides/slide4.xml" Id="R55a982b27c4b4cae" /><Relationship Type="http://schemas.openxmlformats.org/officeDocument/2006/relationships/slide" Target="/ppt/slides/slide5.xml" Id="Rd134fcccef9a4b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6ba95ab5ad47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a5960f8643463b" /><Relationship Type="http://schemas.openxmlformats.org/officeDocument/2006/relationships/notesMaster" Target="/ppt/notesMasters/notesMaster1.xml" Id="Rcc3f4d0da9de4e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4e2e5dfcbf4620" /><Relationship Type="http://schemas.openxmlformats.org/officeDocument/2006/relationships/notesMaster" Target="/ppt/notesMasters/notesMaster1.xml" Id="Rd5eab61346764f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97614cedd04b2a" /><Relationship Type="http://schemas.openxmlformats.org/officeDocument/2006/relationships/notesMaster" Target="/ppt/notesMasters/notesMaster1.xml" Id="R5b3aa04c9cc344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8655faa76c4dd1" /><Relationship Type="http://schemas.openxmlformats.org/officeDocument/2006/relationships/notesMaster" Target="/ppt/notesMasters/notesMaster1.xml" Id="R44c4d739862a44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6dfd7c4f3b4ad7" /><Relationship Type="http://schemas.openxmlformats.org/officeDocument/2006/relationships/notesMaster" Target="/ppt/notesMasters/notesMaster1.xml" Id="R12f6c88651364f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393583581c43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77f43c7f384e78" /><Relationship Type="http://schemas.openxmlformats.org/officeDocument/2006/relationships/slideLayout" Target="/ppt/slideLayouts/slideLayout1.xml" Id="R5bcc8fc36d984a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cc8fc36d984a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65c01412a435d" /><Relationship Type="http://schemas.openxmlformats.org/officeDocument/2006/relationships/image" Target="/ppt/media/image.jpeg" Id="Rcd474818134e44fd" /><Relationship Type="http://schemas.openxmlformats.org/officeDocument/2006/relationships/notesSlide" Target="/ppt/notesSlides/notesSlide1.xml" Id="R44c135dd496b48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1f6ca17334440" /><Relationship Type="http://schemas.openxmlformats.org/officeDocument/2006/relationships/image" Target="/ppt/media/image2.jpeg" Id="R3fe75e92e2d34d01" /><Relationship Type="http://schemas.openxmlformats.org/officeDocument/2006/relationships/notesSlide" Target="/ppt/notesSlides/notesSlide2.xml" Id="R3268455f31654d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2689ed74d4702" /><Relationship Type="http://schemas.openxmlformats.org/officeDocument/2006/relationships/image" Target="/ppt/media/image3.jpeg" Id="Rf3e9275fd92849d0" /><Relationship Type="http://schemas.openxmlformats.org/officeDocument/2006/relationships/notesSlide" Target="/ppt/notesSlides/notesSlide3.xml" Id="R27d86092fd684a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eb587de93477a" /><Relationship Type="http://schemas.openxmlformats.org/officeDocument/2006/relationships/image" Target="/ppt/media/image4.jpeg" Id="Rcf200ef21d6d4683" /><Relationship Type="http://schemas.openxmlformats.org/officeDocument/2006/relationships/notesSlide" Target="/ppt/notesSlides/notesSlide4.xml" Id="Rdb3c9c4c6aad46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2b943301e4b25" /><Relationship Type="http://schemas.openxmlformats.org/officeDocument/2006/relationships/image" Target="/ppt/media/image5.jpeg" Id="Rcd38a51984dc4161" /><Relationship Type="http://schemas.openxmlformats.org/officeDocument/2006/relationships/notesSlide" Target="/ppt/notesSlides/notesSlide5.xml" Id="R5e9b3bc942b14d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74818134e44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option-label">
            <a:extLst xmlns:a="http://schemas.openxmlformats.org/drawingml/2006/main">
              <a:ext uri="{FF2B5EF4-FFF2-40B4-BE49-F238E27FC236}">
                <a16:creationId xmlns:a16="http://schemas.microsoft.com/office/drawing/2014/main" id="{2645CE82-FDF9-4548-ADD9-3936B458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860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OPTION 1 · CLASSIC BOT">
            <a:extLst xmlns:a="http://schemas.openxmlformats.org/drawingml/2006/main">
              <a:ext uri="{FF2B5EF4-FFF2-40B4-BE49-F238E27FC236}">
                <a16:creationId xmlns:a16="http://schemas.microsoft.com/office/drawing/2014/main" id="{36014CCE-1587-4D52-B8B8-6AC538A1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86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4F6250"/>
                </a:solidFill>
              </a:defRPr>
            </a:pPr>
            <a:r>
              <a:rPr sz="900" b="1" i="0">
                <a:solidFill>
                  <a:srgbClr val="4F6250"/>
                </a:solidFill>
              </a:rPr>
              <a:t>OPTION 1 · CLASSIC BOTANICAL</a:t>
            </a:r>
          </a:p>
        </p:txBody>
      </p:sp>
      <p:sp>
        <p:nvSpPr>
          <p:cNvPr id="4" name="text-WEDDING">
            <a:extLst xmlns:a="http://schemas.openxmlformats.org/drawingml/2006/main">
              <a:ext uri="{FF2B5EF4-FFF2-40B4-BE49-F238E27FC236}">
                <a16:creationId xmlns:a16="http://schemas.microsoft.com/office/drawing/2014/main" id="{F9EE419D-5B48-4F08-8E5E-BC01DBE4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19150"/>
            <a:ext cx="499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0" i="0">
                <a:solidFill>
                  <a:srgbClr val="667B61"/>
                </a:solidFill>
              </a:defRPr>
            </a:pPr>
            <a:r>
              <a:rPr sz="2925" b="0" i="0">
                <a:solidFill>
                  <a:srgbClr val="667B61"/>
                </a:solidFill>
              </a:rPr>
              <a:t>WEDDING</a:t>
            </a:r>
          </a:p>
        </p:txBody>
      </p:sp>
      <p:sp>
        <p:nvSpPr>
          <p:cNvPr id="5" name="text-VISION &amp; MOOD BOARD">
            <a:extLst xmlns:a="http://schemas.openxmlformats.org/drawingml/2006/main">
              <a:ext uri="{FF2B5EF4-FFF2-40B4-BE49-F238E27FC236}">
                <a16:creationId xmlns:a16="http://schemas.microsoft.com/office/drawing/2014/main" id="{FF535DED-1447-4278-A0AC-FE608C55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66825"/>
            <a:ext cx="546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667B61"/>
                </a:solidFill>
              </a:defRPr>
            </a:pPr>
            <a:r>
              <a:rPr sz="2325" b="0" i="0">
                <a:solidFill>
                  <a:srgbClr val="667B61"/>
                </a:solidFill>
              </a:rPr>
              <a:t>VISION &amp; MOOD BOARD</a:t>
            </a:r>
          </a:p>
        </p:txBody>
      </p:sp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D5A19B29-BEB8-47CD-9B14-C0EEDEA6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097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THEME">
            <a:extLst xmlns:a="http://schemas.openxmlformats.org/drawingml/2006/main">
              <a:ext uri="{FF2B5EF4-FFF2-40B4-BE49-F238E27FC236}">
                <a16:creationId xmlns:a16="http://schemas.microsoft.com/office/drawing/2014/main" id="{266D662B-15DB-45F5-8D1F-40C0072B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THEME</a:t>
            </a:r>
          </a:p>
        </p:txBody>
      </p:sp>
      <p:sp>
        <p:nvSpPr>
          <p:cNvPr id="8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B69C0E4C-6C0B-4454-8A08-49E0FE88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43175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WEDDING STYLE">
            <a:extLst xmlns:a="http://schemas.openxmlformats.org/drawingml/2006/main">
              <a:ext uri="{FF2B5EF4-FFF2-40B4-BE49-F238E27FC236}">
                <a16:creationId xmlns:a16="http://schemas.microsoft.com/office/drawing/2014/main" id="{01EC5B7B-1680-4A5A-AFE4-C90F234C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WEDDING STYLE</a:t>
            </a:r>
          </a:p>
        </p:txBody>
      </p:sp>
      <p:sp>
        <p:nvSpPr>
          <p:cNvPr id="10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89153C48-562B-4268-B863-47824010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9925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VENUE FEELING">
            <a:extLst xmlns:a="http://schemas.openxmlformats.org/drawingml/2006/main">
              <a:ext uri="{FF2B5EF4-FFF2-40B4-BE49-F238E27FC236}">
                <a16:creationId xmlns:a16="http://schemas.microsoft.com/office/drawing/2014/main" id="{D400126F-B769-457F-A966-0A022DFE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VENUE FEELING</a:t>
            </a:r>
          </a:p>
        </p:txBody>
      </p:sp>
      <p:sp>
        <p:nvSpPr>
          <p:cNvPr id="12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3087DC6A-9C7E-47E0-B8F2-81714850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MUST-HAVE MOMENTS">
            <a:extLst xmlns:a="http://schemas.openxmlformats.org/drawingml/2006/main">
              <a:ext uri="{FF2B5EF4-FFF2-40B4-BE49-F238E27FC236}">
                <a16:creationId xmlns:a16="http://schemas.microsoft.com/office/drawing/2014/main" id="{BF787FFD-91E6-4AFF-8C24-12EDAC7A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43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MUST-HAVE MOMENTS</a:t>
            </a:r>
          </a:p>
        </p:txBody>
      </p:sp>
      <p:sp>
        <p:nvSpPr>
          <p:cNvPr id="14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E773CAEB-BA8A-4DB7-8B80-49E29B71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43425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FLORAL DIRECTION">
            <a:extLst xmlns:a="http://schemas.openxmlformats.org/drawingml/2006/main">
              <a:ext uri="{FF2B5EF4-FFF2-40B4-BE49-F238E27FC236}">
                <a16:creationId xmlns:a16="http://schemas.microsoft.com/office/drawing/2014/main" id="{C730D4CB-41AD-4332-8220-4BA65D6C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FLORAL DIRECTION</a:t>
            </a:r>
          </a:p>
        </p:txBody>
      </p:sp>
      <p:sp>
        <p:nvSpPr>
          <p:cNvPr id="16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316B279F-2276-4B8F-8F32-ADB1F30B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0175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FASHION">
            <a:extLst xmlns:a="http://schemas.openxmlformats.org/drawingml/2006/main">
              <a:ext uri="{FF2B5EF4-FFF2-40B4-BE49-F238E27FC236}">
                <a16:creationId xmlns:a16="http://schemas.microsoft.com/office/drawing/2014/main" id="{9929516A-F586-4892-812F-B973426A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673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C49A4A"/>
                </a:solidFill>
              </a:defRPr>
            </a:pPr>
            <a:r>
              <a:rPr sz="900" b="0" i="0">
                <a:solidFill>
                  <a:srgbClr val="C49A4A"/>
                </a:solidFill>
              </a:rPr>
              <a:t>FASHION</a:t>
            </a:r>
          </a:p>
        </p:txBody>
      </p:sp>
      <p:sp>
        <p:nvSpPr>
          <p:cNvPr id="18" name="editable-photo-frame">
            <a:extLst xmlns:a="http://schemas.openxmlformats.org/drawingml/2006/main">
              <a:ext uri="{FF2B5EF4-FFF2-40B4-BE49-F238E27FC236}">
                <a16:creationId xmlns:a16="http://schemas.microsoft.com/office/drawing/2014/main" id="{B9399066-494C-4349-B332-536DAF87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29325"/>
            <a:ext cx="1666875" cy="1809750"/>
          </a:xfrm>
          <a:prstGeom xmlns:a="http://schemas.openxmlformats.org/drawingml/2006/main" prst="roundRect">
            <a:avLst>
              <a:gd name="adj" fmla="val 45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19" name="text-FLOWERS">
            <a:extLst xmlns:a="http://schemas.openxmlformats.org/drawingml/2006/main">
              <a:ext uri="{FF2B5EF4-FFF2-40B4-BE49-F238E27FC236}">
                <a16:creationId xmlns:a16="http://schemas.microsoft.com/office/drawing/2014/main" id="{B11FF8D2-4BD7-4B5A-8E08-9285CEF0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673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C49A4A"/>
                </a:solidFill>
              </a:defRPr>
            </a:pPr>
            <a:r>
              <a:rPr sz="900" b="0" i="0">
                <a:solidFill>
                  <a:srgbClr val="C49A4A"/>
                </a:solidFill>
              </a:rPr>
              <a:t>FLOWERS</a:t>
            </a:r>
          </a:p>
        </p:txBody>
      </p:sp>
      <p:sp>
        <p:nvSpPr>
          <p:cNvPr id="20" name="editable-photo-frame">
            <a:extLst xmlns:a="http://schemas.openxmlformats.org/drawingml/2006/main">
              <a:ext uri="{FF2B5EF4-FFF2-40B4-BE49-F238E27FC236}">
                <a16:creationId xmlns:a16="http://schemas.microsoft.com/office/drawing/2014/main" id="{766F5AF1-15F0-4224-86EB-C88B9AF0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29325"/>
            <a:ext cx="1666875" cy="1809750"/>
          </a:xfrm>
          <a:prstGeom xmlns:a="http://schemas.openxmlformats.org/drawingml/2006/main" prst="roundRect">
            <a:avLst>
              <a:gd name="adj" fmla="val 45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21" name="text-DÉCOR">
            <a:extLst xmlns:a="http://schemas.openxmlformats.org/drawingml/2006/main">
              <a:ext uri="{FF2B5EF4-FFF2-40B4-BE49-F238E27FC236}">
                <a16:creationId xmlns:a16="http://schemas.microsoft.com/office/drawing/2014/main" id="{5B0E3AFD-750D-44B9-B3A1-0A373556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6673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C49A4A"/>
                </a:solidFill>
              </a:defRPr>
            </a:pPr>
            <a:r>
              <a:rPr sz="900" b="0" i="0">
                <a:solidFill>
                  <a:srgbClr val="C49A4A"/>
                </a:solidFill>
              </a:rPr>
              <a:t>DÉCOR</a:t>
            </a:r>
          </a:p>
        </p:txBody>
      </p:sp>
      <p:sp>
        <p:nvSpPr>
          <p:cNvPr id="22" name="editable-photo-frame">
            <a:extLst xmlns:a="http://schemas.openxmlformats.org/drawingml/2006/main">
              <a:ext uri="{FF2B5EF4-FFF2-40B4-BE49-F238E27FC236}">
                <a16:creationId xmlns:a16="http://schemas.microsoft.com/office/drawing/2014/main" id="{C6DCC878-B3B7-4822-ACF4-B3044198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029325"/>
            <a:ext cx="1666875" cy="1809750"/>
          </a:xfrm>
          <a:prstGeom xmlns:a="http://schemas.openxmlformats.org/drawingml/2006/main" prst="roundRect">
            <a:avLst>
              <a:gd name="adj" fmla="val 45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23" name="text-COLOR PALETTE">
            <a:extLst xmlns:a="http://schemas.openxmlformats.org/drawingml/2006/main">
              <a:ext uri="{FF2B5EF4-FFF2-40B4-BE49-F238E27FC236}">
                <a16:creationId xmlns:a16="http://schemas.microsoft.com/office/drawing/2014/main" id="{46DCE893-178F-4F15-AECF-A0CA24B4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0962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49A4A"/>
                </a:solidFill>
              </a:defRPr>
            </a:pPr>
            <a:r>
              <a:rPr sz="975" b="0" i="0">
                <a:solidFill>
                  <a:srgbClr val="C49A4A"/>
                </a:solidFill>
              </a:rPr>
              <a:t>COLOR PALETTE</a:t>
            </a:r>
          </a:p>
        </p:txBody>
      </p:sp>
      <p:sp>
        <p:nvSpPr>
          <p:cNvPr id="24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7F4C3D5F-FF1A-4B3A-8D5B-D527BC53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54392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25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C172D9E7-69B6-4ACF-B544-3511E0B9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54392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26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8A292140-1862-4C63-B158-265E1ADB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854392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27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201EBED2-BE47-4620-A62D-AD0073A5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854392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28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439B7EC7-D19B-4E84-AADC-82055B99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854392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9948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75e92e2d34d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63C56386-A5FC-4FFE-AB86-8D9AE7F9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6115050" cy="933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option-label">
            <a:extLst xmlns:a="http://schemas.openxmlformats.org/drawingml/2006/main">
              <a:ext uri="{FF2B5EF4-FFF2-40B4-BE49-F238E27FC236}">
                <a16:creationId xmlns:a16="http://schemas.microsoft.com/office/drawing/2014/main" id="{7BED88B8-9BF3-43F5-8CDC-19DEBB56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860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OPTION 2 · MODERN SAGE">
            <a:extLst xmlns:a="http://schemas.openxmlformats.org/drawingml/2006/main">
              <a:ext uri="{FF2B5EF4-FFF2-40B4-BE49-F238E27FC236}">
                <a16:creationId xmlns:a16="http://schemas.microsoft.com/office/drawing/2014/main" id="{14382BDE-FF58-41D0-93CA-8EF3C134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86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4F6250"/>
                </a:solidFill>
              </a:defRPr>
            </a:pPr>
            <a:r>
              <a:rPr sz="900" b="1" i="0">
                <a:solidFill>
                  <a:srgbClr val="4F6250"/>
                </a:solidFill>
              </a:rPr>
              <a:t>OPTION 2 · MODERN SAGE</a:t>
            </a:r>
          </a:p>
        </p:txBody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7ECEF675-875E-46E6-AC78-95A5F334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334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WEDDING VISION">
            <a:extLst xmlns:a="http://schemas.openxmlformats.org/drawingml/2006/main">
              <a:ext uri="{FF2B5EF4-FFF2-40B4-BE49-F238E27FC236}">
                <a16:creationId xmlns:a16="http://schemas.microsoft.com/office/drawing/2014/main" id="{D1950BD8-6513-4617-AE57-0AA4EEE8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952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4F6250"/>
                </a:solidFill>
              </a:defRPr>
            </a:pPr>
            <a:r>
              <a:rPr sz="3000" b="1" i="0">
                <a:solidFill>
                  <a:srgbClr val="4F6250"/>
                </a:solidFill>
              </a:rPr>
              <a:t>WEDDING VISION</a:t>
            </a:r>
          </a:p>
        </p:txBody>
      </p:sp>
      <p:sp>
        <p:nvSpPr>
          <p:cNvPr id="7" name="text-MOOD BOARD">
            <a:extLst xmlns:a="http://schemas.openxmlformats.org/drawingml/2006/main">
              <a:ext uri="{FF2B5EF4-FFF2-40B4-BE49-F238E27FC236}">
                <a16:creationId xmlns:a16="http://schemas.microsoft.com/office/drawing/2014/main" id="{212E9E0E-2726-4BED-9960-B6D77BDD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5049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49A4A"/>
                </a:solidFill>
              </a:defRPr>
            </a:pPr>
            <a:r>
              <a:rPr sz="1425" b="1" i="0">
                <a:solidFill>
                  <a:srgbClr val="C49A4A"/>
                </a:solidFill>
              </a:rPr>
              <a:t>MOOD BOARD</a:t>
            </a:r>
          </a:p>
        </p:txBody>
      </p:sp>
      <p:sp>
        <p:nvSpPr>
          <p:cNvPr id="8" name="text-THEME">
            <a:extLst xmlns:a="http://schemas.openxmlformats.org/drawingml/2006/main">
              <a:ext uri="{FF2B5EF4-FFF2-40B4-BE49-F238E27FC236}">
                <a16:creationId xmlns:a16="http://schemas.microsoft.com/office/drawing/2014/main" id="{DEB762DA-7B9C-4E89-A5EB-E51B10F9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F6250"/>
                </a:solidFill>
              </a:defRPr>
            </a:pPr>
            <a:r>
              <a:rPr sz="900" b="1" i="0">
                <a:solidFill>
                  <a:srgbClr val="4F6250"/>
                </a:solidFill>
              </a:rPr>
              <a:t>THEME</a:t>
            </a:r>
          </a:p>
        </p:txBody>
      </p:sp>
      <p:sp>
        <p:nvSpPr>
          <p:cNvPr id="9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5D3970AA-65F4-4845-A294-B1F74EC6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3675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2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WEDDING STYLE">
            <a:extLst xmlns:a="http://schemas.openxmlformats.org/drawingml/2006/main">
              <a:ext uri="{FF2B5EF4-FFF2-40B4-BE49-F238E27FC236}">
                <a16:creationId xmlns:a16="http://schemas.microsoft.com/office/drawing/2014/main" id="{2DEC14B3-D125-4C3E-A233-E6CB5775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F6250"/>
                </a:solidFill>
              </a:defRPr>
            </a:pPr>
            <a:r>
              <a:rPr sz="900" b="1" i="0">
                <a:solidFill>
                  <a:srgbClr val="4F6250"/>
                </a:solidFill>
              </a:rPr>
              <a:t>WEDDING STYLE</a:t>
            </a:r>
          </a:p>
        </p:txBody>
      </p:sp>
      <p:sp>
        <p:nvSpPr>
          <p:cNvPr id="11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B866E472-8CE2-4B59-A385-080C811F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0425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2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VENUE FEELING">
            <a:extLst xmlns:a="http://schemas.openxmlformats.org/drawingml/2006/main">
              <a:ext uri="{FF2B5EF4-FFF2-40B4-BE49-F238E27FC236}">
                <a16:creationId xmlns:a16="http://schemas.microsoft.com/office/drawing/2014/main" id="{83598943-8FD4-484E-96C0-6186EEFD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F6250"/>
                </a:solidFill>
              </a:defRPr>
            </a:pPr>
            <a:r>
              <a:rPr sz="900" b="1" i="0">
                <a:solidFill>
                  <a:srgbClr val="4F6250"/>
                </a:solidFill>
              </a:rPr>
              <a:t>VENUE FEELING</a:t>
            </a:r>
          </a:p>
        </p:txBody>
      </p:sp>
      <p:sp>
        <p:nvSpPr>
          <p:cNvPr id="13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D884D1D1-3820-4655-99F3-18C589A6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67175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2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MUST-HAVE MOMENTS">
            <a:extLst xmlns:a="http://schemas.openxmlformats.org/drawingml/2006/main">
              <a:ext uri="{FF2B5EF4-FFF2-40B4-BE49-F238E27FC236}">
                <a16:creationId xmlns:a16="http://schemas.microsoft.com/office/drawing/2014/main" id="{DEA849E2-96B0-42FC-8746-70F3C79A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F6250"/>
                </a:solidFill>
              </a:defRPr>
            </a:pPr>
            <a:r>
              <a:rPr sz="900" b="1" i="0">
                <a:solidFill>
                  <a:srgbClr val="4F6250"/>
                </a:solidFill>
              </a:rPr>
              <a:t>MUST-HAVE MOMENTS</a:t>
            </a:r>
          </a:p>
        </p:txBody>
      </p:sp>
      <p:sp>
        <p:nvSpPr>
          <p:cNvPr id="15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ED47EB7C-1137-4CF9-9170-012C6602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33925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2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FLORAL DIRECTION">
            <a:extLst xmlns:a="http://schemas.openxmlformats.org/drawingml/2006/main">
              <a:ext uri="{FF2B5EF4-FFF2-40B4-BE49-F238E27FC236}">
                <a16:creationId xmlns:a16="http://schemas.microsoft.com/office/drawing/2014/main" id="{816391D5-16CE-4A23-A379-7B401A8A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00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F6250"/>
                </a:solidFill>
              </a:defRPr>
            </a:pPr>
            <a:r>
              <a:rPr sz="900" b="1" i="0">
                <a:solidFill>
                  <a:srgbClr val="4F6250"/>
                </a:solidFill>
              </a:rPr>
              <a:t>FLORAL DIRECTION</a:t>
            </a:r>
          </a:p>
        </p:txBody>
      </p:sp>
      <p:sp>
        <p:nvSpPr>
          <p:cNvPr id="17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DFEC3576-A87F-420B-B91C-17B8197A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00675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2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FASHION">
            <a:extLst xmlns:a="http://schemas.openxmlformats.org/drawingml/2006/main">
              <a:ext uri="{FF2B5EF4-FFF2-40B4-BE49-F238E27FC236}">
                <a16:creationId xmlns:a16="http://schemas.microsoft.com/office/drawing/2014/main" id="{8D5E4ADF-AD00-44AC-9B2A-322D7FAD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102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F6250"/>
                </a:solidFill>
              </a:defRPr>
            </a:pPr>
            <a:r>
              <a:rPr sz="900" b="0" i="0">
                <a:solidFill>
                  <a:srgbClr val="4F6250"/>
                </a:solidFill>
              </a:rPr>
              <a:t>FASHION</a:t>
            </a:r>
          </a:p>
        </p:txBody>
      </p:sp>
      <p:sp>
        <p:nvSpPr>
          <p:cNvPr id="19" name="editable-photo-frame">
            <a:extLst xmlns:a="http://schemas.openxmlformats.org/drawingml/2006/main">
              <a:ext uri="{FF2B5EF4-FFF2-40B4-BE49-F238E27FC236}">
                <a16:creationId xmlns:a16="http://schemas.microsoft.com/office/drawing/2014/main" id="{26E719E0-7EEA-4763-B791-8630ADB4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72200"/>
            <a:ext cx="1666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6250"/>
            </a:solidFill>
            <a:prstDash val="solid"/>
          </a:ln>
        </p:spPr>
      </p:sp>
      <p:sp>
        <p:nvSpPr>
          <p:cNvPr id="20" name="text-FLOWERS">
            <a:extLst xmlns:a="http://schemas.openxmlformats.org/drawingml/2006/main">
              <a:ext uri="{FF2B5EF4-FFF2-40B4-BE49-F238E27FC236}">
                <a16:creationId xmlns:a16="http://schemas.microsoft.com/office/drawing/2014/main" id="{978A0197-EDF7-4B09-B241-A72D66A1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102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F6250"/>
                </a:solidFill>
              </a:defRPr>
            </a:pPr>
            <a:r>
              <a:rPr sz="900" b="0" i="0">
                <a:solidFill>
                  <a:srgbClr val="4F6250"/>
                </a:solidFill>
              </a:rPr>
              <a:t>FLOWERS</a:t>
            </a:r>
          </a:p>
        </p:txBody>
      </p:sp>
      <p:sp>
        <p:nvSpPr>
          <p:cNvPr id="21" name="editable-photo-frame">
            <a:extLst xmlns:a="http://schemas.openxmlformats.org/drawingml/2006/main">
              <a:ext uri="{FF2B5EF4-FFF2-40B4-BE49-F238E27FC236}">
                <a16:creationId xmlns:a16="http://schemas.microsoft.com/office/drawing/2014/main" id="{E5BC245D-23E9-4656-9ED6-9D22B1B3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72200"/>
            <a:ext cx="1666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6250"/>
            </a:solidFill>
            <a:prstDash val="solid"/>
          </a:ln>
        </p:spPr>
      </p:sp>
      <p:sp>
        <p:nvSpPr>
          <p:cNvPr id="22" name="text-DÉCOR">
            <a:extLst xmlns:a="http://schemas.openxmlformats.org/drawingml/2006/main">
              <a:ext uri="{FF2B5EF4-FFF2-40B4-BE49-F238E27FC236}">
                <a16:creationId xmlns:a16="http://schemas.microsoft.com/office/drawing/2014/main" id="{939E519D-7389-4E1F-959C-38E06F70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8102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F6250"/>
                </a:solidFill>
              </a:defRPr>
            </a:pPr>
            <a:r>
              <a:rPr sz="900" b="0" i="0">
                <a:solidFill>
                  <a:srgbClr val="4F6250"/>
                </a:solidFill>
              </a:rPr>
              <a:t>DÉCOR</a:t>
            </a:r>
          </a:p>
        </p:txBody>
      </p:sp>
      <p:sp>
        <p:nvSpPr>
          <p:cNvPr id="23" name="editable-photo-frame">
            <a:extLst xmlns:a="http://schemas.openxmlformats.org/drawingml/2006/main">
              <a:ext uri="{FF2B5EF4-FFF2-40B4-BE49-F238E27FC236}">
                <a16:creationId xmlns:a16="http://schemas.microsoft.com/office/drawing/2014/main" id="{1D5D7477-6388-434C-ADEC-2421B790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172200"/>
            <a:ext cx="1666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6250"/>
            </a:solidFill>
            <a:prstDash val="solid"/>
          </a:ln>
        </p:spPr>
      </p:sp>
      <p:sp>
        <p:nvSpPr>
          <p:cNvPr id="24" name="text-COLOR PALETTE">
            <a:extLst xmlns:a="http://schemas.openxmlformats.org/drawingml/2006/main">
              <a:ext uri="{FF2B5EF4-FFF2-40B4-BE49-F238E27FC236}">
                <a16:creationId xmlns:a16="http://schemas.microsoft.com/office/drawing/2014/main" id="{F737742A-5123-403B-81E4-7BB6EB95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23912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4F6250"/>
                </a:solidFill>
              </a:defRPr>
            </a:pPr>
            <a:r>
              <a:rPr sz="975" b="0" i="0">
                <a:solidFill>
                  <a:srgbClr val="4F6250"/>
                </a:solidFill>
              </a:rPr>
              <a:t>COLOR PALETTE</a:t>
            </a:r>
          </a:p>
        </p:txBody>
      </p:sp>
      <p:sp>
        <p:nvSpPr>
          <p:cNvPr id="25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8AD2636C-35AF-4996-B671-D035B040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68680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6250"/>
            </a:solidFill>
            <a:prstDash val="solid"/>
          </a:ln>
        </p:spPr>
      </p:sp>
      <p:sp>
        <p:nvSpPr>
          <p:cNvPr id="26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E7A6CAD9-F996-4058-AEB8-5D0370F9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68680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6250"/>
            </a:solidFill>
            <a:prstDash val="solid"/>
          </a:ln>
        </p:spPr>
      </p:sp>
      <p:sp>
        <p:nvSpPr>
          <p:cNvPr id="27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CCFC11DA-13D9-41CF-A5EA-1CE6C3D8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868680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6250"/>
            </a:solidFill>
            <a:prstDash val="solid"/>
          </a:ln>
        </p:spPr>
      </p:sp>
      <p:sp>
        <p:nvSpPr>
          <p:cNvPr id="28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C7E554DC-0703-48EF-B055-39F3605D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868680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6250"/>
            </a:solidFill>
            <a:prstDash val="solid"/>
          </a:ln>
        </p:spPr>
      </p:sp>
      <p:sp>
        <p:nvSpPr>
          <p:cNvPr id="29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ABE40EE8-1921-4924-99EB-F54D9C83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868680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625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7910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9275fd92849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romantic-panel">
            <a:extLst xmlns:a="http://schemas.openxmlformats.org/drawingml/2006/main">
              <a:ext uri="{FF2B5EF4-FFF2-40B4-BE49-F238E27FC236}">
                <a16:creationId xmlns:a16="http://schemas.microsoft.com/office/drawing/2014/main" id="{E8569517-5819-4089-B4FD-095824D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5810250" cy="92011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3" name="option-label">
            <a:extLst xmlns:a="http://schemas.openxmlformats.org/drawingml/2006/main">
              <a:ext uri="{FF2B5EF4-FFF2-40B4-BE49-F238E27FC236}">
                <a16:creationId xmlns:a16="http://schemas.microsoft.com/office/drawing/2014/main" id="{3E4F22DC-8E20-4523-A8EA-61E2A1F7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860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OPTION 3 · SOFT ROMANT">
            <a:extLst xmlns:a="http://schemas.openxmlformats.org/drawingml/2006/main">
              <a:ext uri="{FF2B5EF4-FFF2-40B4-BE49-F238E27FC236}">
                <a16:creationId xmlns:a16="http://schemas.microsoft.com/office/drawing/2014/main" id="{4AE7E0E7-60FA-4C0B-A1E4-BB5F6990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86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4F6250"/>
                </a:solidFill>
              </a:defRPr>
            </a:pPr>
            <a:r>
              <a:rPr sz="900" b="1" i="0">
                <a:solidFill>
                  <a:srgbClr val="4F6250"/>
                </a:solidFill>
              </a:rPr>
              <a:t>OPTION 3 · SOFT ROMANTIC</a:t>
            </a:r>
          </a:p>
        </p:txBody>
      </p:sp>
      <p:sp>
        <p:nvSpPr>
          <p:cNvPr id="5" name="text-Our Wedding">
            <a:extLst xmlns:a="http://schemas.openxmlformats.org/drawingml/2006/main">
              <a:ext uri="{FF2B5EF4-FFF2-40B4-BE49-F238E27FC236}">
                <a16:creationId xmlns:a16="http://schemas.microsoft.com/office/drawing/2014/main" id="{7E0B3963-79B2-401B-A7A4-D56E1941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00125"/>
            <a:ext cx="480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75" b="0" i="1">
                <a:solidFill>
                  <a:srgbClr val="4F6250"/>
                </a:solidFill>
              </a:defRPr>
            </a:pPr>
            <a:r>
              <a:rPr sz="2775" b="0" i="1">
                <a:solidFill>
                  <a:srgbClr val="4F6250"/>
                </a:solidFill>
              </a:rPr>
              <a:t>Our Wedding</a:t>
            </a:r>
          </a:p>
        </p:txBody>
      </p:sp>
      <p:sp>
        <p:nvSpPr>
          <p:cNvPr id="6" name="text-VISION &amp; INSPIRATION">
            <a:extLst xmlns:a="http://schemas.openxmlformats.org/drawingml/2006/main">
              <a:ext uri="{FF2B5EF4-FFF2-40B4-BE49-F238E27FC236}">
                <a16:creationId xmlns:a16="http://schemas.microsoft.com/office/drawing/2014/main" id="{D880C238-8634-41A3-B8C9-FA1EE1F2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470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49A4A"/>
                </a:solidFill>
              </a:defRPr>
            </a:pPr>
            <a:r>
              <a:rPr sz="1125" b="0" i="0">
                <a:solidFill>
                  <a:srgbClr val="C49A4A"/>
                </a:solidFill>
              </a:rPr>
              <a:t>VISION &amp; INSPIRATION</a:t>
            </a:r>
          </a:p>
        </p:txBody>
      </p:sp>
      <p:sp>
        <p:nvSpPr>
          <p:cNvPr id="7" name="text-THEME">
            <a:extLst xmlns:a="http://schemas.openxmlformats.org/drawingml/2006/main">
              <a:ext uri="{FF2B5EF4-FFF2-40B4-BE49-F238E27FC236}">
                <a16:creationId xmlns:a16="http://schemas.microsoft.com/office/drawing/2014/main" id="{DFB2AE33-9C37-4B26-84F6-793F0973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THEME</a:t>
            </a:r>
          </a:p>
        </p:txBody>
      </p:sp>
      <p:sp>
        <p:nvSpPr>
          <p:cNvPr id="8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BFBFD278-0D5C-469E-9931-6670A255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WEDDING STYLE">
            <a:extLst xmlns:a="http://schemas.openxmlformats.org/drawingml/2006/main">
              <a:ext uri="{FF2B5EF4-FFF2-40B4-BE49-F238E27FC236}">
                <a16:creationId xmlns:a16="http://schemas.microsoft.com/office/drawing/2014/main" id="{B82BDAD0-60EC-49F9-8CEC-8BC2204C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WEDDING STYLE</a:t>
            </a:r>
          </a:p>
        </p:txBody>
      </p:sp>
      <p:sp>
        <p:nvSpPr>
          <p:cNvPr id="10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F592C0AB-5B0B-48EC-9996-669CFB1E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VENUE FEELING">
            <a:extLst xmlns:a="http://schemas.openxmlformats.org/drawingml/2006/main">
              <a:ext uri="{FF2B5EF4-FFF2-40B4-BE49-F238E27FC236}">
                <a16:creationId xmlns:a16="http://schemas.microsoft.com/office/drawing/2014/main" id="{BAF5B59F-7BD4-4E20-9FF1-BECCBF6E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VENUE FEELING</a:t>
            </a:r>
          </a:p>
        </p:txBody>
      </p:sp>
      <p:sp>
        <p:nvSpPr>
          <p:cNvPr id="12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EAF2F4B2-E9B5-480E-AFD5-84B50DF9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MUST-HAVE MOMENTS">
            <a:extLst xmlns:a="http://schemas.openxmlformats.org/drawingml/2006/main">
              <a:ext uri="{FF2B5EF4-FFF2-40B4-BE49-F238E27FC236}">
                <a16:creationId xmlns:a16="http://schemas.microsoft.com/office/drawing/2014/main" id="{53861792-EF45-4D7F-ACF0-CBA41D29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MUST-HAVE MOMENTS</a:t>
            </a:r>
          </a:p>
        </p:txBody>
      </p:sp>
      <p:sp>
        <p:nvSpPr>
          <p:cNvPr id="14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CD679593-2135-4307-8103-368B3B8A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FLORAL DIRECTION">
            <a:extLst xmlns:a="http://schemas.openxmlformats.org/drawingml/2006/main">
              <a:ext uri="{FF2B5EF4-FFF2-40B4-BE49-F238E27FC236}">
                <a16:creationId xmlns:a16="http://schemas.microsoft.com/office/drawing/2014/main" id="{0FB2B719-6287-401A-90D4-C4422343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FLORAL DIRECTION</a:t>
            </a:r>
          </a:p>
        </p:txBody>
      </p:sp>
      <p:sp>
        <p:nvSpPr>
          <p:cNvPr id="16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30317C2C-316F-40AD-8BFD-DD1E91BE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FASHION">
            <a:extLst xmlns:a="http://schemas.openxmlformats.org/drawingml/2006/main">
              <a:ext uri="{FF2B5EF4-FFF2-40B4-BE49-F238E27FC236}">
                <a16:creationId xmlns:a16="http://schemas.microsoft.com/office/drawing/2014/main" id="{A45AAC41-5255-4A97-BC33-261965BA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150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C49A4A"/>
                </a:solidFill>
              </a:defRPr>
            </a:pPr>
            <a:r>
              <a:rPr sz="900" b="0" i="0">
                <a:solidFill>
                  <a:srgbClr val="C49A4A"/>
                </a:solidFill>
              </a:rPr>
              <a:t>FASHION</a:t>
            </a:r>
          </a:p>
        </p:txBody>
      </p:sp>
      <p:sp>
        <p:nvSpPr>
          <p:cNvPr id="18" name="editable-photo-frame">
            <a:extLst xmlns:a="http://schemas.openxmlformats.org/drawingml/2006/main">
              <a:ext uri="{FF2B5EF4-FFF2-40B4-BE49-F238E27FC236}">
                <a16:creationId xmlns:a16="http://schemas.microsoft.com/office/drawing/2014/main" id="{FBF1CAD3-0945-4F93-B704-747AB4D1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76950"/>
            <a:ext cx="1666875" cy="1809750"/>
          </a:xfrm>
          <a:prstGeom xmlns:a="http://schemas.openxmlformats.org/drawingml/2006/main" prst="roundRect">
            <a:avLst>
              <a:gd name="adj" fmla="val 45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19" name="text-FLOWERS">
            <a:extLst xmlns:a="http://schemas.openxmlformats.org/drawingml/2006/main">
              <a:ext uri="{FF2B5EF4-FFF2-40B4-BE49-F238E27FC236}">
                <a16:creationId xmlns:a16="http://schemas.microsoft.com/office/drawing/2014/main" id="{A015BE7A-89B0-4F1A-85C3-245A95BE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150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C49A4A"/>
                </a:solidFill>
              </a:defRPr>
            </a:pPr>
            <a:r>
              <a:rPr sz="900" b="0" i="0">
                <a:solidFill>
                  <a:srgbClr val="C49A4A"/>
                </a:solidFill>
              </a:rPr>
              <a:t>FLOWERS</a:t>
            </a:r>
          </a:p>
        </p:txBody>
      </p:sp>
      <p:sp>
        <p:nvSpPr>
          <p:cNvPr id="20" name="editable-photo-frame">
            <a:extLst xmlns:a="http://schemas.openxmlformats.org/drawingml/2006/main">
              <a:ext uri="{FF2B5EF4-FFF2-40B4-BE49-F238E27FC236}">
                <a16:creationId xmlns:a16="http://schemas.microsoft.com/office/drawing/2014/main" id="{B4FE7897-2042-4177-A2C8-F05C51AD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76950"/>
            <a:ext cx="1666875" cy="1809750"/>
          </a:xfrm>
          <a:prstGeom xmlns:a="http://schemas.openxmlformats.org/drawingml/2006/main" prst="roundRect">
            <a:avLst>
              <a:gd name="adj" fmla="val 45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21" name="text-DÉCOR">
            <a:extLst xmlns:a="http://schemas.openxmlformats.org/drawingml/2006/main">
              <a:ext uri="{FF2B5EF4-FFF2-40B4-BE49-F238E27FC236}">
                <a16:creationId xmlns:a16="http://schemas.microsoft.com/office/drawing/2014/main" id="{325F0ABC-8D15-4640-97D3-16F744CB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7150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C49A4A"/>
                </a:solidFill>
              </a:defRPr>
            </a:pPr>
            <a:r>
              <a:rPr sz="900" b="0" i="0">
                <a:solidFill>
                  <a:srgbClr val="C49A4A"/>
                </a:solidFill>
              </a:rPr>
              <a:t>DÉCOR</a:t>
            </a:r>
          </a:p>
        </p:txBody>
      </p:sp>
      <p:sp>
        <p:nvSpPr>
          <p:cNvPr id="22" name="editable-photo-frame">
            <a:extLst xmlns:a="http://schemas.openxmlformats.org/drawingml/2006/main">
              <a:ext uri="{FF2B5EF4-FFF2-40B4-BE49-F238E27FC236}">
                <a16:creationId xmlns:a16="http://schemas.microsoft.com/office/drawing/2014/main" id="{2511A660-7A36-4A7C-9616-D4E3E7C0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076950"/>
            <a:ext cx="1666875" cy="1809750"/>
          </a:xfrm>
          <a:prstGeom xmlns:a="http://schemas.openxmlformats.org/drawingml/2006/main" prst="roundRect">
            <a:avLst>
              <a:gd name="adj" fmla="val 45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23" name="text-COLOR PALETTE">
            <a:extLst xmlns:a="http://schemas.openxmlformats.org/drawingml/2006/main">
              <a:ext uri="{FF2B5EF4-FFF2-40B4-BE49-F238E27FC236}">
                <a16:creationId xmlns:a16="http://schemas.microsoft.com/office/drawing/2014/main" id="{CE48FB49-C129-40DA-BFC7-A59394CA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14387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49A4A"/>
                </a:solidFill>
              </a:defRPr>
            </a:pPr>
            <a:r>
              <a:rPr sz="975" b="0" i="0">
                <a:solidFill>
                  <a:srgbClr val="C49A4A"/>
                </a:solidFill>
              </a:rPr>
              <a:t>COLOR PALETTE</a:t>
            </a:r>
          </a:p>
        </p:txBody>
      </p:sp>
      <p:sp>
        <p:nvSpPr>
          <p:cNvPr id="24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502DD723-C8A9-4902-80DB-16938F0D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5915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25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AD320587-42F2-4076-8EE0-D1B38870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5915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26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7AF6EA9C-2E5C-45DD-8570-53D625DC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85915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27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48787E4E-3A32-406B-BBFF-DD84C6B2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85915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28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F6535E33-48B4-4769-9921-4F31E9F9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85915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43435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00ef21d6d46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minimal-panel">
            <a:extLst xmlns:a="http://schemas.openxmlformats.org/drawingml/2006/main">
              <a:ext uri="{FF2B5EF4-FFF2-40B4-BE49-F238E27FC236}">
                <a16:creationId xmlns:a16="http://schemas.microsoft.com/office/drawing/2014/main" id="{1AAB1D35-EBE4-4F63-A496-4DE85895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626745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D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option-label">
            <a:extLst xmlns:a="http://schemas.openxmlformats.org/drawingml/2006/main">
              <a:ext uri="{FF2B5EF4-FFF2-40B4-BE49-F238E27FC236}">
                <a16:creationId xmlns:a16="http://schemas.microsoft.com/office/drawing/2014/main" id="{4525AAA3-FAEA-44D5-9B81-4DAB1BE3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860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OPTION 4 · REFINED MIN">
            <a:extLst xmlns:a="http://schemas.openxmlformats.org/drawingml/2006/main">
              <a:ext uri="{FF2B5EF4-FFF2-40B4-BE49-F238E27FC236}">
                <a16:creationId xmlns:a16="http://schemas.microsoft.com/office/drawing/2014/main" id="{0FBDC453-91BB-4954-8C6F-2CA2651B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86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F4940"/>
                </a:solidFill>
              </a:defRPr>
            </a:pPr>
            <a:r>
              <a:rPr sz="900" b="1" i="0">
                <a:solidFill>
                  <a:srgbClr val="3F4940"/>
                </a:solidFill>
              </a:rPr>
              <a:t>OPTION 4 · REFINED MINIMAL</a:t>
            </a:r>
          </a:p>
        </p:txBody>
      </p:sp>
      <p:sp>
        <p:nvSpPr>
          <p:cNvPr id="5" name="text-VISION">
            <a:extLst xmlns:a="http://schemas.openxmlformats.org/drawingml/2006/main">
              <a:ext uri="{FF2B5EF4-FFF2-40B4-BE49-F238E27FC236}">
                <a16:creationId xmlns:a16="http://schemas.microsoft.com/office/drawing/2014/main" id="{38EE5B5A-D4BB-43C8-8469-28458F74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525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3F4940"/>
                </a:solidFill>
              </a:defRPr>
            </a:pPr>
            <a:r>
              <a:rPr sz="3225" b="1" i="0">
                <a:solidFill>
                  <a:srgbClr val="3F4940"/>
                </a:solidFill>
              </a:rPr>
              <a:t>VISION</a:t>
            </a:r>
          </a:p>
        </p:txBody>
      </p:sp>
      <p:sp>
        <p:nvSpPr>
          <p:cNvPr id="6" name="text-WEDDING PLANNING">
            <a:extLst xmlns:a="http://schemas.openxmlformats.org/drawingml/2006/main">
              <a:ext uri="{FF2B5EF4-FFF2-40B4-BE49-F238E27FC236}">
                <a16:creationId xmlns:a16="http://schemas.microsoft.com/office/drawing/2014/main" id="{63C4D9D5-4745-474B-82B4-F38661E8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66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B61"/>
                </a:solidFill>
              </a:defRPr>
            </a:pPr>
            <a:r>
              <a:rPr sz="900" b="0" i="0">
                <a:solidFill>
                  <a:srgbClr val="667B61"/>
                </a:solidFill>
              </a:rPr>
              <a:t>WEDDING PLANNING</a:t>
            </a:r>
          </a:p>
        </p:txBody>
      </p:sp>
      <p:sp>
        <p:nvSpPr>
          <p:cNvPr id="7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AFB8483-3830-4114-81F0-A437D134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556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4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THEME">
            <a:extLst xmlns:a="http://schemas.openxmlformats.org/drawingml/2006/main">
              <a:ext uri="{FF2B5EF4-FFF2-40B4-BE49-F238E27FC236}">
                <a16:creationId xmlns:a16="http://schemas.microsoft.com/office/drawing/2014/main" id="{F44B9E5D-0FA4-4D09-BE4F-6C8AF08E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F4940"/>
                </a:solidFill>
              </a:defRPr>
            </a:pPr>
            <a:r>
              <a:rPr sz="900" b="1" i="0">
                <a:solidFill>
                  <a:srgbClr val="3F4940"/>
                </a:solidFill>
              </a:rPr>
              <a:t>THEME</a:t>
            </a:r>
          </a:p>
        </p:txBody>
      </p:sp>
      <p:sp>
        <p:nvSpPr>
          <p:cNvPr id="9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41B3BF88-A3C3-4289-B4EE-06F9EED7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38425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4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WEDDING STYLE">
            <a:extLst xmlns:a="http://schemas.openxmlformats.org/drawingml/2006/main">
              <a:ext uri="{FF2B5EF4-FFF2-40B4-BE49-F238E27FC236}">
                <a16:creationId xmlns:a16="http://schemas.microsoft.com/office/drawing/2014/main" id="{4CDB385F-EDE7-4AFF-A17F-0679EFCA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F4940"/>
                </a:solidFill>
              </a:defRPr>
            </a:pPr>
            <a:r>
              <a:rPr sz="900" b="1" i="0">
                <a:solidFill>
                  <a:srgbClr val="3F4940"/>
                </a:solidFill>
              </a:rPr>
              <a:t>WEDDING STYLE</a:t>
            </a:r>
          </a:p>
        </p:txBody>
      </p:sp>
      <p:sp>
        <p:nvSpPr>
          <p:cNvPr id="11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5AD04E1A-6878-428F-9861-F487E475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05175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4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VENUE FEELING">
            <a:extLst xmlns:a="http://schemas.openxmlformats.org/drawingml/2006/main">
              <a:ext uri="{FF2B5EF4-FFF2-40B4-BE49-F238E27FC236}">
                <a16:creationId xmlns:a16="http://schemas.microsoft.com/office/drawing/2014/main" id="{31663659-E50D-4B54-811D-5B118DD6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F4940"/>
                </a:solidFill>
              </a:defRPr>
            </a:pPr>
            <a:r>
              <a:rPr sz="900" b="1" i="0">
                <a:solidFill>
                  <a:srgbClr val="3F4940"/>
                </a:solidFill>
              </a:rPr>
              <a:t>VENUE FEELING</a:t>
            </a:r>
          </a:p>
        </p:txBody>
      </p:sp>
      <p:sp>
        <p:nvSpPr>
          <p:cNvPr id="13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E5158D75-AFC7-48B8-9B38-F6208AA6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71925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4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MUST-HAVE MOMENTS">
            <a:extLst xmlns:a="http://schemas.openxmlformats.org/drawingml/2006/main">
              <a:ext uri="{FF2B5EF4-FFF2-40B4-BE49-F238E27FC236}">
                <a16:creationId xmlns:a16="http://schemas.microsoft.com/office/drawing/2014/main" id="{13C4F34E-B332-4FA7-BFE7-EE341507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F4940"/>
                </a:solidFill>
              </a:defRPr>
            </a:pPr>
            <a:r>
              <a:rPr sz="900" b="1" i="0">
                <a:solidFill>
                  <a:srgbClr val="3F4940"/>
                </a:solidFill>
              </a:rPr>
              <a:t>MUST-HAVE MOMENTS</a:t>
            </a:r>
          </a:p>
        </p:txBody>
      </p:sp>
      <p:sp>
        <p:nvSpPr>
          <p:cNvPr id="15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D24FE021-2001-43EF-99F1-A6B3838D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8675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4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FLORAL DIRECTION">
            <a:extLst xmlns:a="http://schemas.openxmlformats.org/drawingml/2006/main">
              <a:ext uri="{FF2B5EF4-FFF2-40B4-BE49-F238E27FC236}">
                <a16:creationId xmlns:a16="http://schemas.microsoft.com/office/drawing/2014/main" id="{B56390A4-8ADF-4647-A891-C280C58C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F4940"/>
                </a:solidFill>
              </a:defRPr>
            </a:pPr>
            <a:r>
              <a:rPr sz="900" b="1" i="0">
                <a:solidFill>
                  <a:srgbClr val="3F4940"/>
                </a:solidFill>
              </a:rPr>
              <a:t>FLORAL DIRECTION</a:t>
            </a:r>
          </a:p>
        </p:txBody>
      </p:sp>
      <p:sp>
        <p:nvSpPr>
          <p:cNvPr id="17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AC252170-7A93-435B-AC8A-F28CC1E0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05425"/>
            <a:ext cx="5467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49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FASHION">
            <a:extLst xmlns:a="http://schemas.openxmlformats.org/drawingml/2006/main">
              <a:ext uri="{FF2B5EF4-FFF2-40B4-BE49-F238E27FC236}">
                <a16:creationId xmlns:a16="http://schemas.microsoft.com/office/drawing/2014/main" id="{05888E99-2826-43CF-A889-4E187DE7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578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3F4940"/>
                </a:solidFill>
              </a:defRPr>
            </a:pPr>
            <a:r>
              <a:rPr sz="900" b="0" i="0">
                <a:solidFill>
                  <a:srgbClr val="3F4940"/>
                </a:solidFill>
              </a:rPr>
              <a:t>FASHION</a:t>
            </a:r>
          </a:p>
        </p:txBody>
      </p:sp>
      <p:sp>
        <p:nvSpPr>
          <p:cNvPr id="19" name="editable-photo-frame">
            <a:extLst xmlns:a="http://schemas.openxmlformats.org/drawingml/2006/main">
              <a:ext uri="{FF2B5EF4-FFF2-40B4-BE49-F238E27FC236}">
                <a16:creationId xmlns:a16="http://schemas.microsoft.com/office/drawing/2014/main" id="{23AF85D3-2518-4273-84F3-8D326608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219825"/>
            <a:ext cx="1666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4940"/>
            </a:solidFill>
            <a:prstDash val="solid"/>
          </a:ln>
        </p:spPr>
      </p:sp>
      <p:sp>
        <p:nvSpPr>
          <p:cNvPr id="20" name="text-FLOWERS">
            <a:extLst xmlns:a="http://schemas.openxmlformats.org/drawingml/2006/main">
              <a:ext uri="{FF2B5EF4-FFF2-40B4-BE49-F238E27FC236}">
                <a16:creationId xmlns:a16="http://schemas.microsoft.com/office/drawing/2014/main" id="{25C7C70A-AA60-4539-B14E-77357DE9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578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3F4940"/>
                </a:solidFill>
              </a:defRPr>
            </a:pPr>
            <a:r>
              <a:rPr sz="900" b="0" i="0">
                <a:solidFill>
                  <a:srgbClr val="3F4940"/>
                </a:solidFill>
              </a:rPr>
              <a:t>FLOWERS</a:t>
            </a:r>
          </a:p>
        </p:txBody>
      </p:sp>
      <p:sp>
        <p:nvSpPr>
          <p:cNvPr id="21" name="editable-photo-frame">
            <a:extLst xmlns:a="http://schemas.openxmlformats.org/drawingml/2006/main">
              <a:ext uri="{FF2B5EF4-FFF2-40B4-BE49-F238E27FC236}">
                <a16:creationId xmlns:a16="http://schemas.microsoft.com/office/drawing/2014/main" id="{3152DCEC-6A90-4BB0-9D7D-742A9AC8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219825"/>
            <a:ext cx="1666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4940"/>
            </a:solidFill>
            <a:prstDash val="solid"/>
          </a:ln>
        </p:spPr>
      </p:sp>
      <p:sp>
        <p:nvSpPr>
          <p:cNvPr id="22" name="text-DÉCOR">
            <a:extLst xmlns:a="http://schemas.openxmlformats.org/drawingml/2006/main">
              <a:ext uri="{FF2B5EF4-FFF2-40B4-BE49-F238E27FC236}">
                <a16:creationId xmlns:a16="http://schemas.microsoft.com/office/drawing/2014/main" id="{1F617BE6-9284-44CF-A89A-52E89557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8578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3F4940"/>
                </a:solidFill>
              </a:defRPr>
            </a:pPr>
            <a:r>
              <a:rPr sz="900" b="0" i="0">
                <a:solidFill>
                  <a:srgbClr val="3F4940"/>
                </a:solidFill>
              </a:rPr>
              <a:t>DÉCOR</a:t>
            </a:r>
          </a:p>
        </p:txBody>
      </p:sp>
      <p:sp>
        <p:nvSpPr>
          <p:cNvPr id="23" name="editable-photo-frame">
            <a:extLst xmlns:a="http://schemas.openxmlformats.org/drawingml/2006/main">
              <a:ext uri="{FF2B5EF4-FFF2-40B4-BE49-F238E27FC236}">
                <a16:creationId xmlns:a16="http://schemas.microsoft.com/office/drawing/2014/main" id="{7C910C4D-1C32-4645-8A4D-34E97515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219825"/>
            <a:ext cx="1666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4940"/>
            </a:solidFill>
            <a:prstDash val="solid"/>
          </a:ln>
        </p:spPr>
      </p:sp>
      <p:sp>
        <p:nvSpPr>
          <p:cNvPr id="24" name="text-COLOR PALETTE">
            <a:extLst xmlns:a="http://schemas.openxmlformats.org/drawingml/2006/main">
              <a:ext uri="{FF2B5EF4-FFF2-40B4-BE49-F238E27FC236}">
                <a16:creationId xmlns:a16="http://schemas.microsoft.com/office/drawing/2014/main" id="{379E0491-5FCE-431D-911C-BAAD14B7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2867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3F4940"/>
                </a:solidFill>
              </a:defRPr>
            </a:pPr>
            <a:r>
              <a:rPr sz="975" b="0" i="0">
                <a:solidFill>
                  <a:srgbClr val="3F4940"/>
                </a:solidFill>
              </a:rPr>
              <a:t>COLOR PALETTE</a:t>
            </a:r>
          </a:p>
        </p:txBody>
      </p:sp>
      <p:sp>
        <p:nvSpPr>
          <p:cNvPr id="25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3B1FA775-34BB-40E7-B76A-8CEE5D55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73442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4940"/>
            </a:solidFill>
            <a:prstDash val="solid"/>
          </a:ln>
        </p:spPr>
      </p:sp>
      <p:sp>
        <p:nvSpPr>
          <p:cNvPr id="26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A56569ED-3BE8-42B8-94D9-B59D50E8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73442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4940"/>
            </a:solidFill>
            <a:prstDash val="solid"/>
          </a:ln>
        </p:spPr>
      </p:sp>
      <p:sp>
        <p:nvSpPr>
          <p:cNvPr id="27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7E0B3140-C050-47A1-8C24-F011563A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873442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4940"/>
            </a:solidFill>
            <a:prstDash val="solid"/>
          </a:ln>
        </p:spPr>
      </p:sp>
      <p:sp>
        <p:nvSpPr>
          <p:cNvPr id="28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CF3F55B6-16BF-4BE2-A460-D36A0B1F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873442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4940"/>
            </a:solidFill>
            <a:prstDash val="solid"/>
          </a:ln>
        </p:spPr>
      </p:sp>
      <p:sp>
        <p:nvSpPr>
          <p:cNvPr id="29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59E17130-2C1D-439C-ACC1-38BC8478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873442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494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5654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8a51984dc41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luxury-panel">
            <a:extLst xmlns:a="http://schemas.openxmlformats.org/drawingml/2006/main">
              <a:ext uri="{FF2B5EF4-FFF2-40B4-BE49-F238E27FC236}">
                <a16:creationId xmlns:a16="http://schemas.microsoft.com/office/drawing/2014/main" id="{AF4BCE33-6157-4B5E-9FEE-A2B6CA6E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6000750" cy="933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option-label">
            <a:extLst xmlns:a="http://schemas.openxmlformats.org/drawingml/2006/main">
              <a:ext uri="{FF2B5EF4-FFF2-40B4-BE49-F238E27FC236}">
                <a16:creationId xmlns:a16="http://schemas.microsoft.com/office/drawing/2014/main" id="{8F74C72A-E047-4407-BE87-9E20708B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860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OPTION 5 · LUXURY GARD">
            <a:extLst xmlns:a="http://schemas.openxmlformats.org/drawingml/2006/main">
              <a:ext uri="{FF2B5EF4-FFF2-40B4-BE49-F238E27FC236}">
                <a16:creationId xmlns:a16="http://schemas.microsoft.com/office/drawing/2014/main" id="{E2D15FE7-2474-4276-B47F-14ECFE9F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86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4F6250"/>
                </a:solidFill>
              </a:defRPr>
            </a:pPr>
            <a:r>
              <a:rPr sz="900" b="1" i="0">
                <a:solidFill>
                  <a:srgbClr val="4F6250"/>
                </a:solidFill>
              </a:rPr>
              <a:t>OPTION 5 · LUXURY GARDEN</a:t>
            </a:r>
          </a:p>
        </p:txBody>
      </p:sp>
      <p:sp>
        <p:nvSpPr>
          <p:cNvPr id="5" name="luxury-title-panel">
            <a:extLst xmlns:a="http://schemas.openxmlformats.org/drawingml/2006/main">
              <a:ext uri="{FF2B5EF4-FFF2-40B4-BE49-F238E27FC236}">
                <a16:creationId xmlns:a16="http://schemas.microsoft.com/office/drawing/2014/main" id="{DE1DA74F-9930-4762-85DA-12133CDC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2500"/>
            <a:ext cx="55816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2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THE WEDDING">
            <a:extLst xmlns:a="http://schemas.openxmlformats.org/drawingml/2006/main">
              <a:ext uri="{FF2B5EF4-FFF2-40B4-BE49-F238E27FC236}">
                <a16:creationId xmlns:a16="http://schemas.microsoft.com/office/drawing/2014/main" id="{62DDF8DB-31A8-4141-B970-8EE77874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123950"/>
            <a:ext cx="4991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THE WEDDING</a:t>
            </a:r>
          </a:p>
        </p:txBody>
      </p:sp>
      <p:sp>
        <p:nvSpPr>
          <p:cNvPr id="7" name="text-VISION">
            <a:extLst xmlns:a="http://schemas.openxmlformats.org/drawingml/2006/main">
              <a:ext uri="{FF2B5EF4-FFF2-40B4-BE49-F238E27FC236}">
                <a16:creationId xmlns:a16="http://schemas.microsoft.com/office/drawing/2014/main" id="{99D05FB5-49E8-4836-824F-EE14C12C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504950"/>
            <a:ext cx="49911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0" i="0">
                <a:solidFill>
                  <a:srgbClr val="FFFFFF"/>
                </a:solidFill>
              </a:defRPr>
            </a:pPr>
            <a:r>
              <a:rPr sz="3300" b="0" i="0">
                <a:solidFill>
                  <a:srgbClr val="FFFFFF"/>
                </a:solidFill>
              </a:rPr>
              <a:t>VISION</a:t>
            </a:r>
          </a:p>
        </p:txBody>
      </p:sp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BCE8AEDD-76DB-4C73-B7A6-CA2A0C9C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0507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1  THEME">
            <a:extLst xmlns:a="http://schemas.openxmlformats.org/drawingml/2006/main">
              <a:ext uri="{FF2B5EF4-FFF2-40B4-BE49-F238E27FC236}">
                <a16:creationId xmlns:a16="http://schemas.microsoft.com/office/drawing/2014/main" id="{FF1FA222-6D28-4734-A7C1-8E4CF258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F6250"/>
                </a:solidFill>
              </a:defRPr>
            </a:pPr>
            <a:r>
              <a:rPr sz="900" b="1" i="0">
                <a:solidFill>
                  <a:srgbClr val="4F6250"/>
                </a:solidFill>
              </a:rPr>
              <a:t>01  THEME</a:t>
            </a:r>
          </a:p>
        </p:txBody>
      </p:sp>
      <p:sp>
        <p:nvSpPr>
          <p:cNvPr id="10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3C474C14-8CD4-47BC-A4F7-EE5B94B6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24200"/>
            <a:ext cx="300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2  WEDDING STYLE">
            <a:extLst xmlns:a="http://schemas.openxmlformats.org/drawingml/2006/main">
              <a:ext uri="{FF2B5EF4-FFF2-40B4-BE49-F238E27FC236}">
                <a16:creationId xmlns:a16="http://schemas.microsoft.com/office/drawing/2014/main" id="{34B519AB-C3FC-4B85-AD0C-20A7FEC7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F6250"/>
                </a:solidFill>
              </a:defRPr>
            </a:pPr>
            <a:r>
              <a:rPr sz="900" b="1" i="0">
                <a:solidFill>
                  <a:srgbClr val="4F6250"/>
                </a:solidFill>
              </a:rPr>
              <a:t>02  WEDDING STYLE</a:t>
            </a:r>
          </a:p>
        </p:txBody>
      </p:sp>
      <p:sp>
        <p:nvSpPr>
          <p:cNvPr id="12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D185DA90-D272-44D4-8B5A-20121890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76650"/>
            <a:ext cx="300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3  VENUE FEELING">
            <a:extLst xmlns:a="http://schemas.openxmlformats.org/drawingml/2006/main">
              <a:ext uri="{FF2B5EF4-FFF2-40B4-BE49-F238E27FC236}">
                <a16:creationId xmlns:a16="http://schemas.microsoft.com/office/drawing/2014/main" id="{E0734A4D-BEC4-4235-9D0F-96F1435B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F6250"/>
                </a:solidFill>
              </a:defRPr>
            </a:pPr>
            <a:r>
              <a:rPr sz="900" b="1" i="0">
                <a:solidFill>
                  <a:srgbClr val="4F6250"/>
                </a:solidFill>
              </a:rPr>
              <a:t>03  VENUE FEELING</a:t>
            </a:r>
          </a:p>
        </p:txBody>
      </p:sp>
      <p:sp>
        <p:nvSpPr>
          <p:cNvPr id="14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36145C13-C486-42B0-B3F2-16B62EAF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29100"/>
            <a:ext cx="300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4  MUST-HAVE MOMENTS">
            <a:extLst xmlns:a="http://schemas.openxmlformats.org/drawingml/2006/main">
              <a:ext uri="{FF2B5EF4-FFF2-40B4-BE49-F238E27FC236}">
                <a16:creationId xmlns:a16="http://schemas.microsoft.com/office/drawing/2014/main" id="{4840BA53-A938-4320-84A4-9E163717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F6250"/>
                </a:solidFill>
              </a:defRPr>
            </a:pPr>
            <a:r>
              <a:rPr sz="900" b="1" i="0">
                <a:solidFill>
                  <a:srgbClr val="4F6250"/>
                </a:solidFill>
              </a:rPr>
              <a:t>04  MUST-HAVE MOMENTS</a:t>
            </a:r>
          </a:p>
        </p:txBody>
      </p:sp>
      <p:sp>
        <p:nvSpPr>
          <p:cNvPr id="16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E9B5C7A0-B56D-4AC1-9F37-0D4C67FF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81550"/>
            <a:ext cx="300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5  FLORAL DIRECTION">
            <a:extLst xmlns:a="http://schemas.openxmlformats.org/drawingml/2006/main">
              <a:ext uri="{FF2B5EF4-FFF2-40B4-BE49-F238E27FC236}">
                <a16:creationId xmlns:a16="http://schemas.microsoft.com/office/drawing/2014/main" id="{35699CFF-CFA8-4C06-95C8-48CFAEB5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F6250"/>
                </a:solidFill>
              </a:defRPr>
            </a:pPr>
            <a:r>
              <a:rPr sz="900" b="1" i="0">
                <a:solidFill>
                  <a:srgbClr val="4F6250"/>
                </a:solidFill>
              </a:rPr>
              <a:t>05  FLORAL DIRECTION</a:t>
            </a:r>
          </a:p>
        </p:txBody>
      </p:sp>
      <p:sp>
        <p:nvSpPr>
          <p:cNvPr id="18" name="editable-writing-line">
            <a:extLst xmlns:a="http://schemas.openxmlformats.org/drawingml/2006/main">
              <a:ext uri="{FF2B5EF4-FFF2-40B4-BE49-F238E27FC236}">
                <a16:creationId xmlns:a16="http://schemas.microsoft.com/office/drawing/2014/main" id="{1629748D-D1FD-4B66-868C-2591F060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34000"/>
            <a:ext cx="300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ditable-photo-frame">
            <a:extLst xmlns:a="http://schemas.openxmlformats.org/drawingml/2006/main">
              <a:ext uri="{FF2B5EF4-FFF2-40B4-BE49-F238E27FC236}">
                <a16:creationId xmlns:a16="http://schemas.microsoft.com/office/drawing/2014/main" id="{0E93A316-690E-4093-8818-77E84FDF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953125"/>
            <a:ext cx="16954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20" name="text-FASHION">
            <a:extLst xmlns:a="http://schemas.openxmlformats.org/drawingml/2006/main">
              <a:ext uri="{FF2B5EF4-FFF2-40B4-BE49-F238E27FC236}">
                <a16:creationId xmlns:a16="http://schemas.microsoft.com/office/drawing/2014/main" id="{C6A53C34-DA8E-466E-9DD5-7FB4EB8F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61150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4F6250"/>
                </a:solidFill>
              </a:defRPr>
            </a:pPr>
            <a:r>
              <a:rPr sz="825" b="1" i="0">
                <a:solidFill>
                  <a:srgbClr val="4F6250"/>
                </a:solidFill>
              </a:rPr>
              <a:t>FASHION</a:t>
            </a:r>
          </a:p>
        </p:txBody>
      </p:sp>
      <p:sp>
        <p:nvSpPr>
          <p:cNvPr id="21" name="editable-photo-frame">
            <a:extLst xmlns:a="http://schemas.openxmlformats.org/drawingml/2006/main">
              <a:ext uri="{FF2B5EF4-FFF2-40B4-BE49-F238E27FC236}">
                <a16:creationId xmlns:a16="http://schemas.microsoft.com/office/drawing/2014/main" id="{F3A2510C-DFF3-4AF4-BC4D-EE0C3E76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953125"/>
            <a:ext cx="16954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22" name="text-FLOWERS">
            <a:extLst xmlns:a="http://schemas.openxmlformats.org/drawingml/2006/main">
              <a:ext uri="{FF2B5EF4-FFF2-40B4-BE49-F238E27FC236}">
                <a16:creationId xmlns:a16="http://schemas.microsoft.com/office/drawing/2014/main" id="{ED4307F9-DB81-43D7-BE5E-01305B84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1150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4F6250"/>
                </a:solidFill>
              </a:defRPr>
            </a:pPr>
            <a:r>
              <a:rPr sz="825" b="1" i="0">
                <a:solidFill>
                  <a:srgbClr val="4F6250"/>
                </a:solidFill>
              </a:rPr>
              <a:t>FLOWERS</a:t>
            </a:r>
          </a:p>
        </p:txBody>
      </p:sp>
      <p:sp>
        <p:nvSpPr>
          <p:cNvPr id="23" name="editable-photo-frame">
            <a:extLst xmlns:a="http://schemas.openxmlformats.org/drawingml/2006/main">
              <a:ext uri="{FF2B5EF4-FFF2-40B4-BE49-F238E27FC236}">
                <a16:creationId xmlns:a16="http://schemas.microsoft.com/office/drawing/2014/main" id="{5573817D-D8FE-44D3-A4EE-9CFBB140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953125"/>
            <a:ext cx="16954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24" name="text-DÉCOR">
            <a:extLst xmlns:a="http://schemas.openxmlformats.org/drawingml/2006/main">
              <a:ext uri="{FF2B5EF4-FFF2-40B4-BE49-F238E27FC236}">
                <a16:creationId xmlns:a16="http://schemas.microsoft.com/office/drawing/2014/main" id="{E4A295FB-08AF-401D-A053-883DF7D6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61150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4F6250"/>
                </a:solidFill>
              </a:defRPr>
            </a:pPr>
            <a:r>
              <a:rPr sz="825" b="1" i="0">
                <a:solidFill>
                  <a:srgbClr val="4F6250"/>
                </a:solidFill>
              </a:rPr>
              <a:t>DÉCOR</a:t>
            </a:r>
          </a:p>
        </p:txBody>
      </p:sp>
      <p:sp>
        <p:nvSpPr>
          <p:cNvPr id="25" name="text-PALETTE">
            <a:extLst xmlns:a="http://schemas.openxmlformats.org/drawingml/2006/main">
              <a:ext uri="{FF2B5EF4-FFF2-40B4-BE49-F238E27FC236}">
                <a16:creationId xmlns:a16="http://schemas.microsoft.com/office/drawing/2014/main" id="{C2E5EEBE-DB43-4C05-865F-183F9D3B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477250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F6250"/>
                </a:solidFill>
              </a:defRPr>
            </a:pPr>
            <a:r>
              <a:rPr sz="900" b="1" i="0">
                <a:solidFill>
                  <a:srgbClr val="4F6250"/>
                </a:solidFill>
              </a:rPr>
              <a:t>PALETTE</a:t>
            </a:r>
          </a:p>
        </p:txBody>
      </p:sp>
      <p:sp>
        <p:nvSpPr>
          <p:cNvPr id="26" name="palette-rule">
            <a:extLst xmlns:a="http://schemas.openxmlformats.org/drawingml/2006/main">
              <a:ext uri="{FF2B5EF4-FFF2-40B4-BE49-F238E27FC236}">
                <a16:creationId xmlns:a16="http://schemas.microsoft.com/office/drawing/2014/main" id="{6DCEE1D8-003C-4886-BD3D-2B0028F0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610600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695C9366-0903-4B97-95B8-B4215C95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315325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28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E3139F54-052D-4618-8042-70472D45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8315325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29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E7A4CFF1-6C10-43EA-9BDF-8931FEE1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8315325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30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43D7B961-455B-434B-B89E-ECF9CC58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8315325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31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6166C008-FF64-42F8-B8EC-4D1CE812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8315325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9A4A"/>
            </a:solidFill>
            <a:prstDash val="solid"/>
          </a:ln>
        </p:spPr>
      </p:sp>
      <p:sp>
        <p:nvSpPr>
          <p:cNvPr id="32" name="text-Elegant structure · wa">
            <a:extLst xmlns:a="http://schemas.openxmlformats.org/drawingml/2006/main">
              <a:ext uri="{FF2B5EF4-FFF2-40B4-BE49-F238E27FC236}">
                <a16:creationId xmlns:a16="http://schemas.microsoft.com/office/drawing/2014/main" id="{D468C177-CAEA-467D-BF11-55293586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115425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667B61"/>
                </a:solidFill>
              </a:defRPr>
            </a:pPr>
            <a:r>
              <a:rPr sz="1050" b="0" i="1">
                <a:solidFill>
                  <a:srgbClr val="667B61"/>
                </a:solidFill>
              </a:rPr>
              <a:t>Elegant structure · warm editorial character</a:t>
            </a:r>
          </a:p>
        </p:txBody>
      </p:sp>
    </p:spTree>
    <p:extLst>
      <p:ext uri="{BB962C8B-B14F-4D97-AF65-F5344CB8AC3E}">
        <p14:creationId xmlns:p14="http://schemas.microsoft.com/office/powerpoint/2010/main" val="482752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2026-07-16T18:43:49.3460000Z</dcterms:created>
  <dcterms:modified xsi:type="dcterms:W3CDTF">2026-07-16T18:43:49.3460000Z</dcterms:modified>
</coreProperties>
</file>