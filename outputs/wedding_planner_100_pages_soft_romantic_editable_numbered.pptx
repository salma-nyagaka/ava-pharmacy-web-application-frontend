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8dab3e23b840a0" /><Relationship Type="http://schemas.openxmlformats.org/officeDocument/2006/relationships/extended-properties" Target="/docProps/app.xml" Id="Rab19a22ec0d14bf9" /><Relationship Type="http://schemas.openxmlformats.org/officeDocument/2006/relationships/officeDocument" Target="/ppt/presentation.xml" Id="R87bf2876743c4c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ba341fcc974e3f"/>
  </p:sldMasterIdLst>
  <p:notesMasterIdLst>
    <p:notesMasterId xmlns:r="http://schemas.openxmlformats.org/officeDocument/2006/relationships" r:id="Re7bbc009f91a4a34"/>
  </p:notesMasterIdLst>
  <p:sldIdLst>
    <p:sldId xmlns:r="http://schemas.openxmlformats.org/officeDocument/2006/relationships" id="256" r:id="R687131d5898f41b7"/>
    <p:sldId xmlns:r="http://schemas.openxmlformats.org/officeDocument/2006/relationships" id="257" r:id="Rd09c40370e754df0"/>
    <p:sldId xmlns:r="http://schemas.openxmlformats.org/officeDocument/2006/relationships" id="258" r:id="R34f735d76d18408b"/>
    <p:sldId xmlns:r="http://schemas.openxmlformats.org/officeDocument/2006/relationships" id="259" r:id="Rb536eeb359fe4af7"/>
    <p:sldId xmlns:r="http://schemas.openxmlformats.org/officeDocument/2006/relationships" id="260" r:id="R2d56996cf31f4d12"/>
    <p:sldId xmlns:r="http://schemas.openxmlformats.org/officeDocument/2006/relationships" id="261" r:id="R5fa61f203d8b4a39"/>
    <p:sldId xmlns:r="http://schemas.openxmlformats.org/officeDocument/2006/relationships" id="262" r:id="Re67b3a3cbc944550"/>
    <p:sldId xmlns:r="http://schemas.openxmlformats.org/officeDocument/2006/relationships" id="263" r:id="Rf8de083e7e7f4efe"/>
    <p:sldId xmlns:r="http://schemas.openxmlformats.org/officeDocument/2006/relationships" id="264" r:id="R98e27001eda14f33"/>
    <p:sldId xmlns:r="http://schemas.openxmlformats.org/officeDocument/2006/relationships" id="265" r:id="R0f25a97677c647f5"/>
    <p:sldId xmlns:r="http://schemas.openxmlformats.org/officeDocument/2006/relationships" id="266" r:id="Ra581dcb51edc4d64"/>
    <p:sldId xmlns:r="http://schemas.openxmlformats.org/officeDocument/2006/relationships" id="267" r:id="R120e81a65fa44852"/>
    <p:sldId xmlns:r="http://schemas.openxmlformats.org/officeDocument/2006/relationships" id="268" r:id="R4c3255bbf33b4c0f"/>
    <p:sldId xmlns:r="http://schemas.openxmlformats.org/officeDocument/2006/relationships" id="269" r:id="R64782fb9a57a4dbd"/>
    <p:sldId xmlns:r="http://schemas.openxmlformats.org/officeDocument/2006/relationships" id="270" r:id="R3e731e7499db4517"/>
    <p:sldId xmlns:r="http://schemas.openxmlformats.org/officeDocument/2006/relationships" id="271" r:id="R90a39148d002464d"/>
    <p:sldId xmlns:r="http://schemas.openxmlformats.org/officeDocument/2006/relationships" id="272" r:id="R4c7bd2178a374c19"/>
    <p:sldId xmlns:r="http://schemas.openxmlformats.org/officeDocument/2006/relationships" id="273" r:id="Rf69fbb82c6594ec5"/>
    <p:sldId xmlns:r="http://schemas.openxmlformats.org/officeDocument/2006/relationships" id="274" r:id="R1edd71f9b1544115"/>
    <p:sldId xmlns:r="http://schemas.openxmlformats.org/officeDocument/2006/relationships" id="275" r:id="R99b21c0f42914a3c"/>
    <p:sldId xmlns:r="http://schemas.openxmlformats.org/officeDocument/2006/relationships" id="276" r:id="R1c0d7af471be4b8f"/>
    <p:sldId xmlns:r="http://schemas.openxmlformats.org/officeDocument/2006/relationships" id="277" r:id="R57a608f534264b98"/>
    <p:sldId xmlns:r="http://schemas.openxmlformats.org/officeDocument/2006/relationships" id="278" r:id="Rbc8e06af2b764f62"/>
    <p:sldId xmlns:r="http://schemas.openxmlformats.org/officeDocument/2006/relationships" id="279" r:id="R8b0cf9843afe4dc8"/>
    <p:sldId xmlns:r="http://schemas.openxmlformats.org/officeDocument/2006/relationships" id="280" r:id="R41bdd4d70d594c74"/>
    <p:sldId xmlns:r="http://schemas.openxmlformats.org/officeDocument/2006/relationships" id="281" r:id="R97ddc437bde54d2e"/>
    <p:sldId xmlns:r="http://schemas.openxmlformats.org/officeDocument/2006/relationships" id="282" r:id="R92eda24fc4c84f5c"/>
    <p:sldId xmlns:r="http://schemas.openxmlformats.org/officeDocument/2006/relationships" id="283" r:id="Ra9a63c7f3d1842c3"/>
    <p:sldId xmlns:r="http://schemas.openxmlformats.org/officeDocument/2006/relationships" id="284" r:id="R8d8ab29e3b7c4918"/>
    <p:sldId xmlns:r="http://schemas.openxmlformats.org/officeDocument/2006/relationships" id="285" r:id="R739c9b03eef549d8"/>
    <p:sldId xmlns:r="http://schemas.openxmlformats.org/officeDocument/2006/relationships" id="286" r:id="R79980476c52d401d"/>
    <p:sldId xmlns:r="http://schemas.openxmlformats.org/officeDocument/2006/relationships" id="287" r:id="Rb6e1d91cdf164c21"/>
    <p:sldId xmlns:r="http://schemas.openxmlformats.org/officeDocument/2006/relationships" id="288" r:id="R9f2b31ff1bbc4ad5"/>
    <p:sldId xmlns:r="http://schemas.openxmlformats.org/officeDocument/2006/relationships" id="289" r:id="Rb332db37ad4e4a7b"/>
    <p:sldId xmlns:r="http://schemas.openxmlformats.org/officeDocument/2006/relationships" id="290" r:id="R202add34584d4237"/>
    <p:sldId xmlns:r="http://schemas.openxmlformats.org/officeDocument/2006/relationships" id="291" r:id="R59a0ba477b094fa9"/>
    <p:sldId xmlns:r="http://schemas.openxmlformats.org/officeDocument/2006/relationships" id="292" r:id="Rcb2b902c62724721"/>
    <p:sldId xmlns:r="http://schemas.openxmlformats.org/officeDocument/2006/relationships" id="293" r:id="R1cec6089aad2488d"/>
    <p:sldId xmlns:r="http://schemas.openxmlformats.org/officeDocument/2006/relationships" id="294" r:id="R5cd3e38940b94376"/>
    <p:sldId xmlns:r="http://schemas.openxmlformats.org/officeDocument/2006/relationships" id="295" r:id="R344f072fcb5940d8"/>
    <p:sldId xmlns:r="http://schemas.openxmlformats.org/officeDocument/2006/relationships" id="296" r:id="R70cf8d87a40f49a7"/>
    <p:sldId xmlns:r="http://schemas.openxmlformats.org/officeDocument/2006/relationships" id="297" r:id="Rf3d92e106cf14b19"/>
    <p:sldId xmlns:r="http://schemas.openxmlformats.org/officeDocument/2006/relationships" id="298" r:id="Rc94373898086449d"/>
    <p:sldId xmlns:r="http://schemas.openxmlformats.org/officeDocument/2006/relationships" id="299" r:id="R247ae10e148f4848"/>
    <p:sldId xmlns:r="http://schemas.openxmlformats.org/officeDocument/2006/relationships" id="300" r:id="Rf0ed4cbcfa594ed0"/>
    <p:sldId xmlns:r="http://schemas.openxmlformats.org/officeDocument/2006/relationships" id="301" r:id="R7bbb92d9df3842cf"/>
    <p:sldId xmlns:r="http://schemas.openxmlformats.org/officeDocument/2006/relationships" id="302" r:id="Rcfd3ed9295a046b4"/>
    <p:sldId xmlns:r="http://schemas.openxmlformats.org/officeDocument/2006/relationships" id="303" r:id="R4110f22d73554fe5"/>
    <p:sldId xmlns:r="http://schemas.openxmlformats.org/officeDocument/2006/relationships" id="304" r:id="R77e3286675ae43a1"/>
    <p:sldId xmlns:r="http://schemas.openxmlformats.org/officeDocument/2006/relationships" id="305" r:id="R5d58fb5e1903435b"/>
    <p:sldId xmlns:r="http://schemas.openxmlformats.org/officeDocument/2006/relationships" id="306" r:id="Rc0d9ed464744489a"/>
    <p:sldId xmlns:r="http://schemas.openxmlformats.org/officeDocument/2006/relationships" id="307" r:id="Re3fb4dea209d47e3"/>
    <p:sldId xmlns:r="http://schemas.openxmlformats.org/officeDocument/2006/relationships" id="308" r:id="Rfb744b1ab1d44c26"/>
    <p:sldId xmlns:r="http://schemas.openxmlformats.org/officeDocument/2006/relationships" id="309" r:id="Ree2925ba15664687"/>
    <p:sldId xmlns:r="http://schemas.openxmlformats.org/officeDocument/2006/relationships" id="310" r:id="Rcd4e4372fd674b15"/>
    <p:sldId xmlns:r="http://schemas.openxmlformats.org/officeDocument/2006/relationships" id="311" r:id="Ra21c8dd9811746ee"/>
    <p:sldId xmlns:r="http://schemas.openxmlformats.org/officeDocument/2006/relationships" id="312" r:id="R391cb8f20b9d411f"/>
    <p:sldId xmlns:r="http://schemas.openxmlformats.org/officeDocument/2006/relationships" id="313" r:id="R071baa352f0b4931"/>
    <p:sldId xmlns:r="http://schemas.openxmlformats.org/officeDocument/2006/relationships" id="314" r:id="R3310ff66acea4003"/>
    <p:sldId xmlns:r="http://schemas.openxmlformats.org/officeDocument/2006/relationships" id="315" r:id="R107dfc8c22fb4867"/>
    <p:sldId xmlns:r="http://schemas.openxmlformats.org/officeDocument/2006/relationships" id="316" r:id="R5a72721162d942e5"/>
    <p:sldId xmlns:r="http://schemas.openxmlformats.org/officeDocument/2006/relationships" id="317" r:id="Re0780c64582a4160"/>
    <p:sldId xmlns:r="http://schemas.openxmlformats.org/officeDocument/2006/relationships" id="318" r:id="Rcb59b849de3444c0"/>
    <p:sldId xmlns:r="http://schemas.openxmlformats.org/officeDocument/2006/relationships" id="319" r:id="R045af95e4bc143d4"/>
    <p:sldId xmlns:r="http://schemas.openxmlformats.org/officeDocument/2006/relationships" id="320" r:id="R54205e9f7b574439"/>
    <p:sldId xmlns:r="http://schemas.openxmlformats.org/officeDocument/2006/relationships" id="321" r:id="R694467e3e6d245f9"/>
    <p:sldId xmlns:r="http://schemas.openxmlformats.org/officeDocument/2006/relationships" id="322" r:id="R525b569fb0ca4946"/>
    <p:sldId xmlns:r="http://schemas.openxmlformats.org/officeDocument/2006/relationships" id="323" r:id="Rba03bcb2d30540a6"/>
    <p:sldId xmlns:r="http://schemas.openxmlformats.org/officeDocument/2006/relationships" id="324" r:id="Rb4483a6b2b6349be"/>
    <p:sldId xmlns:r="http://schemas.openxmlformats.org/officeDocument/2006/relationships" id="325" r:id="Rec8299a37272477a"/>
    <p:sldId xmlns:r="http://schemas.openxmlformats.org/officeDocument/2006/relationships" id="326" r:id="R9614c1c8c7184330"/>
    <p:sldId xmlns:r="http://schemas.openxmlformats.org/officeDocument/2006/relationships" id="327" r:id="R7251d92b55114e93"/>
    <p:sldId xmlns:r="http://schemas.openxmlformats.org/officeDocument/2006/relationships" id="328" r:id="Read6d8ef1af04700"/>
    <p:sldId xmlns:r="http://schemas.openxmlformats.org/officeDocument/2006/relationships" id="329" r:id="R3f52a4d4d60f40d3"/>
    <p:sldId xmlns:r="http://schemas.openxmlformats.org/officeDocument/2006/relationships" id="330" r:id="Rdf43e2fc27334a48"/>
    <p:sldId xmlns:r="http://schemas.openxmlformats.org/officeDocument/2006/relationships" id="331" r:id="R10ea34520b16497c"/>
    <p:sldId xmlns:r="http://schemas.openxmlformats.org/officeDocument/2006/relationships" id="332" r:id="R25778bcdb7a3450d"/>
    <p:sldId xmlns:r="http://schemas.openxmlformats.org/officeDocument/2006/relationships" id="333" r:id="R9db0256c7dce44eb"/>
    <p:sldId xmlns:r="http://schemas.openxmlformats.org/officeDocument/2006/relationships" id="334" r:id="Rddacd4bdf0f54d02"/>
    <p:sldId xmlns:r="http://schemas.openxmlformats.org/officeDocument/2006/relationships" id="335" r:id="Ra505332ce4974a71"/>
    <p:sldId xmlns:r="http://schemas.openxmlformats.org/officeDocument/2006/relationships" id="336" r:id="Rb1f3b1273fbe4b3f"/>
    <p:sldId xmlns:r="http://schemas.openxmlformats.org/officeDocument/2006/relationships" id="337" r:id="Rf217afca250c4868"/>
    <p:sldId xmlns:r="http://schemas.openxmlformats.org/officeDocument/2006/relationships" id="338" r:id="Re203e0623dee4cda"/>
    <p:sldId xmlns:r="http://schemas.openxmlformats.org/officeDocument/2006/relationships" id="339" r:id="R85f44d9f485141aa"/>
    <p:sldId xmlns:r="http://schemas.openxmlformats.org/officeDocument/2006/relationships" id="340" r:id="Rcf8a4c89dd674683"/>
    <p:sldId xmlns:r="http://schemas.openxmlformats.org/officeDocument/2006/relationships" id="341" r:id="R71b3a56dada6443c"/>
    <p:sldId xmlns:r="http://schemas.openxmlformats.org/officeDocument/2006/relationships" id="342" r:id="Rc950401cb58c49cf"/>
    <p:sldId xmlns:r="http://schemas.openxmlformats.org/officeDocument/2006/relationships" id="343" r:id="R641c50e1a28544fb"/>
    <p:sldId xmlns:r="http://schemas.openxmlformats.org/officeDocument/2006/relationships" id="344" r:id="Rf8b28d3775514141"/>
    <p:sldId xmlns:r="http://schemas.openxmlformats.org/officeDocument/2006/relationships" id="345" r:id="Rccbd72ba71e8443d"/>
    <p:sldId xmlns:r="http://schemas.openxmlformats.org/officeDocument/2006/relationships" id="346" r:id="Ra5331935894843f6"/>
    <p:sldId xmlns:r="http://schemas.openxmlformats.org/officeDocument/2006/relationships" id="347" r:id="R060c9cee6e1d4165"/>
    <p:sldId xmlns:r="http://schemas.openxmlformats.org/officeDocument/2006/relationships" id="348" r:id="R90f6af1f3dac4c39"/>
    <p:sldId xmlns:r="http://schemas.openxmlformats.org/officeDocument/2006/relationships" id="349" r:id="R52679bc71cae486e"/>
    <p:sldId xmlns:r="http://schemas.openxmlformats.org/officeDocument/2006/relationships" id="350" r:id="R08a138dad89a4029"/>
    <p:sldId xmlns:r="http://schemas.openxmlformats.org/officeDocument/2006/relationships" id="351" r:id="Ra87dc3ff70f743ca"/>
    <p:sldId xmlns:r="http://schemas.openxmlformats.org/officeDocument/2006/relationships" id="352" r:id="R41a16cc4e14c4451"/>
    <p:sldId xmlns:r="http://schemas.openxmlformats.org/officeDocument/2006/relationships" id="353" r:id="R07d04bce2ae5402b"/>
    <p:sldId xmlns:r="http://schemas.openxmlformats.org/officeDocument/2006/relationships" id="354" r:id="R928caf36eea24cf0"/>
    <p:sldId xmlns:r="http://schemas.openxmlformats.org/officeDocument/2006/relationships" id="355" r:id="Rf6242eda19a54640"/>
  </p:sldIdLst>
  <p:sldSz cx="7562850" cy="10696575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a0dfbd3f61413f" /><Relationship Type="http://schemas.openxmlformats.org/officeDocument/2006/relationships/slideMaster" Target="/ppt/slideMasters/slideMaster1.xml" Id="Rcfba341fcc974e3f" /><Relationship Type="http://schemas.openxmlformats.org/officeDocument/2006/relationships/notesMaster" Target="/ppt/notesMasters/notesMaster1.xml" Id="Re7bbc009f91a4a34" /><Relationship Type="http://schemas.openxmlformats.org/officeDocument/2006/relationships/presProps" Target="/ppt/presProps.xml" Id="Rafa8668397ec4e3c" /><Relationship Type="http://schemas.openxmlformats.org/officeDocument/2006/relationships/tableStyles" Target="/ppt/tableStyles.xml" Id="R26d59d205f914cd9" /><Relationship Type="http://schemas.openxmlformats.org/officeDocument/2006/relationships/slide" Target="/ppt/slides/slide1.xml" Id="R687131d5898f41b7" /><Relationship Type="http://schemas.openxmlformats.org/officeDocument/2006/relationships/slide" Target="/ppt/slides/slide2.xml" Id="Rd09c40370e754df0" /><Relationship Type="http://schemas.openxmlformats.org/officeDocument/2006/relationships/slide" Target="/ppt/slides/slide3.xml" Id="R34f735d76d18408b" /><Relationship Type="http://schemas.openxmlformats.org/officeDocument/2006/relationships/slide" Target="/ppt/slides/slide4.xml" Id="Rb536eeb359fe4af7" /><Relationship Type="http://schemas.openxmlformats.org/officeDocument/2006/relationships/slide" Target="/ppt/slides/slide5.xml" Id="R2d56996cf31f4d12" /><Relationship Type="http://schemas.openxmlformats.org/officeDocument/2006/relationships/slide" Target="/ppt/slides/slide6.xml" Id="R5fa61f203d8b4a39" /><Relationship Type="http://schemas.openxmlformats.org/officeDocument/2006/relationships/slide" Target="/ppt/slides/slide7.xml" Id="Re67b3a3cbc944550" /><Relationship Type="http://schemas.openxmlformats.org/officeDocument/2006/relationships/slide" Target="/ppt/slides/slide8.xml" Id="Rf8de083e7e7f4efe" /><Relationship Type="http://schemas.openxmlformats.org/officeDocument/2006/relationships/slide" Target="/ppt/slides/slide9.xml" Id="R98e27001eda14f33" /><Relationship Type="http://schemas.openxmlformats.org/officeDocument/2006/relationships/slide" Target="/ppt/slides/slide10.xml" Id="R0f25a97677c647f5" /><Relationship Type="http://schemas.openxmlformats.org/officeDocument/2006/relationships/slide" Target="/ppt/slides/slide11.xml" Id="Ra581dcb51edc4d64" /><Relationship Type="http://schemas.openxmlformats.org/officeDocument/2006/relationships/slide" Target="/ppt/slides/slide12.xml" Id="R120e81a65fa44852" /><Relationship Type="http://schemas.openxmlformats.org/officeDocument/2006/relationships/slide" Target="/ppt/slides/slide13.xml" Id="R4c3255bbf33b4c0f" /><Relationship Type="http://schemas.openxmlformats.org/officeDocument/2006/relationships/slide" Target="/ppt/slides/slide14.xml" Id="R64782fb9a57a4dbd" /><Relationship Type="http://schemas.openxmlformats.org/officeDocument/2006/relationships/slide" Target="/ppt/slides/slide15.xml" Id="R3e731e7499db4517" /><Relationship Type="http://schemas.openxmlformats.org/officeDocument/2006/relationships/slide" Target="/ppt/slides/slide16.xml" Id="R90a39148d002464d" /><Relationship Type="http://schemas.openxmlformats.org/officeDocument/2006/relationships/slide" Target="/ppt/slides/slide17.xml" Id="R4c7bd2178a374c19" /><Relationship Type="http://schemas.openxmlformats.org/officeDocument/2006/relationships/slide" Target="/ppt/slides/slide18.xml" Id="Rf69fbb82c6594ec5" /><Relationship Type="http://schemas.openxmlformats.org/officeDocument/2006/relationships/slide" Target="/ppt/slides/slide19.xml" Id="R1edd71f9b1544115" /><Relationship Type="http://schemas.openxmlformats.org/officeDocument/2006/relationships/slide" Target="/ppt/slides/slide20.xml" Id="R99b21c0f42914a3c" /><Relationship Type="http://schemas.openxmlformats.org/officeDocument/2006/relationships/slide" Target="/ppt/slides/slide21.xml" Id="R1c0d7af471be4b8f" /><Relationship Type="http://schemas.openxmlformats.org/officeDocument/2006/relationships/slide" Target="/ppt/slides/slide22.xml" Id="R57a608f534264b98" /><Relationship Type="http://schemas.openxmlformats.org/officeDocument/2006/relationships/slide" Target="/ppt/slides/slide23.xml" Id="Rbc8e06af2b764f62" /><Relationship Type="http://schemas.openxmlformats.org/officeDocument/2006/relationships/slide" Target="/ppt/slides/slide24.xml" Id="R8b0cf9843afe4dc8" /><Relationship Type="http://schemas.openxmlformats.org/officeDocument/2006/relationships/slide" Target="/ppt/slides/slide25.xml" Id="R41bdd4d70d594c74" /><Relationship Type="http://schemas.openxmlformats.org/officeDocument/2006/relationships/slide" Target="/ppt/slides/slide26.xml" Id="R97ddc437bde54d2e" /><Relationship Type="http://schemas.openxmlformats.org/officeDocument/2006/relationships/slide" Target="/ppt/slides/slide27.xml" Id="R92eda24fc4c84f5c" /><Relationship Type="http://schemas.openxmlformats.org/officeDocument/2006/relationships/slide" Target="/ppt/slides/slide28.xml" Id="Ra9a63c7f3d1842c3" /><Relationship Type="http://schemas.openxmlformats.org/officeDocument/2006/relationships/slide" Target="/ppt/slides/slide29.xml" Id="R8d8ab29e3b7c4918" /><Relationship Type="http://schemas.openxmlformats.org/officeDocument/2006/relationships/slide" Target="/ppt/slides/slide30.xml" Id="R739c9b03eef549d8" /><Relationship Type="http://schemas.openxmlformats.org/officeDocument/2006/relationships/slide" Target="/ppt/slides/slide31.xml" Id="R79980476c52d401d" /><Relationship Type="http://schemas.openxmlformats.org/officeDocument/2006/relationships/slide" Target="/ppt/slides/slide32.xml" Id="Rb6e1d91cdf164c21" /><Relationship Type="http://schemas.openxmlformats.org/officeDocument/2006/relationships/slide" Target="/ppt/slides/slide33.xml" Id="R9f2b31ff1bbc4ad5" /><Relationship Type="http://schemas.openxmlformats.org/officeDocument/2006/relationships/slide" Target="/ppt/slides/slide34.xml" Id="Rb332db37ad4e4a7b" /><Relationship Type="http://schemas.openxmlformats.org/officeDocument/2006/relationships/slide" Target="/ppt/slides/slide35.xml" Id="R202add34584d4237" /><Relationship Type="http://schemas.openxmlformats.org/officeDocument/2006/relationships/slide" Target="/ppt/slides/slide36.xml" Id="R59a0ba477b094fa9" /><Relationship Type="http://schemas.openxmlformats.org/officeDocument/2006/relationships/slide" Target="/ppt/slides/slide37.xml" Id="Rcb2b902c62724721" /><Relationship Type="http://schemas.openxmlformats.org/officeDocument/2006/relationships/slide" Target="/ppt/slides/slide38.xml" Id="R1cec6089aad2488d" /><Relationship Type="http://schemas.openxmlformats.org/officeDocument/2006/relationships/slide" Target="/ppt/slides/slide39.xml" Id="R5cd3e38940b94376" /><Relationship Type="http://schemas.openxmlformats.org/officeDocument/2006/relationships/slide" Target="/ppt/slides/slide40.xml" Id="R344f072fcb5940d8" /><Relationship Type="http://schemas.openxmlformats.org/officeDocument/2006/relationships/slide" Target="/ppt/slides/slide41.xml" Id="R70cf8d87a40f49a7" /><Relationship Type="http://schemas.openxmlformats.org/officeDocument/2006/relationships/slide" Target="/ppt/slides/slide42.xml" Id="Rf3d92e106cf14b19" /><Relationship Type="http://schemas.openxmlformats.org/officeDocument/2006/relationships/slide" Target="/ppt/slides/slide43.xml" Id="Rc94373898086449d" /><Relationship Type="http://schemas.openxmlformats.org/officeDocument/2006/relationships/slide" Target="/ppt/slides/slide44.xml" Id="R247ae10e148f4848" /><Relationship Type="http://schemas.openxmlformats.org/officeDocument/2006/relationships/slide" Target="/ppt/slides/slide45.xml" Id="Rf0ed4cbcfa594ed0" /><Relationship Type="http://schemas.openxmlformats.org/officeDocument/2006/relationships/slide" Target="/ppt/slides/slide46.xml" Id="R7bbb92d9df3842cf" /><Relationship Type="http://schemas.openxmlformats.org/officeDocument/2006/relationships/slide" Target="/ppt/slides/slide47.xml" Id="Rcfd3ed9295a046b4" /><Relationship Type="http://schemas.openxmlformats.org/officeDocument/2006/relationships/slide" Target="/ppt/slides/slide48.xml" Id="R4110f22d73554fe5" /><Relationship Type="http://schemas.openxmlformats.org/officeDocument/2006/relationships/slide" Target="/ppt/slides/slide49.xml" Id="R77e3286675ae43a1" /><Relationship Type="http://schemas.openxmlformats.org/officeDocument/2006/relationships/slide" Target="/ppt/slides/slide50.xml" Id="R5d58fb5e1903435b" /><Relationship Type="http://schemas.openxmlformats.org/officeDocument/2006/relationships/slide" Target="/ppt/slides/slide51.xml" Id="Rc0d9ed464744489a" /><Relationship Type="http://schemas.openxmlformats.org/officeDocument/2006/relationships/slide" Target="/ppt/slides/slide52.xml" Id="Re3fb4dea209d47e3" /><Relationship Type="http://schemas.openxmlformats.org/officeDocument/2006/relationships/slide" Target="/ppt/slides/slide53.xml" Id="Rfb744b1ab1d44c26" /><Relationship Type="http://schemas.openxmlformats.org/officeDocument/2006/relationships/slide" Target="/ppt/slides/slide54.xml" Id="Ree2925ba15664687" /><Relationship Type="http://schemas.openxmlformats.org/officeDocument/2006/relationships/slide" Target="/ppt/slides/slide55.xml" Id="Rcd4e4372fd674b15" /><Relationship Type="http://schemas.openxmlformats.org/officeDocument/2006/relationships/slide" Target="/ppt/slides/slide56.xml" Id="Ra21c8dd9811746ee" /><Relationship Type="http://schemas.openxmlformats.org/officeDocument/2006/relationships/slide" Target="/ppt/slides/slide57.xml" Id="R391cb8f20b9d411f" /><Relationship Type="http://schemas.openxmlformats.org/officeDocument/2006/relationships/slide" Target="/ppt/slides/slide58.xml" Id="R071baa352f0b4931" /><Relationship Type="http://schemas.openxmlformats.org/officeDocument/2006/relationships/slide" Target="/ppt/slides/slide59.xml" Id="R3310ff66acea4003" /><Relationship Type="http://schemas.openxmlformats.org/officeDocument/2006/relationships/slide" Target="/ppt/slides/slide60.xml" Id="R107dfc8c22fb4867" /><Relationship Type="http://schemas.openxmlformats.org/officeDocument/2006/relationships/slide" Target="/ppt/slides/slide61.xml" Id="R5a72721162d942e5" /><Relationship Type="http://schemas.openxmlformats.org/officeDocument/2006/relationships/slide" Target="/ppt/slides/slide62.xml" Id="Re0780c64582a4160" /><Relationship Type="http://schemas.openxmlformats.org/officeDocument/2006/relationships/slide" Target="/ppt/slides/slide63.xml" Id="Rcb59b849de3444c0" /><Relationship Type="http://schemas.openxmlformats.org/officeDocument/2006/relationships/slide" Target="/ppt/slides/slide64.xml" Id="R045af95e4bc143d4" /><Relationship Type="http://schemas.openxmlformats.org/officeDocument/2006/relationships/slide" Target="/ppt/slides/slide65.xml" Id="R54205e9f7b574439" /><Relationship Type="http://schemas.openxmlformats.org/officeDocument/2006/relationships/slide" Target="/ppt/slides/slide66.xml" Id="R694467e3e6d245f9" /><Relationship Type="http://schemas.openxmlformats.org/officeDocument/2006/relationships/slide" Target="/ppt/slides/slide67.xml" Id="R525b569fb0ca4946" /><Relationship Type="http://schemas.openxmlformats.org/officeDocument/2006/relationships/slide" Target="/ppt/slides/slide68.xml" Id="Rba03bcb2d30540a6" /><Relationship Type="http://schemas.openxmlformats.org/officeDocument/2006/relationships/slide" Target="/ppt/slides/slide69.xml" Id="Rb4483a6b2b6349be" /><Relationship Type="http://schemas.openxmlformats.org/officeDocument/2006/relationships/slide" Target="/ppt/slides/slide70.xml" Id="Rec8299a37272477a" /><Relationship Type="http://schemas.openxmlformats.org/officeDocument/2006/relationships/slide" Target="/ppt/slides/slide71.xml" Id="R9614c1c8c7184330" /><Relationship Type="http://schemas.openxmlformats.org/officeDocument/2006/relationships/slide" Target="/ppt/slides/slide72.xml" Id="R7251d92b55114e93" /><Relationship Type="http://schemas.openxmlformats.org/officeDocument/2006/relationships/slide" Target="/ppt/slides/slide73.xml" Id="Read6d8ef1af04700" /><Relationship Type="http://schemas.openxmlformats.org/officeDocument/2006/relationships/slide" Target="/ppt/slides/slide74.xml" Id="R3f52a4d4d60f40d3" /><Relationship Type="http://schemas.openxmlformats.org/officeDocument/2006/relationships/slide" Target="/ppt/slides/slide75.xml" Id="Rdf43e2fc27334a48" /><Relationship Type="http://schemas.openxmlformats.org/officeDocument/2006/relationships/slide" Target="/ppt/slides/slide76.xml" Id="R10ea34520b16497c" /><Relationship Type="http://schemas.openxmlformats.org/officeDocument/2006/relationships/slide" Target="/ppt/slides/slide77.xml" Id="R25778bcdb7a3450d" /><Relationship Type="http://schemas.openxmlformats.org/officeDocument/2006/relationships/slide" Target="/ppt/slides/slide78.xml" Id="R9db0256c7dce44eb" /><Relationship Type="http://schemas.openxmlformats.org/officeDocument/2006/relationships/slide" Target="/ppt/slides/slide79.xml" Id="Rddacd4bdf0f54d02" /><Relationship Type="http://schemas.openxmlformats.org/officeDocument/2006/relationships/slide" Target="/ppt/slides/slide80.xml" Id="Ra505332ce4974a71" /><Relationship Type="http://schemas.openxmlformats.org/officeDocument/2006/relationships/slide" Target="/ppt/slides/slide81.xml" Id="Rb1f3b1273fbe4b3f" /><Relationship Type="http://schemas.openxmlformats.org/officeDocument/2006/relationships/slide" Target="/ppt/slides/slide82.xml" Id="Rf217afca250c4868" /><Relationship Type="http://schemas.openxmlformats.org/officeDocument/2006/relationships/slide" Target="/ppt/slides/slide83.xml" Id="Re203e0623dee4cda" /><Relationship Type="http://schemas.openxmlformats.org/officeDocument/2006/relationships/slide" Target="/ppt/slides/slide84.xml" Id="R85f44d9f485141aa" /><Relationship Type="http://schemas.openxmlformats.org/officeDocument/2006/relationships/slide" Target="/ppt/slides/slide85.xml" Id="Rcf8a4c89dd674683" /><Relationship Type="http://schemas.openxmlformats.org/officeDocument/2006/relationships/slide" Target="/ppt/slides/slide86.xml" Id="R71b3a56dada6443c" /><Relationship Type="http://schemas.openxmlformats.org/officeDocument/2006/relationships/slide" Target="/ppt/slides/slide87.xml" Id="Rc950401cb58c49cf" /><Relationship Type="http://schemas.openxmlformats.org/officeDocument/2006/relationships/slide" Target="/ppt/slides/slide88.xml" Id="R641c50e1a28544fb" /><Relationship Type="http://schemas.openxmlformats.org/officeDocument/2006/relationships/slide" Target="/ppt/slides/slide89.xml" Id="Rf8b28d3775514141" /><Relationship Type="http://schemas.openxmlformats.org/officeDocument/2006/relationships/slide" Target="/ppt/slides/slide90.xml" Id="Rccbd72ba71e8443d" /><Relationship Type="http://schemas.openxmlformats.org/officeDocument/2006/relationships/slide" Target="/ppt/slides/slide91.xml" Id="Ra5331935894843f6" /><Relationship Type="http://schemas.openxmlformats.org/officeDocument/2006/relationships/slide" Target="/ppt/slides/slide92.xml" Id="R060c9cee6e1d4165" /><Relationship Type="http://schemas.openxmlformats.org/officeDocument/2006/relationships/slide" Target="/ppt/slides/slide93.xml" Id="R90f6af1f3dac4c39" /><Relationship Type="http://schemas.openxmlformats.org/officeDocument/2006/relationships/slide" Target="/ppt/slides/slide94.xml" Id="R52679bc71cae486e" /><Relationship Type="http://schemas.openxmlformats.org/officeDocument/2006/relationships/slide" Target="/ppt/slides/slide95.xml" Id="R08a138dad89a4029" /><Relationship Type="http://schemas.openxmlformats.org/officeDocument/2006/relationships/slide" Target="/ppt/slides/slide96.xml" Id="Ra87dc3ff70f743ca" /><Relationship Type="http://schemas.openxmlformats.org/officeDocument/2006/relationships/slide" Target="/ppt/slides/slide97.xml" Id="R41a16cc4e14c4451" /><Relationship Type="http://schemas.openxmlformats.org/officeDocument/2006/relationships/slide" Target="/ppt/slides/slide98.xml" Id="R07d04bce2ae5402b" /><Relationship Type="http://schemas.openxmlformats.org/officeDocument/2006/relationships/slide" Target="/ppt/slides/slide99.xml" Id="R928caf36eea24cf0" /><Relationship Type="http://schemas.openxmlformats.org/officeDocument/2006/relationships/slide" Target="/ppt/slides/slide100.xml" Id="Rf6242eda19a546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2f8281fb1c4f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0c0f47764d4a24" /><Relationship Type="http://schemas.openxmlformats.org/officeDocument/2006/relationships/notesMaster" Target="/ppt/notesMasters/notesMaster1.xml" Id="Rbfe5f128e4b04a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f97fa04acc4864" /><Relationship Type="http://schemas.openxmlformats.org/officeDocument/2006/relationships/notesMaster" Target="/ppt/notesMasters/notesMaster1.xml" Id="Rbfe12d5baef04b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c6b5b0d69a4535" /><Relationship Type="http://schemas.openxmlformats.org/officeDocument/2006/relationships/notesMaster" Target="/ppt/notesMasters/notesMaster1.xml" Id="R722d963b64af47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92af4d503d4635" /><Relationship Type="http://schemas.openxmlformats.org/officeDocument/2006/relationships/notesMaster" Target="/ppt/notesMasters/notesMaster1.xml" Id="Rb6cb4569606041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ba970043414c32" /><Relationship Type="http://schemas.openxmlformats.org/officeDocument/2006/relationships/notesMaster" Target="/ppt/notesMasters/notesMaster1.xml" Id="Rb7218ddf78a242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c1dd6bf0f24978" /><Relationship Type="http://schemas.openxmlformats.org/officeDocument/2006/relationships/notesMaster" Target="/ppt/notesMasters/notesMaster1.xml" Id="Raafaaf04009c4d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904e3f79f046c6" /><Relationship Type="http://schemas.openxmlformats.org/officeDocument/2006/relationships/notesMaster" Target="/ppt/notesMasters/notesMaster1.xml" Id="R129794b8394947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108cabd003c4e6c" /><Relationship Type="http://schemas.openxmlformats.org/officeDocument/2006/relationships/notesMaster" Target="/ppt/notesMasters/notesMaster1.xml" Id="Ra3884cbf9fe84e6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d0b10dfb57402b" /><Relationship Type="http://schemas.openxmlformats.org/officeDocument/2006/relationships/notesMaster" Target="/ppt/notesMasters/notesMaster1.xml" Id="Redcae759efac446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1df844317f498d" /><Relationship Type="http://schemas.openxmlformats.org/officeDocument/2006/relationships/notesMaster" Target="/ppt/notesMasters/notesMaster1.xml" Id="R9a22d7b4842a47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94148e99574c72" /><Relationship Type="http://schemas.openxmlformats.org/officeDocument/2006/relationships/notesMaster" Target="/ppt/notesMasters/notesMaster1.xml" Id="R9f0fa855df4842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94c39e412ed4463" /><Relationship Type="http://schemas.openxmlformats.org/officeDocument/2006/relationships/notesMaster" Target="/ppt/notesMasters/notesMaster1.xml" Id="R6fe57f9feb2c42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122400e316a4a1e" /><Relationship Type="http://schemas.openxmlformats.org/officeDocument/2006/relationships/notesMaster" Target="/ppt/notesMasters/notesMaster1.xml" Id="R07c893a177dc41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ae65013eeb47b9" /><Relationship Type="http://schemas.openxmlformats.org/officeDocument/2006/relationships/notesMaster" Target="/ppt/notesMasters/notesMaster1.xml" Id="Ra183daef674b4be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3d9689d8a24310" /><Relationship Type="http://schemas.openxmlformats.org/officeDocument/2006/relationships/notesMaster" Target="/ppt/notesMasters/notesMaster1.xml" Id="R73a06f2e43ab441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62e38f8b694f4d" /><Relationship Type="http://schemas.openxmlformats.org/officeDocument/2006/relationships/notesMaster" Target="/ppt/notesMasters/notesMaster1.xml" Id="R645acc59f24147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3b0b08fa1314e4a" /><Relationship Type="http://schemas.openxmlformats.org/officeDocument/2006/relationships/notesMaster" Target="/ppt/notesMasters/notesMaster1.xml" Id="R702eb3d3009c432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bb82679bb8949c9" /><Relationship Type="http://schemas.openxmlformats.org/officeDocument/2006/relationships/notesMaster" Target="/ppt/notesMasters/notesMaster1.xml" Id="Ra55ad1a21c85448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20e9647d754dc8" /><Relationship Type="http://schemas.openxmlformats.org/officeDocument/2006/relationships/notesMaster" Target="/ppt/notesMasters/notesMaster1.xml" Id="R2dda3f2e6dd6413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98d03b22dac4a58" /><Relationship Type="http://schemas.openxmlformats.org/officeDocument/2006/relationships/notesMaster" Target="/ppt/notesMasters/notesMaster1.xml" Id="Ra1c4404c9fa443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819b68774c4a4a" /><Relationship Type="http://schemas.openxmlformats.org/officeDocument/2006/relationships/notesMaster" Target="/ppt/notesMasters/notesMaster1.xml" Id="Rf8d7e425439a494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d576a1b345643fa" /><Relationship Type="http://schemas.openxmlformats.org/officeDocument/2006/relationships/notesMaster" Target="/ppt/notesMasters/notesMaster1.xml" Id="Ra98c1987100b460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ac8f700401425a" /><Relationship Type="http://schemas.openxmlformats.org/officeDocument/2006/relationships/notesMaster" Target="/ppt/notesMasters/notesMaster1.xml" Id="R7f2d5a102bc64fb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c5142ac62214f1d" /><Relationship Type="http://schemas.openxmlformats.org/officeDocument/2006/relationships/notesMaster" Target="/ppt/notesMasters/notesMaster1.xml" Id="R2074aac645da481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2d04f99bc354732" /><Relationship Type="http://schemas.openxmlformats.org/officeDocument/2006/relationships/notesMaster" Target="/ppt/notesMasters/notesMaster1.xml" Id="Rca6327e6103d49b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3809acb6a464225" /><Relationship Type="http://schemas.openxmlformats.org/officeDocument/2006/relationships/notesMaster" Target="/ppt/notesMasters/notesMaster1.xml" Id="Rf3e42589c70b46a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0b4de2b12414afa" /><Relationship Type="http://schemas.openxmlformats.org/officeDocument/2006/relationships/notesMaster" Target="/ppt/notesMasters/notesMaster1.xml" Id="R51ee517006fb4a0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3dbbd163106489f" /><Relationship Type="http://schemas.openxmlformats.org/officeDocument/2006/relationships/notesMaster" Target="/ppt/notesMasters/notesMaster1.xml" Id="Rd63a48034e1b42f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724ecf6a9154c98" /><Relationship Type="http://schemas.openxmlformats.org/officeDocument/2006/relationships/notesMaster" Target="/ppt/notesMasters/notesMaster1.xml" Id="R1431ad33a3324b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d19b01b599341ab" /><Relationship Type="http://schemas.openxmlformats.org/officeDocument/2006/relationships/notesMaster" Target="/ppt/notesMasters/notesMaster1.xml" Id="Ra1ad4d774bb1409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11612d38f884981" /><Relationship Type="http://schemas.openxmlformats.org/officeDocument/2006/relationships/notesMaster" Target="/ppt/notesMasters/notesMaster1.xml" Id="R169f77ad912e432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16052125b15499e" /><Relationship Type="http://schemas.openxmlformats.org/officeDocument/2006/relationships/notesMaster" Target="/ppt/notesMasters/notesMaster1.xml" Id="R4c9f59d7f39148a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42ee4cc7fce42ee" /><Relationship Type="http://schemas.openxmlformats.org/officeDocument/2006/relationships/notesMaster" Target="/ppt/notesMasters/notesMaster1.xml" Id="R8bd080197b354ea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3aefcfb12804fbb" /><Relationship Type="http://schemas.openxmlformats.org/officeDocument/2006/relationships/notesMaster" Target="/ppt/notesMasters/notesMaster1.xml" Id="R1020f299b70a4a7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d8add3516324a3a" /><Relationship Type="http://schemas.openxmlformats.org/officeDocument/2006/relationships/notesMaster" Target="/ppt/notesMasters/notesMaster1.xml" Id="R875e253aade8492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225a782cf0348ab" /><Relationship Type="http://schemas.openxmlformats.org/officeDocument/2006/relationships/notesMaster" Target="/ppt/notesMasters/notesMaster1.xml" Id="Rf8a4690ab9664eb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edbc4192034f83" /><Relationship Type="http://schemas.openxmlformats.org/officeDocument/2006/relationships/notesMaster" Target="/ppt/notesMasters/notesMaster1.xml" Id="R3fe96a8d471d462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d2224c43c5848c9" /><Relationship Type="http://schemas.openxmlformats.org/officeDocument/2006/relationships/notesMaster" Target="/ppt/notesMasters/notesMaster1.xml" Id="Rb37701b4e4c54d2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5e21929605a45e6" /><Relationship Type="http://schemas.openxmlformats.org/officeDocument/2006/relationships/notesMaster" Target="/ppt/notesMasters/notesMaster1.xml" Id="R28c6198b8f0e4c7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fd843b45aab0473a" /><Relationship Type="http://schemas.openxmlformats.org/officeDocument/2006/relationships/notesMaster" Target="/ppt/notesMasters/notesMaster1.xml" Id="R3d7575c5f4df48b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c5851ac35c34acc" /><Relationship Type="http://schemas.openxmlformats.org/officeDocument/2006/relationships/notesMaster" Target="/ppt/notesMasters/notesMaster1.xml" Id="R7a50173549944ff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9bf7f23cb127440d" /><Relationship Type="http://schemas.openxmlformats.org/officeDocument/2006/relationships/notesMaster" Target="/ppt/notesMasters/notesMaster1.xml" Id="Rd09eb9a0538c43f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255c6e0cb9147ef" /><Relationship Type="http://schemas.openxmlformats.org/officeDocument/2006/relationships/notesMaster" Target="/ppt/notesMasters/notesMaster1.xml" Id="R5ee9af7c8dc74b7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d5e36c8e3ce46c8" /><Relationship Type="http://schemas.openxmlformats.org/officeDocument/2006/relationships/notesMaster" Target="/ppt/notesMasters/notesMaster1.xml" Id="Rc30e41fd01e64ea8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c97636cac7948e0" /><Relationship Type="http://schemas.openxmlformats.org/officeDocument/2006/relationships/notesMaster" Target="/ppt/notesMasters/notesMaster1.xml" Id="R028284f269c846e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9835b53f54de4740" /><Relationship Type="http://schemas.openxmlformats.org/officeDocument/2006/relationships/notesMaster" Target="/ppt/notesMasters/notesMaster1.xml" Id="Rbe8c6afbb19a457f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ca8e222e70a4660" /><Relationship Type="http://schemas.openxmlformats.org/officeDocument/2006/relationships/notesMaster" Target="/ppt/notesMasters/notesMaster1.xml" Id="Rb683306b42e34af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2adb6cd5660498a" /><Relationship Type="http://schemas.openxmlformats.org/officeDocument/2006/relationships/notesMaster" Target="/ppt/notesMasters/notesMaster1.xml" Id="Ra63c7f6e935a41f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694dcff275d4d38" /><Relationship Type="http://schemas.openxmlformats.org/officeDocument/2006/relationships/notesMaster" Target="/ppt/notesMasters/notesMaster1.xml" Id="Re8a3f1d0abeb4ef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1a7769536912464e" /><Relationship Type="http://schemas.openxmlformats.org/officeDocument/2006/relationships/notesMaster" Target="/ppt/notesMasters/notesMaster1.xml" Id="R58ca00a49b0d461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c8de549a1826435b" /><Relationship Type="http://schemas.openxmlformats.org/officeDocument/2006/relationships/notesMaster" Target="/ppt/notesMasters/notesMaster1.xml" Id="R0bfb170dd9bc410f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1d2ec79cc8e49ae" /><Relationship Type="http://schemas.openxmlformats.org/officeDocument/2006/relationships/notesMaster" Target="/ppt/notesMasters/notesMaster1.xml" Id="R2f067e618ec24d1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337f8658c1024578" /><Relationship Type="http://schemas.openxmlformats.org/officeDocument/2006/relationships/notesMaster" Target="/ppt/notesMasters/notesMaster1.xml" Id="Re3b4a9a842d0456b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475ad960b91c4975" /><Relationship Type="http://schemas.openxmlformats.org/officeDocument/2006/relationships/notesMaster" Target="/ppt/notesMasters/notesMaster1.xml" Id="R639665b16d794f97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8f56c4fd2ddc4f73" /><Relationship Type="http://schemas.openxmlformats.org/officeDocument/2006/relationships/notesMaster" Target="/ppt/notesMasters/notesMaster1.xml" Id="Ra496379ff3be4bbf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8afeeca013694f4e" /><Relationship Type="http://schemas.openxmlformats.org/officeDocument/2006/relationships/notesMaster" Target="/ppt/notesMasters/notesMaster1.xml" Id="R654f796ed5f249cb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5c4fc086abd5467b" /><Relationship Type="http://schemas.openxmlformats.org/officeDocument/2006/relationships/notesMaster" Target="/ppt/notesMasters/notesMaster1.xml" Id="R1df7a2f8e42b4693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c50d8e97ef84261" /><Relationship Type="http://schemas.openxmlformats.org/officeDocument/2006/relationships/notesMaster" Target="/ppt/notesMasters/notesMaster1.xml" Id="R272dc71d0300408c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14bdc09f43ba4328" /><Relationship Type="http://schemas.openxmlformats.org/officeDocument/2006/relationships/notesMaster" Target="/ppt/notesMasters/notesMaster1.xml" Id="Re527790400424d0a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930f0355f0640fd" /><Relationship Type="http://schemas.openxmlformats.org/officeDocument/2006/relationships/notesMaster" Target="/ppt/notesMasters/notesMaster1.xml" Id="R4c65237961f24e81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5b682be29f7e46d0" /><Relationship Type="http://schemas.openxmlformats.org/officeDocument/2006/relationships/notesMaster" Target="/ppt/notesMasters/notesMaster1.xml" Id="Rd8a9d9a650a5480c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b8f291b2b1f40fb" /><Relationship Type="http://schemas.openxmlformats.org/officeDocument/2006/relationships/notesMaster" Target="/ppt/notesMasters/notesMaster1.xml" Id="Rd88f92b83ea747a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d0b58344d0014925" /><Relationship Type="http://schemas.openxmlformats.org/officeDocument/2006/relationships/notesMaster" Target="/ppt/notesMasters/notesMaster1.xml" Id="Ra57ca9ab279f4c52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23ff81b7f5eb43a9" /><Relationship Type="http://schemas.openxmlformats.org/officeDocument/2006/relationships/notesMaster" Target="/ppt/notesMasters/notesMaster1.xml" Id="R133baf9c2e13419c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93dcacc4f3b44302" /><Relationship Type="http://schemas.openxmlformats.org/officeDocument/2006/relationships/notesMaster" Target="/ppt/notesMasters/notesMaster1.xml" Id="Rcb48a834bfc4417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2c28a950e214744" /><Relationship Type="http://schemas.openxmlformats.org/officeDocument/2006/relationships/notesMaster" Target="/ppt/notesMasters/notesMaster1.xml" Id="Rf1ae12c1d9b04e9c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3ed1e427564a4dc6" /><Relationship Type="http://schemas.openxmlformats.org/officeDocument/2006/relationships/notesMaster" Target="/ppt/notesMasters/notesMaster1.xml" Id="Ra9e97c9208b64d77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e24f6b6296f4896" /><Relationship Type="http://schemas.openxmlformats.org/officeDocument/2006/relationships/notesMaster" Target="/ppt/notesMasters/notesMaster1.xml" Id="R62590edd8ade454f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aee9d606089244bc" /><Relationship Type="http://schemas.openxmlformats.org/officeDocument/2006/relationships/notesMaster" Target="/ppt/notesMasters/notesMaster1.xml" Id="Rdec904d74e704d52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4556574735e4f60" /><Relationship Type="http://schemas.openxmlformats.org/officeDocument/2006/relationships/notesMaster" Target="/ppt/notesMasters/notesMaster1.xml" Id="R5bd00a9fbbf94c92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cc92ab01df484d53" /><Relationship Type="http://schemas.openxmlformats.org/officeDocument/2006/relationships/notesMaster" Target="/ppt/notesMasters/notesMaster1.xml" Id="R751b0002aca9481e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9d425dca9c294fde" /><Relationship Type="http://schemas.openxmlformats.org/officeDocument/2006/relationships/notesMaster" Target="/ppt/notesMasters/notesMaster1.xml" Id="Red076b34b4e94194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b615efe2287e4e80" /><Relationship Type="http://schemas.openxmlformats.org/officeDocument/2006/relationships/notesMaster" Target="/ppt/notesMasters/notesMaster1.xml" Id="R7a7aadcad0d342b2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d1d15866e2904a08" /><Relationship Type="http://schemas.openxmlformats.org/officeDocument/2006/relationships/notesMaster" Target="/ppt/notesMasters/notesMaster1.xml" Id="R854fe0fb84ed4749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815c7241cabf4523" /><Relationship Type="http://schemas.openxmlformats.org/officeDocument/2006/relationships/notesMaster" Target="/ppt/notesMasters/notesMaster1.xml" Id="R2006e1eeb4374234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60c7aee7a19b4e69" /><Relationship Type="http://schemas.openxmlformats.org/officeDocument/2006/relationships/notesMaster" Target="/ppt/notesMasters/notesMaster1.xml" Id="R13c761feb4124174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38f1c67d5f9c4468" /><Relationship Type="http://schemas.openxmlformats.org/officeDocument/2006/relationships/notesMaster" Target="/ppt/notesMasters/notesMaster1.xml" Id="Rf4b468d8b0ac48be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3d9341262a04601" /><Relationship Type="http://schemas.openxmlformats.org/officeDocument/2006/relationships/notesMaster" Target="/ppt/notesMasters/notesMaster1.xml" Id="R229f441c36274faa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fd980cd1d250455c" /><Relationship Type="http://schemas.openxmlformats.org/officeDocument/2006/relationships/notesMaster" Target="/ppt/notesMasters/notesMaster1.xml" Id="R5d2b77bcf5b84498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0e736c07b03f46cf" /><Relationship Type="http://schemas.openxmlformats.org/officeDocument/2006/relationships/notesMaster" Target="/ppt/notesMasters/notesMaster1.xml" Id="R4fe6eec638ca4d9c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48d593d301744704" /><Relationship Type="http://schemas.openxmlformats.org/officeDocument/2006/relationships/notesMaster" Target="/ppt/notesMasters/notesMaster1.xml" Id="Rdc0d82bbcc40483f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370dc3e1593748c9" /><Relationship Type="http://schemas.openxmlformats.org/officeDocument/2006/relationships/notesMaster" Target="/ppt/notesMasters/notesMaster1.xml" Id="R8981efb2d3b34875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eaa0e9b230d441a8" /><Relationship Type="http://schemas.openxmlformats.org/officeDocument/2006/relationships/notesMaster" Target="/ppt/notesMasters/notesMaster1.xml" Id="R54a84b3d8ddd4443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7f09f0eb2acc427c" /><Relationship Type="http://schemas.openxmlformats.org/officeDocument/2006/relationships/notesMaster" Target="/ppt/notesMasters/notesMaster1.xml" Id="R52d8e10de048434c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8304f8a3e99f44e5" /><Relationship Type="http://schemas.openxmlformats.org/officeDocument/2006/relationships/notesMaster" Target="/ppt/notesMasters/notesMaster1.xml" Id="R1b8c6c020ea240fe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fc755458e9244cb4" /><Relationship Type="http://schemas.openxmlformats.org/officeDocument/2006/relationships/notesMaster" Target="/ppt/notesMasters/notesMaster1.xml" Id="R0c65bb5aae934f44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fcbdca5583354551" /><Relationship Type="http://schemas.openxmlformats.org/officeDocument/2006/relationships/notesMaster" Target="/ppt/notesMasters/notesMaster1.xml" Id="R148605e784534380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4b34576c508f4eb3" /><Relationship Type="http://schemas.openxmlformats.org/officeDocument/2006/relationships/notesMaster" Target="/ppt/notesMasters/notesMaster1.xml" Id="Rddf95c9b792f4cc9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b57ef355e794476a" /><Relationship Type="http://schemas.openxmlformats.org/officeDocument/2006/relationships/notesMaster" Target="/ppt/notesMasters/notesMaster1.xml" Id="R2aca08bbae1f4f4f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9deebbfaa92a42aa" /><Relationship Type="http://schemas.openxmlformats.org/officeDocument/2006/relationships/notesMaster" Target="/ppt/notesMasters/notesMaster1.xml" Id="Rcf08d53c502249e2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9df663630e814b19" /><Relationship Type="http://schemas.openxmlformats.org/officeDocument/2006/relationships/notesMaster" Target="/ppt/notesMasters/notesMaster1.xml" Id="Reb3777f5b20c44bb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083df8e0b8b7431b" /><Relationship Type="http://schemas.openxmlformats.org/officeDocument/2006/relationships/notesMaster" Target="/ppt/notesMasters/notesMaster1.xml" Id="R6ba869b100874889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7ad6284134314e8e" /><Relationship Type="http://schemas.openxmlformats.org/officeDocument/2006/relationships/notesMaster" Target="/ppt/notesMasters/notesMaster1.xml" Id="Re6eb368392a24ede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630359211ef4727" /><Relationship Type="http://schemas.openxmlformats.org/officeDocument/2006/relationships/notesMaster" Target="/ppt/notesMasters/notesMaster1.xml" Id="R45ecfe90c885416b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f8c5fdb5f354ec1" /><Relationship Type="http://schemas.openxmlformats.org/officeDocument/2006/relationships/notesMaster" Target="/ppt/notesMasters/notesMaster1.xml" Id="Rc8fda803ead84a1f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d6c5896104c4a4a" /><Relationship Type="http://schemas.openxmlformats.org/officeDocument/2006/relationships/notesMaster" Target="/ppt/notesMasters/notesMaster1.xml" Id="Rd7f5e2a6045f4881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6c3b654ee17c4593" /><Relationship Type="http://schemas.openxmlformats.org/officeDocument/2006/relationships/notesMaster" Target="/ppt/notesMasters/notesMaster1.xml" Id="Ra4fab96a3b184358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93ac2220d60c4852" /><Relationship Type="http://schemas.openxmlformats.org/officeDocument/2006/relationships/notesMaster" Target="/ppt/notesMasters/notesMaster1.xml" Id="R6f9a011d0aca4226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69e7be4b59d94ad0" /><Relationship Type="http://schemas.openxmlformats.org/officeDocument/2006/relationships/notesMaster" Target="/ppt/notesMasters/notesMaster1.xml" Id="R2317e7aa76e84038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7a683a2b15ed47fa" /><Relationship Type="http://schemas.openxmlformats.org/officeDocument/2006/relationships/notesMaster" Target="/ppt/notesMasters/notesMaster1.xml" Id="Rc29621cbc0ed49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5536cbd65a4ff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1196499aa4ec6" /><Relationship Type="http://schemas.openxmlformats.org/officeDocument/2006/relationships/slideLayout" Target="/ppt/slideLayouts/slideLayout1.xml" Id="R78ef59e983414c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ef59e983414c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db798dfa04060" /><Relationship Type="http://schemas.openxmlformats.org/officeDocument/2006/relationships/image" Target="/ppt/media/image.jpeg" Id="Re672e476f94b404a" /><Relationship Type="http://schemas.openxmlformats.org/officeDocument/2006/relationships/notesSlide" Target="/ppt/notesSlides/notesSlide1.xml" Id="Rdb5cd67213e64e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93871ec0e419b" /><Relationship Type="http://schemas.openxmlformats.org/officeDocument/2006/relationships/image" Target="/ppt/media/image2.jpeg" Id="R8229d18778f747c4" /><Relationship Type="http://schemas.openxmlformats.org/officeDocument/2006/relationships/notesSlide" Target="/ppt/notesSlides/notesSlide2.xml" Id="Rb6049435d5194d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71c2de40b042cc" /><Relationship Type="http://schemas.openxmlformats.org/officeDocument/2006/relationships/image" Target="/ppt/media/image3.jpeg" Id="R92505e1968da42eb" /><Relationship Type="http://schemas.openxmlformats.org/officeDocument/2006/relationships/notesSlide" Target="/ppt/notesSlides/notesSlide3.xml" Id="Rd0f6795bbc5b41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4b7ed6664490a" /><Relationship Type="http://schemas.openxmlformats.org/officeDocument/2006/relationships/image" Target="/ppt/media/image4.jpeg" Id="R07f1cd894a1f4174" /><Relationship Type="http://schemas.openxmlformats.org/officeDocument/2006/relationships/notesSlide" Target="/ppt/notesSlides/notesSlide4.xml" Id="Rf664882a4e0f40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19d2a08514588" /><Relationship Type="http://schemas.openxmlformats.org/officeDocument/2006/relationships/image" Target="/ppt/media/image5.jpeg" Id="R94b56da990ae4812" /><Relationship Type="http://schemas.openxmlformats.org/officeDocument/2006/relationships/notesSlide" Target="/ppt/notesSlides/notesSlide5.xml" Id="R0ad04c23d26f42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c7639846e4da7" /><Relationship Type="http://schemas.openxmlformats.org/officeDocument/2006/relationships/image" Target="/ppt/media/image6.jpeg" Id="R4fea893f27c44535" /><Relationship Type="http://schemas.openxmlformats.org/officeDocument/2006/relationships/notesSlide" Target="/ppt/notesSlides/notesSlide6.xml" Id="R4acd2570be6840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058af9ba94566" /><Relationship Type="http://schemas.openxmlformats.org/officeDocument/2006/relationships/image" Target="/ppt/media/image7.jpeg" Id="R62db49ed680948bb" /><Relationship Type="http://schemas.openxmlformats.org/officeDocument/2006/relationships/notesSlide" Target="/ppt/notesSlides/notesSlide7.xml" Id="Rf4cbfc4e881e412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440bbddc649b6" /><Relationship Type="http://schemas.openxmlformats.org/officeDocument/2006/relationships/image" Target="/ppt/media/image8.jpeg" Id="R01d8051675f845cf" /><Relationship Type="http://schemas.openxmlformats.org/officeDocument/2006/relationships/notesSlide" Target="/ppt/notesSlides/notesSlide8.xml" Id="R8b8a9ff7129840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48323f9ecc4767" /><Relationship Type="http://schemas.openxmlformats.org/officeDocument/2006/relationships/image" Target="/ppt/media/image9.jpeg" Id="R09eaf0cab06048f7" /><Relationship Type="http://schemas.openxmlformats.org/officeDocument/2006/relationships/notesSlide" Target="/ppt/notesSlides/notesSlide9.xml" Id="R7f710a183c8649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8b9b2e90b74110" /><Relationship Type="http://schemas.openxmlformats.org/officeDocument/2006/relationships/image" Target="/ppt/media/image10.jpeg" Id="R95f6df6f66fa4152" /><Relationship Type="http://schemas.openxmlformats.org/officeDocument/2006/relationships/notesSlide" Target="/ppt/notesSlides/notesSlide10.xml" Id="R1daef32e72a240e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0e6a2b7b74fbc" /><Relationship Type="http://schemas.openxmlformats.org/officeDocument/2006/relationships/image" Target="/ppt/media/image11.jpeg" Id="R0c640bafaab74988" /><Relationship Type="http://schemas.openxmlformats.org/officeDocument/2006/relationships/notesSlide" Target="/ppt/notesSlides/notesSlide11.xml" Id="Rc093d2afa76848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1933e3cac3494f" /><Relationship Type="http://schemas.openxmlformats.org/officeDocument/2006/relationships/image" Target="/ppt/media/image12.jpeg" Id="Rc177a652e866499c" /><Relationship Type="http://schemas.openxmlformats.org/officeDocument/2006/relationships/notesSlide" Target="/ppt/notesSlides/notesSlide12.xml" Id="R4ecf3ed985604e7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a4269713846f9" /><Relationship Type="http://schemas.openxmlformats.org/officeDocument/2006/relationships/image" Target="/ppt/media/image13.jpeg" Id="R4581ade93c3f4479" /><Relationship Type="http://schemas.openxmlformats.org/officeDocument/2006/relationships/notesSlide" Target="/ppt/notesSlides/notesSlide13.xml" Id="R3b8f40447cd742a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40860bc2a4b85" /><Relationship Type="http://schemas.openxmlformats.org/officeDocument/2006/relationships/image" Target="/ppt/media/image14.jpeg" Id="R29051ad882fd46a0" /><Relationship Type="http://schemas.openxmlformats.org/officeDocument/2006/relationships/notesSlide" Target="/ppt/notesSlides/notesSlide14.xml" Id="R3e4c8f3f8ae645d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b43d8f5334056" /><Relationship Type="http://schemas.openxmlformats.org/officeDocument/2006/relationships/image" Target="/ppt/media/image15.jpeg" Id="R351e10f8422d4dca" /><Relationship Type="http://schemas.openxmlformats.org/officeDocument/2006/relationships/notesSlide" Target="/ppt/notesSlides/notesSlide15.xml" Id="Rb85d6f5b71b74a7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e9ee2703c435f" /><Relationship Type="http://schemas.openxmlformats.org/officeDocument/2006/relationships/image" Target="/ppt/media/image16.jpeg" Id="R8e129a78d5084ccd" /><Relationship Type="http://schemas.openxmlformats.org/officeDocument/2006/relationships/notesSlide" Target="/ppt/notesSlides/notesSlide16.xml" Id="Rd3954dd7688748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d0ac58c344b34" /><Relationship Type="http://schemas.openxmlformats.org/officeDocument/2006/relationships/image" Target="/ppt/media/image17.jpeg" Id="R9f2f94f6acb14d6a" /><Relationship Type="http://schemas.openxmlformats.org/officeDocument/2006/relationships/notesSlide" Target="/ppt/notesSlides/notesSlide17.xml" Id="Rb36f05413cc240f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b2441436a4aa8" /><Relationship Type="http://schemas.openxmlformats.org/officeDocument/2006/relationships/image" Target="/ppt/media/image18.jpeg" Id="R8c4f10d1abfb4f6b" /><Relationship Type="http://schemas.openxmlformats.org/officeDocument/2006/relationships/notesSlide" Target="/ppt/notesSlides/notesSlide18.xml" Id="Rf1430d59f8fc4cb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075cc87714fdc" /><Relationship Type="http://schemas.openxmlformats.org/officeDocument/2006/relationships/image" Target="/ppt/media/image19.jpeg" Id="Ra009336f9a174f9c" /><Relationship Type="http://schemas.openxmlformats.org/officeDocument/2006/relationships/notesSlide" Target="/ppt/notesSlides/notesSlide19.xml" Id="R5b9b6913ebaf46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3f6299b40473e" /><Relationship Type="http://schemas.openxmlformats.org/officeDocument/2006/relationships/image" Target="/ppt/media/image20.jpeg" Id="Rb64d7dd472d54d0e" /><Relationship Type="http://schemas.openxmlformats.org/officeDocument/2006/relationships/notesSlide" Target="/ppt/notesSlides/notesSlide20.xml" Id="R735d647875b348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cd58008344f76" /><Relationship Type="http://schemas.openxmlformats.org/officeDocument/2006/relationships/image" Target="/ppt/media/image21.jpeg" Id="Rd30eb85c23124c89" /><Relationship Type="http://schemas.openxmlformats.org/officeDocument/2006/relationships/notesSlide" Target="/ppt/notesSlides/notesSlide21.xml" Id="R2be83a47bf1c45c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63d3e6a444432b" /><Relationship Type="http://schemas.openxmlformats.org/officeDocument/2006/relationships/image" Target="/ppt/media/image22.jpeg" Id="R3cb0b5e62c22407f" /><Relationship Type="http://schemas.openxmlformats.org/officeDocument/2006/relationships/notesSlide" Target="/ppt/notesSlides/notesSlide22.xml" Id="R1cd2889e5a394d9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c7448ec09478d" /><Relationship Type="http://schemas.openxmlformats.org/officeDocument/2006/relationships/image" Target="/ppt/media/image23.jpeg" Id="R2aa3cbf7a4dc4439" /><Relationship Type="http://schemas.openxmlformats.org/officeDocument/2006/relationships/notesSlide" Target="/ppt/notesSlides/notesSlide23.xml" Id="R44174ef5bdd54aa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5d519a9b724981" /><Relationship Type="http://schemas.openxmlformats.org/officeDocument/2006/relationships/image" Target="/ppt/media/image24.jpeg" Id="R93be7df3339740a1" /><Relationship Type="http://schemas.openxmlformats.org/officeDocument/2006/relationships/notesSlide" Target="/ppt/notesSlides/notesSlide24.xml" Id="R2b00f9f5a0c843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8f96627c740ee" /><Relationship Type="http://schemas.openxmlformats.org/officeDocument/2006/relationships/image" Target="/ppt/media/image25.jpeg" Id="R9a50070d5c7b4efe" /><Relationship Type="http://schemas.openxmlformats.org/officeDocument/2006/relationships/notesSlide" Target="/ppt/notesSlides/notesSlide25.xml" Id="R58ff35764f834b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ef05e5bf74ca5" /><Relationship Type="http://schemas.openxmlformats.org/officeDocument/2006/relationships/image" Target="/ppt/media/image26.jpeg" Id="R4dc80e653bef4b92" /><Relationship Type="http://schemas.openxmlformats.org/officeDocument/2006/relationships/notesSlide" Target="/ppt/notesSlides/notesSlide26.xml" Id="R1fb0dc51d7704a4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7e7290f754409" /><Relationship Type="http://schemas.openxmlformats.org/officeDocument/2006/relationships/image" Target="/ppt/media/image27.jpeg" Id="Rf5ac99577a8b4cca" /><Relationship Type="http://schemas.openxmlformats.org/officeDocument/2006/relationships/notesSlide" Target="/ppt/notesSlides/notesSlide27.xml" Id="Rff488b2f9d2e4a9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db829f4784d5e" /><Relationship Type="http://schemas.openxmlformats.org/officeDocument/2006/relationships/image" Target="/ppt/media/image28.jpeg" Id="R508a0e1e531c4ab0" /><Relationship Type="http://schemas.openxmlformats.org/officeDocument/2006/relationships/notesSlide" Target="/ppt/notesSlides/notesSlide28.xml" Id="Rd6e4bd5209f2488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886be1a20a42f4" /><Relationship Type="http://schemas.openxmlformats.org/officeDocument/2006/relationships/image" Target="/ppt/media/image29.jpeg" Id="Rf9564aac06604256" /><Relationship Type="http://schemas.openxmlformats.org/officeDocument/2006/relationships/notesSlide" Target="/ppt/notesSlides/notesSlide29.xml" Id="Rb2cde1a2f3e644f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a327bcfa448c4" /><Relationship Type="http://schemas.openxmlformats.org/officeDocument/2006/relationships/image" Target="/ppt/media/image30.jpeg" Id="Rb98e57ef76cc4735" /><Relationship Type="http://schemas.openxmlformats.org/officeDocument/2006/relationships/notesSlide" Target="/ppt/notesSlides/notesSlide30.xml" Id="R623a3ba6e6b84b4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d4583a43e474f" /><Relationship Type="http://schemas.openxmlformats.org/officeDocument/2006/relationships/image" Target="/ppt/media/image31.jpeg" Id="Rb1564aa8788d4136" /><Relationship Type="http://schemas.openxmlformats.org/officeDocument/2006/relationships/notesSlide" Target="/ppt/notesSlides/notesSlide31.xml" Id="R5b97dc886f364aa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dbac29a044905" /><Relationship Type="http://schemas.openxmlformats.org/officeDocument/2006/relationships/image" Target="/ppt/media/image32.jpeg" Id="Re4d51ae89f604616" /><Relationship Type="http://schemas.openxmlformats.org/officeDocument/2006/relationships/notesSlide" Target="/ppt/notesSlides/notesSlide32.xml" Id="R7d41574a4a6545b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43cf2f5974734" /><Relationship Type="http://schemas.openxmlformats.org/officeDocument/2006/relationships/image" Target="/ppt/media/image33.jpeg" Id="R4b7c6f8d7030481b" /><Relationship Type="http://schemas.openxmlformats.org/officeDocument/2006/relationships/notesSlide" Target="/ppt/notesSlides/notesSlide33.xml" Id="R7fc7c69b54ca44e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5ad451aa44d98" /><Relationship Type="http://schemas.openxmlformats.org/officeDocument/2006/relationships/image" Target="/ppt/media/image34.jpeg" Id="R8ef46b6bdbb7401b" /><Relationship Type="http://schemas.openxmlformats.org/officeDocument/2006/relationships/notesSlide" Target="/ppt/notesSlides/notesSlide34.xml" Id="R725f7167d29a4b6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03e5d6bfd4f58" /><Relationship Type="http://schemas.openxmlformats.org/officeDocument/2006/relationships/image" Target="/ppt/media/image35.jpeg" Id="R9cc4d8e09b094329" /><Relationship Type="http://schemas.openxmlformats.org/officeDocument/2006/relationships/notesSlide" Target="/ppt/notesSlides/notesSlide35.xml" Id="R3671f95644214e5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5978737244422" /><Relationship Type="http://schemas.openxmlformats.org/officeDocument/2006/relationships/image" Target="/ppt/media/image36.jpeg" Id="Rf128f1a635884e38" /><Relationship Type="http://schemas.openxmlformats.org/officeDocument/2006/relationships/notesSlide" Target="/ppt/notesSlides/notesSlide36.xml" Id="R3de6eeee9a8943e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803e4f6b79462e" /><Relationship Type="http://schemas.openxmlformats.org/officeDocument/2006/relationships/image" Target="/ppt/media/image37.jpeg" Id="Re942f775feb34600" /><Relationship Type="http://schemas.openxmlformats.org/officeDocument/2006/relationships/notesSlide" Target="/ppt/notesSlides/notesSlide37.xml" Id="R428ceaf105e24c6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2421dfdcf40d3" /><Relationship Type="http://schemas.openxmlformats.org/officeDocument/2006/relationships/image" Target="/ppt/media/image38.jpeg" Id="Rb67a79ea01344688" /><Relationship Type="http://schemas.openxmlformats.org/officeDocument/2006/relationships/notesSlide" Target="/ppt/notesSlides/notesSlide38.xml" Id="Rfbe12f409cbd429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400477eb94029" /><Relationship Type="http://schemas.openxmlformats.org/officeDocument/2006/relationships/image" Target="/ppt/media/image39.jpeg" Id="R7c0df831c67f4800" /><Relationship Type="http://schemas.openxmlformats.org/officeDocument/2006/relationships/notesSlide" Target="/ppt/notesSlides/notesSlide39.xml" Id="R135bfe14c806429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54e6899d944ba" /><Relationship Type="http://schemas.openxmlformats.org/officeDocument/2006/relationships/image" Target="/ppt/media/image40.jpeg" Id="R697dbaaa3d3b4395" /><Relationship Type="http://schemas.openxmlformats.org/officeDocument/2006/relationships/notesSlide" Target="/ppt/notesSlides/notesSlide40.xml" Id="R8e70a7ec7e17492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bf6a2aa2754283" /><Relationship Type="http://schemas.openxmlformats.org/officeDocument/2006/relationships/image" Target="/ppt/media/image41.jpeg" Id="R2689fd9041044d27" /><Relationship Type="http://schemas.openxmlformats.org/officeDocument/2006/relationships/notesSlide" Target="/ppt/notesSlides/notesSlide41.xml" Id="R3ef4feb3134949d3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cb2559ad64a34" /><Relationship Type="http://schemas.openxmlformats.org/officeDocument/2006/relationships/image" Target="/ppt/media/image42.jpeg" Id="R0b07fa67034a43cf" /><Relationship Type="http://schemas.openxmlformats.org/officeDocument/2006/relationships/notesSlide" Target="/ppt/notesSlides/notesSlide42.xml" Id="Rdde193f7974b495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0028bef6e4866" /><Relationship Type="http://schemas.openxmlformats.org/officeDocument/2006/relationships/image" Target="/ppt/media/image43.jpeg" Id="R9c54fde6acc1435e" /><Relationship Type="http://schemas.openxmlformats.org/officeDocument/2006/relationships/notesSlide" Target="/ppt/notesSlides/notesSlide43.xml" Id="Ra7697cd5e6c946d9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85d43b8ab484f" /><Relationship Type="http://schemas.openxmlformats.org/officeDocument/2006/relationships/image" Target="/ppt/media/image44.jpeg" Id="R2cdb156ecaa44294" /><Relationship Type="http://schemas.openxmlformats.org/officeDocument/2006/relationships/notesSlide" Target="/ppt/notesSlides/notesSlide44.xml" Id="Re6f5ecf2ef8d4f3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c03d884214b37" /><Relationship Type="http://schemas.openxmlformats.org/officeDocument/2006/relationships/image" Target="/ppt/media/image45.jpeg" Id="R05525294a2c043e8" /><Relationship Type="http://schemas.openxmlformats.org/officeDocument/2006/relationships/notesSlide" Target="/ppt/notesSlides/notesSlide45.xml" Id="R6622f1f52e404a1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6036b7e5bc4778" /><Relationship Type="http://schemas.openxmlformats.org/officeDocument/2006/relationships/image" Target="/ppt/media/image46.jpeg" Id="R9df17af63fd04d3b" /><Relationship Type="http://schemas.openxmlformats.org/officeDocument/2006/relationships/notesSlide" Target="/ppt/notesSlides/notesSlide46.xml" Id="R8dda48388237479d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b106b1d3f4faf" /><Relationship Type="http://schemas.openxmlformats.org/officeDocument/2006/relationships/image" Target="/ppt/media/image47.jpeg" Id="Re751b75818574a6d" /><Relationship Type="http://schemas.openxmlformats.org/officeDocument/2006/relationships/notesSlide" Target="/ppt/notesSlides/notesSlide47.xml" Id="R23c1692f9f18404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2233ef91f40bd" /><Relationship Type="http://schemas.openxmlformats.org/officeDocument/2006/relationships/image" Target="/ppt/media/image48.jpeg" Id="R3c49c9654ffe4c7f" /><Relationship Type="http://schemas.openxmlformats.org/officeDocument/2006/relationships/notesSlide" Target="/ppt/notesSlides/notesSlide48.xml" Id="R776b9bdf8e8d4d4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2a3ef5dd9472b" /><Relationship Type="http://schemas.openxmlformats.org/officeDocument/2006/relationships/image" Target="/ppt/media/image49.jpeg" Id="Ra981a277f4f54fcb" /><Relationship Type="http://schemas.openxmlformats.org/officeDocument/2006/relationships/notesSlide" Target="/ppt/notesSlides/notesSlide49.xml" Id="R7e8ea5c91bfa41c8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48767e5440df" /><Relationship Type="http://schemas.openxmlformats.org/officeDocument/2006/relationships/image" Target="/ppt/media/image50.jpeg" Id="R365c495539b5414b" /><Relationship Type="http://schemas.openxmlformats.org/officeDocument/2006/relationships/notesSlide" Target="/ppt/notesSlides/notesSlide50.xml" Id="Ra755d08a8de84786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5e523193cf4445" /><Relationship Type="http://schemas.openxmlformats.org/officeDocument/2006/relationships/image" Target="/ppt/media/image51.jpeg" Id="R1992b23e77804e56" /><Relationship Type="http://schemas.openxmlformats.org/officeDocument/2006/relationships/notesSlide" Target="/ppt/notesSlides/notesSlide51.xml" Id="R24d2a321400b4405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da37f7a8e4c90" /><Relationship Type="http://schemas.openxmlformats.org/officeDocument/2006/relationships/image" Target="/ppt/media/image52.jpeg" Id="R68b1c332ed594653" /><Relationship Type="http://schemas.openxmlformats.org/officeDocument/2006/relationships/notesSlide" Target="/ppt/notesSlides/notesSlide52.xml" Id="Ra6f3b1ec54d34292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46853d79b41eb" /><Relationship Type="http://schemas.openxmlformats.org/officeDocument/2006/relationships/image" Target="/ppt/media/image53.jpeg" Id="R340b7bd396244b50" /><Relationship Type="http://schemas.openxmlformats.org/officeDocument/2006/relationships/notesSlide" Target="/ppt/notesSlides/notesSlide53.xml" Id="R267de362482f4c8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a2b071fe04e7f" /><Relationship Type="http://schemas.openxmlformats.org/officeDocument/2006/relationships/image" Target="/ppt/media/image54.jpeg" Id="R19182ad5109e4aa8" /><Relationship Type="http://schemas.openxmlformats.org/officeDocument/2006/relationships/notesSlide" Target="/ppt/notesSlides/notesSlide54.xml" Id="R4653f52e05b5479b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f2f69f7d64af4" /><Relationship Type="http://schemas.openxmlformats.org/officeDocument/2006/relationships/image" Target="/ppt/media/image55.jpeg" Id="R59dbe2baa5a74261" /><Relationship Type="http://schemas.openxmlformats.org/officeDocument/2006/relationships/notesSlide" Target="/ppt/notesSlides/notesSlide55.xml" Id="R5543d1b6cc524e5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dcc96fe8f4282" /><Relationship Type="http://schemas.openxmlformats.org/officeDocument/2006/relationships/image" Target="/ppt/media/image56.jpeg" Id="R43b2898c40b843ee" /><Relationship Type="http://schemas.openxmlformats.org/officeDocument/2006/relationships/notesSlide" Target="/ppt/notesSlides/notesSlide56.xml" Id="R179948ad321e472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e4f8291f644b7" /><Relationship Type="http://schemas.openxmlformats.org/officeDocument/2006/relationships/image" Target="/ppt/media/image57.jpeg" Id="Rffcc4df257a94c66" /><Relationship Type="http://schemas.openxmlformats.org/officeDocument/2006/relationships/notesSlide" Target="/ppt/notesSlides/notesSlide57.xml" Id="R6f09ec985c2b436e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58a99a6d94ee1" /><Relationship Type="http://schemas.openxmlformats.org/officeDocument/2006/relationships/image" Target="/ppt/media/image58.jpeg" Id="Ref4e9912f1a145e7" /><Relationship Type="http://schemas.openxmlformats.org/officeDocument/2006/relationships/notesSlide" Target="/ppt/notesSlides/notesSlide58.xml" Id="Rd44c2baaf9f741c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c757a5587464a" /><Relationship Type="http://schemas.openxmlformats.org/officeDocument/2006/relationships/image" Target="/ppt/media/image59.jpeg" Id="R081088a4472e416a" /><Relationship Type="http://schemas.openxmlformats.org/officeDocument/2006/relationships/notesSlide" Target="/ppt/notesSlides/notesSlide59.xml" Id="R155b13d05744483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adf2f45724e4f" /><Relationship Type="http://schemas.openxmlformats.org/officeDocument/2006/relationships/image" Target="/ppt/media/image60.jpeg" Id="R3d0c2ac5dc6f41c8" /><Relationship Type="http://schemas.openxmlformats.org/officeDocument/2006/relationships/notesSlide" Target="/ppt/notesSlides/notesSlide60.xml" Id="R06ff9e598bcc413c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f94a735eb4c4d" /><Relationship Type="http://schemas.openxmlformats.org/officeDocument/2006/relationships/image" Target="/ppt/media/image61.jpeg" Id="R241aa1a0054d42b8" /><Relationship Type="http://schemas.openxmlformats.org/officeDocument/2006/relationships/notesSlide" Target="/ppt/notesSlides/notesSlide61.xml" Id="R246900df97ff482a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c93081b9041a8" /><Relationship Type="http://schemas.openxmlformats.org/officeDocument/2006/relationships/image" Target="/ppt/media/image62.jpeg" Id="R4231412d9ea0465e" /><Relationship Type="http://schemas.openxmlformats.org/officeDocument/2006/relationships/notesSlide" Target="/ppt/notesSlides/notesSlide62.xml" Id="R1cacc91473644b9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b8cc2fb8c4c7c" /><Relationship Type="http://schemas.openxmlformats.org/officeDocument/2006/relationships/image" Target="/ppt/media/image63.jpeg" Id="R0fc5ced1cc82440d" /><Relationship Type="http://schemas.openxmlformats.org/officeDocument/2006/relationships/notesSlide" Target="/ppt/notesSlides/notesSlide63.xml" Id="R16b63f21a6084bc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62c9fa6874095" /><Relationship Type="http://schemas.openxmlformats.org/officeDocument/2006/relationships/image" Target="/ppt/media/image64.jpeg" Id="R39b1ce3c6c9f413d" /><Relationship Type="http://schemas.openxmlformats.org/officeDocument/2006/relationships/notesSlide" Target="/ppt/notesSlides/notesSlide64.xml" Id="Rc7bcf285dec34a5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155f67027d4606" /><Relationship Type="http://schemas.openxmlformats.org/officeDocument/2006/relationships/image" Target="/ppt/media/image65.jpeg" Id="Rd4e28d40035f4f6d" /><Relationship Type="http://schemas.openxmlformats.org/officeDocument/2006/relationships/notesSlide" Target="/ppt/notesSlides/notesSlide65.xml" Id="R77c4c0479d5b4fb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07f988aa004d83" /><Relationship Type="http://schemas.openxmlformats.org/officeDocument/2006/relationships/image" Target="/ppt/media/image66.jpeg" Id="R6024703553f04f34" /><Relationship Type="http://schemas.openxmlformats.org/officeDocument/2006/relationships/notesSlide" Target="/ppt/notesSlides/notesSlide66.xml" Id="Rfa12fe8466244b59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89b214361442b" /><Relationship Type="http://schemas.openxmlformats.org/officeDocument/2006/relationships/image" Target="/ppt/media/image67.jpeg" Id="Rce8a389bce564672" /><Relationship Type="http://schemas.openxmlformats.org/officeDocument/2006/relationships/notesSlide" Target="/ppt/notesSlides/notesSlide67.xml" Id="R20ba404bad1b408b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3ecc9e8e9840af" /><Relationship Type="http://schemas.openxmlformats.org/officeDocument/2006/relationships/image" Target="/ppt/media/image68.jpeg" Id="R6029ea764187481f" /><Relationship Type="http://schemas.openxmlformats.org/officeDocument/2006/relationships/notesSlide" Target="/ppt/notesSlides/notesSlide68.xml" Id="Ra7153a1f71c04e4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97f0c4abd140e3" /><Relationship Type="http://schemas.openxmlformats.org/officeDocument/2006/relationships/image" Target="/ppt/media/image69.jpeg" Id="Rdcefcd9a93f64577" /><Relationship Type="http://schemas.openxmlformats.org/officeDocument/2006/relationships/notesSlide" Target="/ppt/notesSlides/notesSlide69.xml" Id="R2c087ee3468e4c54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baa4cf22554bc9" /><Relationship Type="http://schemas.openxmlformats.org/officeDocument/2006/relationships/image" Target="/ppt/media/image70.jpeg" Id="Rca9bc7bd749d4519" /><Relationship Type="http://schemas.openxmlformats.org/officeDocument/2006/relationships/notesSlide" Target="/ppt/notesSlides/notesSlide70.xml" Id="R3ac791cdbbb74f3f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0586f3603410c" /><Relationship Type="http://schemas.openxmlformats.org/officeDocument/2006/relationships/image" Target="/ppt/media/image71.jpeg" Id="R71c3cba20c4e4694" /><Relationship Type="http://schemas.openxmlformats.org/officeDocument/2006/relationships/notesSlide" Target="/ppt/notesSlides/notesSlide71.xml" Id="Rb46729887f624e70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7bd979b1c40c7" /><Relationship Type="http://schemas.openxmlformats.org/officeDocument/2006/relationships/image" Target="/ppt/media/image72.jpeg" Id="R94053c2cea284478" /><Relationship Type="http://schemas.openxmlformats.org/officeDocument/2006/relationships/notesSlide" Target="/ppt/notesSlides/notesSlide72.xml" Id="R410c3759561b4100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f2c2096864534" /><Relationship Type="http://schemas.openxmlformats.org/officeDocument/2006/relationships/image" Target="/ppt/media/image73.jpeg" Id="Ra16f0975483b4ee3" /><Relationship Type="http://schemas.openxmlformats.org/officeDocument/2006/relationships/notesSlide" Target="/ppt/notesSlides/notesSlide73.xml" Id="Rec0bd805d97e4c69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49878e4644fde" /><Relationship Type="http://schemas.openxmlformats.org/officeDocument/2006/relationships/image" Target="/ppt/media/image74.jpeg" Id="Rbc28bcc9130a4476" /><Relationship Type="http://schemas.openxmlformats.org/officeDocument/2006/relationships/notesSlide" Target="/ppt/notesSlides/notesSlide74.xml" Id="R16294489435a4318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372b3c00b4b1d" /><Relationship Type="http://schemas.openxmlformats.org/officeDocument/2006/relationships/image" Target="/ppt/media/image75.jpeg" Id="R47b88a58b1564dd8" /><Relationship Type="http://schemas.openxmlformats.org/officeDocument/2006/relationships/notesSlide" Target="/ppt/notesSlides/notesSlide75.xml" Id="R51baf1b6c0704b93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7146ebe749460f" /><Relationship Type="http://schemas.openxmlformats.org/officeDocument/2006/relationships/image" Target="/ppt/media/image76.jpeg" Id="R5d3a5fdcacca4a75" /><Relationship Type="http://schemas.openxmlformats.org/officeDocument/2006/relationships/notesSlide" Target="/ppt/notesSlides/notesSlide76.xml" Id="Rb97c6f3a8b564cfb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297849a24489e" /><Relationship Type="http://schemas.openxmlformats.org/officeDocument/2006/relationships/image" Target="/ppt/media/image77.jpeg" Id="R7cee5466fa604385" /><Relationship Type="http://schemas.openxmlformats.org/officeDocument/2006/relationships/notesSlide" Target="/ppt/notesSlides/notesSlide77.xml" Id="Rb28055ebf1434f75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21356276b4dc1" /><Relationship Type="http://schemas.openxmlformats.org/officeDocument/2006/relationships/image" Target="/ppt/media/image78.jpeg" Id="Rf7b1ddd355c1436d" /><Relationship Type="http://schemas.openxmlformats.org/officeDocument/2006/relationships/notesSlide" Target="/ppt/notesSlides/notesSlide78.xml" Id="Rc82623759cbe4688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749f571df4656" /><Relationship Type="http://schemas.openxmlformats.org/officeDocument/2006/relationships/image" Target="/ppt/media/image79.jpeg" Id="Re994feba603845f4" /><Relationship Type="http://schemas.openxmlformats.org/officeDocument/2006/relationships/notesSlide" Target="/ppt/notesSlides/notesSlide79.xml" Id="R1ee8c1f73592411d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9b88f22074d1e" /><Relationship Type="http://schemas.openxmlformats.org/officeDocument/2006/relationships/image" Target="/ppt/media/image80.jpeg" Id="R6a9b5445b06940eb" /><Relationship Type="http://schemas.openxmlformats.org/officeDocument/2006/relationships/notesSlide" Target="/ppt/notesSlides/notesSlide80.xml" Id="Rbc0c178c072248ef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cd303608249d3" /><Relationship Type="http://schemas.openxmlformats.org/officeDocument/2006/relationships/image" Target="/ppt/media/image81.jpeg" Id="R62279c1b4f5d4d2b" /><Relationship Type="http://schemas.openxmlformats.org/officeDocument/2006/relationships/notesSlide" Target="/ppt/notesSlides/notesSlide81.xml" Id="R8ea327ccf8bd466b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57b66689749ad" /><Relationship Type="http://schemas.openxmlformats.org/officeDocument/2006/relationships/image" Target="/ppt/media/image82.jpeg" Id="R6c90c9a09ad5411e" /><Relationship Type="http://schemas.openxmlformats.org/officeDocument/2006/relationships/notesSlide" Target="/ppt/notesSlides/notesSlide82.xml" Id="Rfd5d099440554c4d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d1aea022fb4fd7" /><Relationship Type="http://schemas.openxmlformats.org/officeDocument/2006/relationships/image" Target="/ppt/media/image83.jpeg" Id="R9478cffc733b4b09" /><Relationship Type="http://schemas.openxmlformats.org/officeDocument/2006/relationships/notesSlide" Target="/ppt/notesSlides/notesSlide83.xml" Id="Rb05cc91b3b7f4126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cc37edc6b94ef8" /><Relationship Type="http://schemas.openxmlformats.org/officeDocument/2006/relationships/image" Target="/ppt/media/image84.jpeg" Id="R353952f4ed06410d" /><Relationship Type="http://schemas.openxmlformats.org/officeDocument/2006/relationships/notesSlide" Target="/ppt/notesSlides/notesSlide84.xml" Id="R6acf491d5bc64f23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4d9cdc95e468b" /><Relationship Type="http://schemas.openxmlformats.org/officeDocument/2006/relationships/image" Target="/ppt/media/image85.jpeg" Id="Rd2494e4811824789" /><Relationship Type="http://schemas.openxmlformats.org/officeDocument/2006/relationships/notesSlide" Target="/ppt/notesSlides/notesSlide85.xml" Id="R8c501b6a10c5442a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929c8bab94f62" /><Relationship Type="http://schemas.openxmlformats.org/officeDocument/2006/relationships/image" Target="/ppt/media/image86.jpeg" Id="R5bb4e95837a2485e" /><Relationship Type="http://schemas.openxmlformats.org/officeDocument/2006/relationships/notesSlide" Target="/ppt/notesSlides/notesSlide86.xml" Id="Racb16476c2074ae6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a517726264691" /><Relationship Type="http://schemas.openxmlformats.org/officeDocument/2006/relationships/image" Target="/ppt/media/image87.jpeg" Id="R575c17d4841f48ff" /><Relationship Type="http://schemas.openxmlformats.org/officeDocument/2006/relationships/notesSlide" Target="/ppt/notesSlides/notesSlide87.xml" Id="Rcef2f3b7e45c4b92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a4635ab524125" /><Relationship Type="http://schemas.openxmlformats.org/officeDocument/2006/relationships/image" Target="/ppt/media/image88.jpeg" Id="R90ed6747b3df47f0" /><Relationship Type="http://schemas.openxmlformats.org/officeDocument/2006/relationships/notesSlide" Target="/ppt/notesSlides/notesSlide88.xml" Id="Rfe2555c421394d7f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69dd5901c43e0" /><Relationship Type="http://schemas.openxmlformats.org/officeDocument/2006/relationships/image" Target="/ppt/media/image89.jpeg" Id="R9cf397b9c1724740" /><Relationship Type="http://schemas.openxmlformats.org/officeDocument/2006/relationships/notesSlide" Target="/ppt/notesSlides/notesSlide89.xml" Id="R09373fa177db40c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1526136394e34" /><Relationship Type="http://schemas.openxmlformats.org/officeDocument/2006/relationships/image" Target="/ppt/media/image90.jpeg" Id="Ra1413429864c4a6a" /><Relationship Type="http://schemas.openxmlformats.org/officeDocument/2006/relationships/notesSlide" Target="/ppt/notesSlides/notesSlide90.xml" Id="R8a2c4d29c1bc422e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26bc508a24997" /><Relationship Type="http://schemas.openxmlformats.org/officeDocument/2006/relationships/image" Target="/ppt/media/image91.jpeg" Id="Rcb1f9145180e4909" /><Relationship Type="http://schemas.openxmlformats.org/officeDocument/2006/relationships/notesSlide" Target="/ppt/notesSlides/notesSlide91.xml" Id="Rfbb4dbe9d7b34139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531a3f8344b84" /><Relationship Type="http://schemas.openxmlformats.org/officeDocument/2006/relationships/image" Target="/ppt/media/image92.jpeg" Id="Rec7ba1eb26f54825" /><Relationship Type="http://schemas.openxmlformats.org/officeDocument/2006/relationships/notesSlide" Target="/ppt/notesSlides/notesSlide92.xml" Id="R81d67a08d4274491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68c8ed1ba40b8" /><Relationship Type="http://schemas.openxmlformats.org/officeDocument/2006/relationships/image" Target="/ppt/media/image93.jpeg" Id="Rd39cf0c26c1a4d19" /><Relationship Type="http://schemas.openxmlformats.org/officeDocument/2006/relationships/notesSlide" Target="/ppt/notesSlides/notesSlide93.xml" Id="Rd22664eeec994580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fdc6d2a0404b16" /><Relationship Type="http://schemas.openxmlformats.org/officeDocument/2006/relationships/image" Target="/ppt/media/image94.jpeg" Id="Re61b962131bc4678" /><Relationship Type="http://schemas.openxmlformats.org/officeDocument/2006/relationships/notesSlide" Target="/ppt/notesSlides/notesSlide94.xml" Id="R10dd765b567643d2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7879956864cb8" /><Relationship Type="http://schemas.openxmlformats.org/officeDocument/2006/relationships/image" Target="/ppt/media/image95.jpeg" Id="R66c8181db06e436f" /><Relationship Type="http://schemas.openxmlformats.org/officeDocument/2006/relationships/notesSlide" Target="/ppt/notesSlides/notesSlide95.xml" Id="Rc9557ace73ea4b12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8e9d1043e4d6d" /><Relationship Type="http://schemas.openxmlformats.org/officeDocument/2006/relationships/image" Target="/ppt/media/image96.jpeg" Id="Rb001262ad0d5492d" /><Relationship Type="http://schemas.openxmlformats.org/officeDocument/2006/relationships/notesSlide" Target="/ppt/notesSlides/notesSlide96.xml" Id="R519e5269d19d43ee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9f42fa8bc4bbc" /><Relationship Type="http://schemas.openxmlformats.org/officeDocument/2006/relationships/image" Target="/ppt/media/image97.jpeg" Id="R803bf9f207524bad" /><Relationship Type="http://schemas.openxmlformats.org/officeDocument/2006/relationships/notesSlide" Target="/ppt/notesSlides/notesSlide97.xml" Id="R064cc6f7d36240bc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cc0a01e1f242af" /><Relationship Type="http://schemas.openxmlformats.org/officeDocument/2006/relationships/image" Target="/ppt/media/image98.jpeg" Id="Rbc9b2ff252cf428d" /><Relationship Type="http://schemas.openxmlformats.org/officeDocument/2006/relationships/notesSlide" Target="/ppt/notesSlides/notesSlide98.xml" Id="R3432e7d5e39643ef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85700704e4a83" /><Relationship Type="http://schemas.openxmlformats.org/officeDocument/2006/relationships/image" Target="/ppt/media/image99.jpeg" Id="Rc0eb576d7c1241cc" /><Relationship Type="http://schemas.openxmlformats.org/officeDocument/2006/relationships/notesSlide" Target="/ppt/notesSlides/notesSlide99.xml" Id="Ra31cc2f0b24645d9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cd4ed58a241c3" /><Relationship Type="http://schemas.openxmlformats.org/officeDocument/2006/relationships/image" Target="/ppt/media/image100.jpeg" Id="Rb2fc1e54042f45c5" /><Relationship Type="http://schemas.openxmlformats.org/officeDocument/2006/relationships/notesSlide" Target="/ppt/notesSlides/notesSlide100.xml" Id="Ra8c96d464ff14e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2e476f94b40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8182C71-FB7B-4531-8065-A2A9B1C5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4FDD58A-5A5A-44A4-8D8A-4973186B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 of 100</a:t>
            </a:r>
          </a:p>
        </p:txBody>
      </p:sp>
      <p:sp>
        <p:nvSpPr>
          <p:cNvPr id="4" name="cover-panel">
            <a:extLst xmlns:a="http://schemas.openxmlformats.org/drawingml/2006/main">
              <a:ext uri="{FF2B5EF4-FFF2-40B4-BE49-F238E27FC236}">
                <a16:creationId xmlns:a16="http://schemas.microsoft.com/office/drawing/2014/main" id="{96C427B3-AD3C-4602-807D-AA6C2430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57450"/>
            <a:ext cx="5467350" cy="538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-THE">
            <a:extLst xmlns:a="http://schemas.openxmlformats.org/drawingml/2006/main">
              <a:ext uri="{FF2B5EF4-FFF2-40B4-BE49-F238E27FC236}">
                <a16:creationId xmlns:a16="http://schemas.microsoft.com/office/drawing/2014/main" id="{2A9E9CD7-6843-4512-8ECC-EBE35F3C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667B61"/>
                </a:solidFill>
              </a:defRPr>
            </a:pPr>
            <a:r>
              <a:rPr sz="1650" b="0" i="0">
                <a:solidFill>
                  <a:srgbClr val="667B61"/>
                </a:solidFill>
              </a:rPr>
              <a:t>THE</a:t>
            </a:r>
          </a:p>
        </p:txBody>
      </p:sp>
      <p:sp>
        <p:nvSpPr>
          <p:cNvPr id="6" name="text-WEDDING">
            <a:extLst xmlns:a="http://schemas.openxmlformats.org/drawingml/2006/main">
              <a:ext uri="{FF2B5EF4-FFF2-40B4-BE49-F238E27FC236}">
                <a16:creationId xmlns:a16="http://schemas.microsoft.com/office/drawing/2014/main" id="{A28A8F9E-1B6B-4157-B36F-76E67529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508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0" i="0">
                <a:solidFill>
                  <a:srgbClr val="667B61"/>
                </a:solidFill>
              </a:defRPr>
            </a:pPr>
            <a:r>
              <a:rPr sz="4350" b="0" i="0">
                <a:solidFill>
                  <a:srgbClr val="667B61"/>
                </a:solidFill>
              </a:rPr>
              <a:t>WEDDING</a:t>
            </a:r>
          </a:p>
        </p:txBody>
      </p:sp>
      <p:sp>
        <p:nvSpPr>
          <p:cNvPr id="7" name="text-PLANNER">
            <a:extLst xmlns:a="http://schemas.openxmlformats.org/drawingml/2006/main">
              <a:ext uri="{FF2B5EF4-FFF2-40B4-BE49-F238E27FC236}">
                <a16:creationId xmlns:a16="http://schemas.microsoft.com/office/drawing/2014/main" id="{38AC67ED-EC78-48AF-831F-09D0592B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76725"/>
            <a:ext cx="508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0" i="0">
                <a:solidFill>
                  <a:srgbClr val="667B61"/>
                </a:solidFill>
              </a:defRPr>
            </a:pPr>
            <a:r>
              <a:rPr sz="4350" b="0" i="0">
                <a:solidFill>
                  <a:srgbClr val="667B61"/>
                </a:solidFill>
              </a:rPr>
              <a:t>PLANNER</a:t>
            </a:r>
          </a:p>
        </p:txBody>
      </p:sp>
      <p:sp>
        <p:nvSpPr>
          <p:cNvPr id="8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23532B6-69F0-4619-8013-C5B0AC9A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95900"/>
            <a:ext cx="95250" cy="952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A beautiful guide for planni">
            <a:extLst xmlns:a="http://schemas.openxmlformats.org/drawingml/2006/main">
              <a:ext uri="{FF2B5EF4-FFF2-40B4-BE49-F238E27FC236}">
                <a16:creationId xmlns:a16="http://schemas.microsoft.com/office/drawing/2014/main" id="{5297131F-EED1-42E8-896D-5BAE9528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4133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667B61"/>
                </a:solidFill>
              </a:defRPr>
            </a:pPr>
            <a:r>
              <a:rPr sz="1725" b="0" i="1">
                <a:solidFill>
                  <a:srgbClr val="667B61"/>
                </a:solidFill>
              </a:rPr>
              <a:t>A beautiful guide for planning your best day</a:t>
            </a:r>
          </a:p>
        </p:txBody>
      </p:sp>
      <p:sp>
        <p:nvSpPr>
          <p:cNvPr id="10" name="text-Created with love for the br">
            <a:extLst xmlns:a="http://schemas.openxmlformats.org/drawingml/2006/main">
              <a:ext uri="{FF2B5EF4-FFF2-40B4-BE49-F238E27FC236}">
                <a16:creationId xmlns:a16="http://schemas.microsoft.com/office/drawing/2014/main" id="{566554C4-629C-4E22-B80F-7DD85A84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7105650"/>
            <a:ext cx="4038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67B61"/>
                </a:solidFill>
              </a:defRPr>
            </a:pPr>
            <a:r>
              <a:rPr sz="1275" b="0" i="0">
                <a:solidFill>
                  <a:srgbClr val="667B61"/>
                </a:solidFill>
              </a:rPr>
              <a:t>Created with love for the bride-to-be</a:t>
            </a:r>
          </a:p>
        </p:txBody>
      </p:sp>
    </p:spTree>
    <p:extLst>
      <p:ext uri="{BB962C8B-B14F-4D97-AF65-F5344CB8AC3E}">
        <p14:creationId xmlns:p14="http://schemas.microsoft.com/office/powerpoint/2010/main" val="20716567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9d18778f747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DB8CBE6-6B2E-4A27-B94E-50C8CAC5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3EDC0C3-944B-4B7F-A696-F32F9896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 i="1">
                <a:solidFill>
                  <a:srgbClr val="52654E"/>
                </a:solidFill>
              </a:defRPr>
            </a:pPr>
            <a:r>
              <a:rPr sz="2025" b="0" i="1">
                <a:solidFill>
                  <a:srgbClr val="52654E"/>
                </a:solidFill>
              </a:rPr>
              <a:t>Welcome to Your Wedding Planner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6F05D8D-DE71-49B7-90E9-1B012980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FAECAE-806A-45D5-939E-F7C6E21D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 of 100</a:t>
            </a:r>
          </a:p>
        </p:txBody>
      </p:sp>
      <p:sp>
        <p:nvSpPr>
          <p:cNvPr id="6" name="text-BRIDE">
            <a:extLst xmlns:a="http://schemas.openxmlformats.org/drawingml/2006/main">
              <a:ext uri="{FF2B5EF4-FFF2-40B4-BE49-F238E27FC236}">
                <a16:creationId xmlns:a16="http://schemas.microsoft.com/office/drawing/2014/main" id="{169D0DA4-4116-4516-ACC7-CE8D120F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BRIDE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8193D7-CAFB-42DE-A001-B56097EC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907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PARTNER">
            <a:extLst xmlns:a="http://schemas.openxmlformats.org/drawingml/2006/main">
              <a:ext uri="{FF2B5EF4-FFF2-40B4-BE49-F238E27FC236}">
                <a16:creationId xmlns:a16="http://schemas.microsoft.com/office/drawing/2014/main" id="{5850B399-47EE-4933-B360-5557A11E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479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PARTNER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3126BD-60BE-46BB-B11B-83A8827A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860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WEDDING DATE">
            <a:extLst xmlns:a="http://schemas.openxmlformats.org/drawingml/2006/main">
              <a:ext uri="{FF2B5EF4-FFF2-40B4-BE49-F238E27FC236}">
                <a16:creationId xmlns:a16="http://schemas.microsoft.com/office/drawing/2014/main" id="{E9759550-602F-41EF-8132-BD7273B9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DATE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7D0BF6-E1CB-412D-A4B3-5E83C94A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813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CEREMONY VENUE">
            <a:extLst xmlns:a="http://schemas.openxmlformats.org/drawingml/2006/main">
              <a:ext uri="{FF2B5EF4-FFF2-40B4-BE49-F238E27FC236}">
                <a16:creationId xmlns:a16="http://schemas.microsoft.com/office/drawing/2014/main" id="{B256CC7E-A473-4D81-A0CE-16382856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385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 VENUE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BA204B-EDB6-4E93-8B80-3D0148B7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6766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RECEPTION VENUE">
            <a:extLst xmlns:a="http://schemas.openxmlformats.org/drawingml/2006/main">
              <a:ext uri="{FF2B5EF4-FFF2-40B4-BE49-F238E27FC236}">
                <a16:creationId xmlns:a16="http://schemas.microsoft.com/office/drawing/2014/main" id="{28AE7167-DC15-4412-B44F-2C3F6197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338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 VENUE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BB8828E-AA79-4B4D-A3D9-41F3C06E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719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WEDDING THEME">
            <a:extLst xmlns:a="http://schemas.openxmlformats.org/drawingml/2006/main">
              <a:ext uri="{FF2B5EF4-FFF2-40B4-BE49-F238E27FC236}">
                <a16:creationId xmlns:a16="http://schemas.microsoft.com/office/drawing/2014/main" id="{76CEC35C-979E-4789-93A3-C2810005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291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THEME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79748C-3DD3-4BC5-A9CC-4E248FB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6672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PLANNER BELONGS TO">
            <a:extLst xmlns:a="http://schemas.openxmlformats.org/drawingml/2006/main">
              <a:ext uri="{FF2B5EF4-FFF2-40B4-BE49-F238E27FC236}">
                <a16:creationId xmlns:a16="http://schemas.microsoft.com/office/drawing/2014/main" id="{8ADB55DE-18A0-46DA-8559-B0CF88DB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244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PLANNER BELONGS TO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BB4E4B-5775-47A5-AB8E-AC6F81B5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625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PHONE / EMAIL">
            <a:extLst xmlns:a="http://schemas.openxmlformats.org/drawingml/2006/main">
              <a:ext uri="{FF2B5EF4-FFF2-40B4-BE49-F238E27FC236}">
                <a16:creationId xmlns:a16="http://schemas.microsoft.com/office/drawing/2014/main" id="{A5226400-D0C3-4564-AF0B-86A81547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197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PHONE / EMAIL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A25410-1360-4191-BEB1-997DBE33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6578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EMERGENCY CONTACT">
            <a:extLst xmlns:a="http://schemas.openxmlformats.org/drawingml/2006/main">
              <a:ext uri="{FF2B5EF4-FFF2-40B4-BE49-F238E27FC236}">
                <a16:creationId xmlns:a16="http://schemas.microsoft.com/office/drawing/2014/main" id="{FA8A6E15-5827-40BE-8274-47351C63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1502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EMERGENCY CONTACT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DC2FA38-5938-4632-B74B-6E0E0133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6153150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556721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05e1968da42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247B5C4-AEFF-4CEE-ABD9-A9E1D192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C9C77FB-9040-491B-B921-5CF34EE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How to Use This Planner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6A237C9-DD69-42F5-8320-BB625E68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C8FBA9-0898-4522-9A88-9A650DC8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 of 100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55880E5F-8DAB-4073-99CF-FE9800D4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Start with your vision">
            <a:extLst xmlns:a="http://schemas.openxmlformats.org/drawingml/2006/main">
              <a:ext uri="{FF2B5EF4-FFF2-40B4-BE49-F238E27FC236}">
                <a16:creationId xmlns:a16="http://schemas.microsoft.com/office/drawing/2014/main" id="{19A998EE-D1E5-4C32-AB98-3BBD9B20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Start with your vision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D5F557-0F8A-44D2-ADB2-DDB1E67E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AF757297-C724-4E2C-B4A8-F32C40F8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Set a realistic budget">
            <a:extLst xmlns:a="http://schemas.openxmlformats.org/drawingml/2006/main">
              <a:ext uri="{FF2B5EF4-FFF2-40B4-BE49-F238E27FC236}">
                <a16:creationId xmlns:a16="http://schemas.microsoft.com/office/drawing/2014/main" id="{4F7C8FAB-C7AD-452A-9213-DD2649E8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Set a realistic budget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F6C8F4-850F-4AFD-82AE-80074FA6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A0EFEBC5-66B3-4307-A5D4-7653934F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Build the guest list">
            <a:extLst xmlns:a="http://schemas.openxmlformats.org/drawingml/2006/main">
              <a:ext uri="{FF2B5EF4-FFF2-40B4-BE49-F238E27FC236}">
                <a16:creationId xmlns:a16="http://schemas.microsoft.com/office/drawing/2014/main" id="{71D399A0-B721-436E-A3BD-4FA5805F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Build the guest list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76DB711-23C1-44F1-A97F-F6C6DA8F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A4F70F5A-42B1-468A-B736-89F22B85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Book priority vendors">
            <a:extLst xmlns:a="http://schemas.openxmlformats.org/drawingml/2006/main">
              <a:ext uri="{FF2B5EF4-FFF2-40B4-BE49-F238E27FC236}">
                <a16:creationId xmlns:a16="http://schemas.microsoft.com/office/drawing/2014/main" id="{2F229797-336E-46E5-AE78-5391F5C7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priority vendors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A453EE-CE18-4D26-8751-1B1B00E6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E0344BCB-5325-4D8A-BBFB-E656793A4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Work month by month">
            <a:extLst xmlns:a="http://schemas.openxmlformats.org/drawingml/2006/main">
              <a:ext uri="{FF2B5EF4-FFF2-40B4-BE49-F238E27FC236}">
                <a16:creationId xmlns:a16="http://schemas.microsoft.com/office/drawing/2014/main" id="{2901AF00-084E-4A8C-8504-94A7CFD4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Work month by month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BD8223-D68D-4B3A-8712-12430699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6A2247EE-0A13-461A-8B39-887C2441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Track every payment">
            <a:extLst xmlns:a="http://schemas.openxmlformats.org/drawingml/2006/main">
              <a:ext uri="{FF2B5EF4-FFF2-40B4-BE49-F238E27FC236}">
                <a16:creationId xmlns:a16="http://schemas.microsoft.com/office/drawing/2014/main" id="{BCB5459A-6B60-4887-8D36-A8544931A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Track every payment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E3B80E-95DA-4679-843C-B00F9511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493147D2-68CD-4517-80B8-2021F08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Review the final-week pages">
            <a:extLst xmlns:a="http://schemas.openxmlformats.org/drawingml/2006/main">
              <a:ext uri="{FF2B5EF4-FFF2-40B4-BE49-F238E27FC236}">
                <a16:creationId xmlns:a16="http://schemas.microsoft.com/office/drawing/2014/main" id="{F90B94B1-3ED8-4291-BA93-366A1F7D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Review the final-week pages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2480FA-09B8-4E2E-9D70-8A91F5CE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DD865C7A-5E4B-4262-8E0E-16513C4F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Keep this planner close">
            <a:extLst xmlns:a="http://schemas.openxmlformats.org/drawingml/2006/main">
              <a:ext uri="{FF2B5EF4-FFF2-40B4-BE49-F238E27FC236}">
                <a16:creationId xmlns:a16="http://schemas.microsoft.com/office/drawing/2014/main" id="{0389E2A1-097A-4020-BEAA-1B6C70F4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Keep this planner close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16B623-F557-4147-AB55-09CE3DBC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51743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1cd894a1f417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B268A93-C32C-4ED1-93D1-480BD13E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346C208-A80D-45CA-86C3-BC3F0D5A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The Big Picture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30DBC07-6BC5-4A6E-B987-18831F13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0DB41C-458E-4E08-958B-0084C01E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 of 100</a:t>
            </a:r>
          </a:p>
        </p:txBody>
      </p:sp>
      <p:sp>
        <p:nvSpPr>
          <p:cNvPr id="6" name="text-HOW WE WANT THE DAY TO FEEL">
            <a:extLst xmlns:a="http://schemas.openxmlformats.org/drawingml/2006/main">
              <a:ext uri="{FF2B5EF4-FFF2-40B4-BE49-F238E27FC236}">
                <a16:creationId xmlns:a16="http://schemas.microsoft.com/office/drawing/2014/main" id="{89D9DBF4-BA07-465E-9A4E-F79B1D0D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HOW WE WANT THE DAY TO FEEL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8B6345-5D42-4808-A5AF-82F83084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122F6F-2EA5-4694-ADDE-80CBB863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WHAT MATTERS MOST TO US">
            <a:extLst xmlns:a="http://schemas.openxmlformats.org/drawingml/2006/main">
              <a:ext uri="{FF2B5EF4-FFF2-40B4-BE49-F238E27FC236}">
                <a16:creationId xmlns:a16="http://schemas.microsoft.com/office/drawing/2014/main" id="{98759ABA-AE42-4A4F-BBA7-4F30FFC5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WHAT MATTERS MOST TO US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F509A7-B43A-4BC3-A617-BDAAC5F7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6F19DF-5BEA-4FB9-9430-292B033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OUR NON-NEGOTIABLES">
            <a:extLst xmlns:a="http://schemas.openxmlformats.org/drawingml/2006/main">
              <a:ext uri="{FF2B5EF4-FFF2-40B4-BE49-F238E27FC236}">
                <a16:creationId xmlns:a16="http://schemas.microsoft.com/office/drawing/2014/main" id="{F28A9598-CA81-4E03-BD9B-E3F48ECB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OUR NON-NEGOTIABLES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DB76E0-03D4-4624-8049-E2CCCC97B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645B6C-28FF-4408-B684-EC840373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WHAT WE WANT GUESTS TO REMEM">
            <a:extLst xmlns:a="http://schemas.openxmlformats.org/drawingml/2006/main">
              <a:ext uri="{FF2B5EF4-FFF2-40B4-BE49-F238E27FC236}">
                <a16:creationId xmlns:a16="http://schemas.microsoft.com/office/drawing/2014/main" id="{A6242505-3714-44EB-8D8C-8B00860F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WHAT WE WANT GUESTS TO REMEMBER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3BD9EF-829C-49A1-B31A-0EE75B7D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20B895-FF58-4B3C-A99E-CC91BD9C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OUR DEFINITION OF A PERFECT ">
            <a:extLst xmlns:a="http://schemas.openxmlformats.org/drawingml/2006/main">
              <a:ext uri="{FF2B5EF4-FFF2-40B4-BE49-F238E27FC236}">
                <a16:creationId xmlns:a16="http://schemas.microsoft.com/office/drawing/2014/main" id="{EDEBB4F2-E6A4-4EEA-B53A-987D754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OUR DEFINITION OF A PERFECT CELEBRATION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2B99D5-DD21-4BEA-8672-93B94B8EB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EB4CD4-8490-450C-8D28-E94159B1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343340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56da990ae481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CDA01EA-5D3B-4A81-8610-8059CC25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BAA98ED-1446-4293-971E-469E27C3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Priorities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9CFD2C3-BF51-4418-9C1D-EE6015FF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EF877A-9144-47CE-BE29-AADB032B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 of 100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3FD9790C-5640-4293-BB3C-E79AAD5D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Venue and atmosphere">
            <a:extLst xmlns:a="http://schemas.openxmlformats.org/drawingml/2006/main">
              <a:ext uri="{FF2B5EF4-FFF2-40B4-BE49-F238E27FC236}">
                <a16:creationId xmlns:a16="http://schemas.microsoft.com/office/drawing/2014/main" id="{3558A460-9A69-46B9-8D0C-E630AA5A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Venue and atmosphere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46275E-7789-4E62-B55C-8243C67F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F61C911E-64A7-4EF4-8E5D-B65F39AA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Guest experience">
            <a:extLst xmlns:a="http://schemas.openxmlformats.org/drawingml/2006/main">
              <a:ext uri="{FF2B5EF4-FFF2-40B4-BE49-F238E27FC236}">
                <a16:creationId xmlns:a16="http://schemas.microsoft.com/office/drawing/2014/main" id="{D9BFB539-A630-49EA-AEE1-7B028B0F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experience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587D77-101F-4C33-B2E9-2ED842A6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39FA2F57-4277-4FCC-9EA9-AE01C5A8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Food and drink">
            <a:extLst xmlns:a="http://schemas.openxmlformats.org/drawingml/2006/main">
              <a:ext uri="{FF2B5EF4-FFF2-40B4-BE49-F238E27FC236}">
                <a16:creationId xmlns:a16="http://schemas.microsoft.com/office/drawing/2014/main" id="{62C37BAE-F0DF-483B-8A37-E4F93F4C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Food and drink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485ADB-399C-4265-91B9-32E0620AD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7C27CE42-52EC-4A57-9EC3-33835031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Photography and memories">
            <a:extLst xmlns:a="http://schemas.openxmlformats.org/drawingml/2006/main">
              <a:ext uri="{FF2B5EF4-FFF2-40B4-BE49-F238E27FC236}">
                <a16:creationId xmlns:a16="http://schemas.microsoft.com/office/drawing/2014/main" id="{306D0ECC-9B1F-4776-96CE-3387A319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Photography and memories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14BC07-AA5F-4F01-A949-2B512D0C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8C4A5123-5A6C-4980-B592-C81184B6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Music and entertainment">
            <a:extLst xmlns:a="http://schemas.openxmlformats.org/drawingml/2006/main">
              <a:ext uri="{FF2B5EF4-FFF2-40B4-BE49-F238E27FC236}">
                <a16:creationId xmlns:a16="http://schemas.microsoft.com/office/drawing/2014/main" id="{ED6D85BD-7D0A-4258-9DDA-35D78AE2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Music and entertainment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618E90-1E29-4C83-985C-B3DA850E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46EAFF4F-2D14-400C-866D-7FD3FEF6C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Fashion and beauty">
            <a:extLst xmlns:a="http://schemas.openxmlformats.org/drawingml/2006/main">
              <a:ext uri="{FF2B5EF4-FFF2-40B4-BE49-F238E27FC236}">
                <a16:creationId xmlns:a16="http://schemas.microsoft.com/office/drawing/2014/main" id="{0F23D0ED-C5D8-4C51-B02C-8843FE9C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Fashion and beauty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C3F195-533E-44A9-ABF9-D436209C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0EF2064D-1E70-4B4B-9361-8A89E9EE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Flowers and décor">
            <a:extLst xmlns:a="http://schemas.openxmlformats.org/drawingml/2006/main">
              <a:ext uri="{FF2B5EF4-FFF2-40B4-BE49-F238E27FC236}">
                <a16:creationId xmlns:a16="http://schemas.microsoft.com/office/drawing/2014/main" id="{3975D799-4A71-4A24-8BCC-A535ABEA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Flowers and décor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86FD49-5022-4068-BCA8-6A3C3EC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3F3AE12B-A313-4981-9A7A-57095530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Traditions and meaning">
            <a:extLst xmlns:a="http://schemas.openxmlformats.org/drawingml/2006/main">
              <a:ext uri="{FF2B5EF4-FFF2-40B4-BE49-F238E27FC236}">
                <a16:creationId xmlns:a16="http://schemas.microsoft.com/office/drawing/2014/main" id="{EA7F0278-7317-454F-BFCB-B6B3A48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Traditions and meaning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B4E529-2D9A-4951-A81C-11C380CE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9EA1E0B1-6118-4CC4-AF1D-9C1CFE43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Comfort and accessibility">
            <a:extLst xmlns:a="http://schemas.openxmlformats.org/drawingml/2006/main">
              <a:ext uri="{FF2B5EF4-FFF2-40B4-BE49-F238E27FC236}">
                <a16:creationId xmlns:a16="http://schemas.microsoft.com/office/drawing/2014/main" id="{84AB1F97-0624-447E-8864-1B9BA9A4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Comfort and accessibility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D68D37-786B-4AC1-B075-51F33D6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32ADF170-E69F-438A-8621-59EE2C52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Budget discipline">
            <a:extLst xmlns:a="http://schemas.openxmlformats.org/drawingml/2006/main">
              <a:ext uri="{FF2B5EF4-FFF2-40B4-BE49-F238E27FC236}">
                <a16:creationId xmlns:a16="http://schemas.microsoft.com/office/drawing/2014/main" id="{24EC63F2-2D39-45FE-84D5-7CFC9FCF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Budget discipline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343623-17D7-4432-8EE3-987969B4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05276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a893f27c445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B48B6BF-AC84-4715-904B-6E299532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9E3DA13-E1E5-4EF6-B2AF-13992722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Vision &amp; Mood Board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0BC3A1D-B557-4A5F-8A94-A13E6286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VISION &amp; INSPIRATION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88DF75A-78AA-4699-BBC6-B2BBDBC3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48E935-8205-4656-B23A-7E4BF267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 of 100</a:t>
            </a:r>
          </a:p>
        </p:txBody>
      </p:sp>
      <p:sp>
        <p:nvSpPr>
          <p:cNvPr id="7" name="text-THEME">
            <a:extLst xmlns:a="http://schemas.openxmlformats.org/drawingml/2006/main">
              <a:ext uri="{FF2B5EF4-FFF2-40B4-BE49-F238E27FC236}">
                <a16:creationId xmlns:a16="http://schemas.microsoft.com/office/drawing/2014/main" id="{8DC41FC9-B937-4D70-AD7A-90FB4418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573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THEME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46EC6E-42DC-4831-8B7D-5E675AE0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28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WEDDING STYLE">
            <a:extLst xmlns:a="http://schemas.openxmlformats.org/drawingml/2006/main">
              <a:ext uri="{FF2B5EF4-FFF2-40B4-BE49-F238E27FC236}">
                <a16:creationId xmlns:a16="http://schemas.microsoft.com/office/drawing/2014/main" id="{8BC1DEA9-5803-44ED-8442-1401BFA9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STYLE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DAB0B6-F735-4DF2-91E2-8ED00B9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479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VENUE FEELING">
            <a:extLst xmlns:a="http://schemas.openxmlformats.org/drawingml/2006/main">
              <a:ext uri="{FF2B5EF4-FFF2-40B4-BE49-F238E27FC236}">
                <a16:creationId xmlns:a16="http://schemas.microsoft.com/office/drawing/2014/main" id="{6272E643-2324-4381-B50E-8CA15A4C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9562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VENUE FEELING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1A5175-35AE-49B4-B961-9E112DFBD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67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MUST-HAVE MOMENTS">
            <a:extLst xmlns:a="http://schemas.openxmlformats.org/drawingml/2006/main">
              <a:ext uri="{FF2B5EF4-FFF2-40B4-BE49-F238E27FC236}">
                <a16:creationId xmlns:a16="http://schemas.microsoft.com/office/drawing/2014/main" id="{4990BB20-DA28-4FD6-80C9-8FFC009D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MUST-HAVE MOMENTS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30DD9F9-6284-45D0-914B-5FB8AC5D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862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FLORAL DIRECTION">
            <a:extLst xmlns:a="http://schemas.openxmlformats.org/drawingml/2006/main">
              <a:ext uri="{FF2B5EF4-FFF2-40B4-BE49-F238E27FC236}">
                <a16:creationId xmlns:a16="http://schemas.microsoft.com/office/drawing/2014/main" id="{4C4CCF1B-08B2-4A25-BB0F-A682032A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333875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FLORAL DIRECTION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EF3939-FF44-4D0D-A04C-B106298C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FASHION">
            <a:extLst xmlns:a="http://schemas.openxmlformats.org/drawingml/2006/main">
              <a:ext uri="{FF2B5EF4-FFF2-40B4-BE49-F238E27FC236}">
                <a16:creationId xmlns:a16="http://schemas.microsoft.com/office/drawing/2014/main" id="{E9523C70-AF56-46D6-BB6D-6AC6FE38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FASHION</a:t>
            </a:r>
          </a:p>
        </p:txBody>
      </p:sp>
      <p:sp>
        <p:nvSpPr>
          <p:cNvPr id="1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DF18F87-DACC-4B0A-A45A-054BA99E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9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1CCFB8DE-CB35-46A3-9E28-2B728798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FLOWERS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6587DED-04C7-404D-B7BE-06841E15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1" name="text-DÉCOR">
            <a:extLst xmlns:a="http://schemas.openxmlformats.org/drawingml/2006/main">
              <a:ext uri="{FF2B5EF4-FFF2-40B4-BE49-F238E27FC236}">
                <a16:creationId xmlns:a16="http://schemas.microsoft.com/office/drawing/2014/main" id="{7FCB1C04-BBFA-4584-8C9A-F90323F8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DÉCOR</a:t>
            </a:r>
          </a:p>
        </p:txBody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88575F2-13FE-43D2-BFBF-553505FE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3" name="text-CAKE">
            <a:extLst xmlns:a="http://schemas.openxmlformats.org/drawingml/2006/main">
              <a:ext uri="{FF2B5EF4-FFF2-40B4-BE49-F238E27FC236}">
                <a16:creationId xmlns:a16="http://schemas.microsoft.com/office/drawing/2014/main" id="{A60D42CE-8327-4F97-B86E-0EB5CC62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3054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2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F8A6746-7C75-4C4D-96EE-19BA2C7A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5619750"/>
            <a:ext cx="1381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5" name="text-COLOR PALETTE">
            <a:extLst xmlns:a="http://schemas.openxmlformats.org/drawingml/2006/main">
              <a:ext uri="{FF2B5EF4-FFF2-40B4-BE49-F238E27FC236}">
                <a16:creationId xmlns:a16="http://schemas.microsoft.com/office/drawing/2014/main" id="{FAF53212-20D1-4755-811A-3D81E396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286750"/>
            <a:ext cx="222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COLOR PALETTE</a:t>
            </a:r>
          </a:p>
        </p:txBody>
      </p:sp>
      <p:sp>
        <p:nvSpPr>
          <p:cNvPr id="26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522D326A-842E-4605-BC33-0CB092708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7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F9EEB6F2-9031-4A4D-AE0A-08CAB16C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8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04C4D62D-2ADD-4760-A217-C7E09826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9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E0DAEE3E-5D33-46B3-9718-ABC312B4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0" name="color-swatch">
            <a:extLst xmlns:a="http://schemas.openxmlformats.org/drawingml/2006/main">
              <a:ext uri="{FF2B5EF4-FFF2-40B4-BE49-F238E27FC236}">
                <a16:creationId xmlns:a16="http://schemas.microsoft.com/office/drawing/2014/main" id="{0796C2B5-AA22-4E73-AFC4-02E3E958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8715375"/>
            <a:ext cx="476250" cy="4762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504809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b49ed680948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2C77BC2-C46C-4112-BE9B-25329005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1DAE75D-C3C7-485A-8C43-112032F4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Vision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C92C228-FB10-4F90-97E2-2724F878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IDEAS, DREAMS AND INSPIRATION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7F9B39F-A56F-4881-B92B-5B1A603A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D06C1E-D3EF-4E0F-99F6-0C141B51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 of 100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E301C2-A9D1-4630-BF21-B947E8E4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2D6272-9331-43BA-A083-6F6341DD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9101A2-F5B1-4F55-B663-23C43B33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69A5AE-9053-430D-886D-10E99EB0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ACED79-DEC0-4D64-BA06-6274BCCE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19DA2C2-5AA2-4851-9E36-897B5BD9F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4F82AC-5C3B-4182-BE72-F12BB7A0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1BC993-6D0A-49E4-81BF-0FA1C5A3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D923C7-CE11-40B2-923E-112BE799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01DFC9-5C07-4BC8-AB09-980A867E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1B8ACF-4665-4E7F-9AD9-BACDBE5F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F7C5A7-0832-4B7A-AF53-3266329A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ABDD36-C24F-415F-8ED5-A3965668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9C7836-FC29-4DF4-92C2-3E372814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43FDA9-3292-4C3A-9DF7-562AE02D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48B365-CE98-4FB4-8091-442B423E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30BDDA-741E-4036-B074-05ED6906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39DB5D-AF08-4F73-94FC-ED01EF2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D26622-9F60-4ABE-A4E9-507A8700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CED2A64-A4A5-4EC7-8C2C-A2132D38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0C9705F-3A2A-45F8-936A-8FBE7F35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134FD6-EDAC-4545-8721-717A4030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B5080F-BD5F-4C19-8962-F435F442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31156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8051675f845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99BBB29-BFCE-43C7-82D8-354E7AE4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0D8C4F5-AA4A-4132-AE6B-969EF88F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Color Palette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8389479-5522-4344-B97F-D01AC2F4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A PALETTE THAT FEELS LIKE YOU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199A476-CC05-457B-A760-90F9D091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A36FC1F-1CF7-4E3C-902D-D9FBC6D4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 of 100</a:t>
            </a:r>
          </a:p>
        </p:txBody>
      </p:sp>
      <p:sp>
        <p:nvSpPr>
          <p:cNvPr id="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0F061FD3-CB61-445B-98D9-042E4750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8" name="text-COLOR 1">
            <a:extLst xmlns:a="http://schemas.openxmlformats.org/drawingml/2006/main">
              <a:ext uri="{FF2B5EF4-FFF2-40B4-BE49-F238E27FC236}">
                <a16:creationId xmlns:a16="http://schemas.microsoft.com/office/drawing/2014/main" id="{D7C9342A-A92C-42CE-BDCF-E6DB8881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1</a:t>
            </a:r>
          </a:p>
        </p:txBody>
      </p:sp>
      <p:sp>
        <p:nvSpPr>
          <p:cNvPr id="9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8A92D0EB-C619-453A-8DA7-75587F71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0" name="text-COLOR 2">
            <a:extLst xmlns:a="http://schemas.openxmlformats.org/drawingml/2006/main">
              <a:ext uri="{FF2B5EF4-FFF2-40B4-BE49-F238E27FC236}">
                <a16:creationId xmlns:a16="http://schemas.microsoft.com/office/drawing/2014/main" id="{48185B86-0B46-424B-967E-B3FEA3B3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2</a:t>
            </a:r>
          </a:p>
        </p:txBody>
      </p:sp>
      <p:sp>
        <p:nvSpPr>
          <p:cNvPr id="11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8B90DFBB-CCED-46AD-B645-8E49D91D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2" name="text-COLOR 3">
            <a:extLst xmlns:a="http://schemas.openxmlformats.org/drawingml/2006/main">
              <a:ext uri="{FF2B5EF4-FFF2-40B4-BE49-F238E27FC236}">
                <a16:creationId xmlns:a16="http://schemas.microsoft.com/office/drawing/2014/main" id="{F443B71E-CE95-4208-8A58-29F7353E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3</a:t>
            </a:r>
          </a:p>
        </p:txBody>
      </p:sp>
      <p:sp>
        <p:nvSpPr>
          <p:cNvPr id="13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C30157F3-2CBA-4853-90DE-53C59474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4" name="text-COLOR 4">
            <a:extLst xmlns:a="http://schemas.openxmlformats.org/drawingml/2006/main">
              <a:ext uri="{FF2B5EF4-FFF2-40B4-BE49-F238E27FC236}">
                <a16:creationId xmlns:a16="http://schemas.microsoft.com/office/drawing/2014/main" id="{C809BF99-DE9D-436F-BCAF-67457482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4</a:t>
            </a:r>
          </a:p>
        </p:txBody>
      </p:sp>
      <p:sp>
        <p:nvSpPr>
          <p:cNvPr id="1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848BBC08-48A4-481C-A7AC-72BB95EF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38375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6" name="text-COLOR 5">
            <a:extLst xmlns:a="http://schemas.openxmlformats.org/drawingml/2006/main">
              <a:ext uri="{FF2B5EF4-FFF2-40B4-BE49-F238E27FC236}">
                <a16:creationId xmlns:a16="http://schemas.microsoft.com/office/drawing/2014/main" id="{8B049ABE-6C47-40E1-AB56-1CADB0C1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990850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5</a:t>
            </a:r>
          </a:p>
        </p:txBody>
      </p:sp>
      <p:sp>
        <p:nvSpPr>
          <p:cNvPr id="17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F020EDAA-33E6-40DC-B9F0-4BC4C94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18" name="text-COLOR 6">
            <a:extLst xmlns:a="http://schemas.openxmlformats.org/drawingml/2006/main">
              <a:ext uri="{FF2B5EF4-FFF2-40B4-BE49-F238E27FC236}">
                <a16:creationId xmlns:a16="http://schemas.microsoft.com/office/drawing/2014/main" id="{119DFAF2-96BB-4482-B322-98D18A8D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6</a:t>
            </a:r>
          </a:p>
        </p:txBody>
      </p:sp>
      <p:sp>
        <p:nvSpPr>
          <p:cNvPr id="19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87F8F453-A41F-47BF-B14F-FD8A5E2C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0" name="text-COLOR 7">
            <a:extLst xmlns:a="http://schemas.openxmlformats.org/drawingml/2006/main">
              <a:ext uri="{FF2B5EF4-FFF2-40B4-BE49-F238E27FC236}">
                <a16:creationId xmlns:a16="http://schemas.microsoft.com/office/drawing/2014/main" id="{3B3916F1-C8E2-4E5B-8934-97FC8AF2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7</a:t>
            </a:r>
          </a:p>
        </p:txBody>
      </p:sp>
      <p:sp>
        <p:nvSpPr>
          <p:cNvPr id="21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A043F7EE-3851-44CF-94C8-88CC8728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2" name="text-COLOR 8">
            <a:extLst xmlns:a="http://schemas.openxmlformats.org/drawingml/2006/main">
              <a:ext uri="{FF2B5EF4-FFF2-40B4-BE49-F238E27FC236}">
                <a16:creationId xmlns:a16="http://schemas.microsoft.com/office/drawing/2014/main" id="{7CF6573B-7773-452B-9A91-37590F4D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8</a:t>
            </a:r>
          </a:p>
        </p:txBody>
      </p:sp>
      <p:sp>
        <p:nvSpPr>
          <p:cNvPr id="23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B0DE6E9C-AA2C-4CED-82CD-C1B33B62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4" name="text-COLOR 9">
            <a:extLst xmlns:a="http://schemas.openxmlformats.org/drawingml/2006/main">
              <a:ext uri="{FF2B5EF4-FFF2-40B4-BE49-F238E27FC236}">
                <a16:creationId xmlns:a16="http://schemas.microsoft.com/office/drawing/2014/main" id="{94D8567B-CF73-4DE7-92DA-41D78FC0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9</a:t>
            </a:r>
          </a:p>
        </p:txBody>
      </p:sp>
      <p:sp>
        <p:nvSpPr>
          <p:cNvPr id="25" name="editable-color-swatch">
            <a:extLst xmlns:a="http://schemas.openxmlformats.org/drawingml/2006/main">
              <a:ext uri="{FF2B5EF4-FFF2-40B4-BE49-F238E27FC236}">
                <a16:creationId xmlns:a16="http://schemas.microsoft.com/office/drawing/2014/main" id="{B8ECA820-9DA0-4CD4-8720-1F6B55A7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29000"/>
            <a:ext cx="685800" cy="6858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26" name="text-COLOR 10">
            <a:extLst xmlns:a="http://schemas.openxmlformats.org/drawingml/2006/main">
              <a:ext uri="{FF2B5EF4-FFF2-40B4-BE49-F238E27FC236}">
                <a16:creationId xmlns:a16="http://schemas.microsoft.com/office/drawing/2014/main" id="{B3BE8646-FDBF-45A5-B518-D60CFAA1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181475"/>
            <a:ext cx="838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COLOR 10</a:t>
            </a:r>
          </a:p>
        </p:txBody>
      </p:sp>
      <p:sp>
        <p:nvSpPr>
          <p:cNvPr id="27" name="text-COLOR NOTES">
            <a:extLst xmlns:a="http://schemas.openxmlformats.org/drawingml/2006/main">
              <a:ext uri="{FF2B5EF4-FFF2-40B4-BE49-F238E27FC236}">
                <a16:creationId xmlns:a16="http://schemas.microsoft.com/office/drawing/2014/main" id="{62B2273B-742B-4B45-B185-116227CA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953000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COLOR NOTES</a:t>
            </a:r>
          </a:p>
        </p:txBody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F47042-BD38-4DD3-A077-961E4F79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76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4629FC-E86E-4BE8-A25C-BD3975CA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3544B1-67AA-4FB8-8462-A5D0020E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67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0EB6A16-D181-4DF9-B342-E8032735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62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B920F2-CE89-42A0-9FDB-03C6FB57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579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1B24F2-5D40-4868-B3EF-EE0FAFAF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5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623F4B-58E6-4996-BDCE-B480DD4C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485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751283-88E9-459D-877B-489D0DF0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438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66924C-3234-4B78-95E9-E008AE9F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390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AA4D03-4E41-4A7A-879C-7D9691AB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34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BB5AD0-95A6-4DDA-9F35-2E1FC1F7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29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566A45-D562-4C8F-A810-58765109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24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F016DB-E01E-4D01-95D5-C8D5CED9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20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40BFAB-975F-4175-973D-EC04E94E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15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486387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af0cab06048f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F65F8B32-915F-47C5-85DE-2DD3BC9A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B8FF640-A8D6-4F05-A9B1-CBC92B9E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Style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0CB5314-60A5-42DA-A0A1-AFA386966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898ECB-C722-449D-B77E-5E43C41F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 of 100</a:t>
            </a:r>
          </a:p>
        </p:txBody>
      </p:sp>
      <p:sp>
        <p:nvSpPr>
          <p:cNvPr id="6" name="text-STYLE WORDS">
            <a:extLst xmlns:a="http://schemas.openxmlformats.org/drawingml/2006/main">
              <a:ext uri="{FF2B5EF4-FFF2-40B4-BE49-F238E27FC236}">
                <a16:creationId xmlns:a16="http://schemas.microsoft.com/office/drawing/2014/main" id="{961E491B-13C6-4626-8FAA-2E4FD086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STYLE WORDS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A4A365-6D28-40FB-BAC6-E64F5E9D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966C9C-5251-4436-AE4C-38298870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SEASON AND SETTING">
            <a:extLst xmlns:a="http://schemas.openxmlformats.org/drawingml/2006/main">
              <a:ext uri="{FF2B5EF4-FFF2-40B4-BE49-F238E27FC236}">
                <a16:creationId xmlns:a16="http://schemas.microsoft.com/office/drawing/2014/main" id="{E4DF3874-3867-44A9-8136-26D3D721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SEASON AND SETTING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D7B6C84-BE4B-4351-86CD-CDA53181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37AC51-ECC9-4091-AE28-988C1272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DRESS CODE">
            <a:extLst xmlns:a="http://schemas.openxmlformats.org/drawingml/2006/main">
              <a:ext uri="{FF2B5EF4-FFF2-40B4-BE49-F238E27FC236}">
                <a16:creationId xmlns:a16="http://schemas.microsoft.com/office/drawing/2014/main" id="{C41054CB-C933-4F4C-90E4-99BC1727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DRESS CODE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C6FA9D-7924-4367-BA49-E6CBEB0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1DC7E8-929B-46E6-9029-11497814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MATERIALS AND TEXTURES">
            <a:extLst xmlns:a="http://schemas.openxmlformats.org/drawingml/2006/main">
              <a:ext uri="{FF2B5EF4-FFF2-40B4-BE49-F238E27FC236}">
                <a16:creationId xmlns:a16="http://schemas.microsoft.com/office/drawing/2014/main" id="{6E708B86-BD75-49B8-8884-65B88D3C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MATERIALS AND TEXTURES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08AC75-2B1C-4153-92AC-A3BE04D8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D9E310-8E8B-45F4-A38A-0A6750A7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SIGNATURE DETAILS">
            <a:extLst xmlns:a="http://schemas.openxmlformats.org/drawingml/2006/main">
              <a:ext uri="{FF2B5EF4-FFF2-40B4-BE49-F238E27FC236}">
                <a16:creationId xmlns:a16="http://schemas.microsoft.com/office/drawing/2014/main" id="{92E773A5-09E7-432B-93AC-30F08869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SIGNATURE DETAILS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25A4C6-5B10-479E-B375-FC8FC7BC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81FE5CB-0D99-43A4-845D-4C95A23F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2339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6df6f66fa415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66B684F-63EE-47A9-B1C2-C466F0A5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BA9797B-8E0C-40C7-8F58-074BBCC1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Inspiration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6C0BB7B-9555-4D5D-80C2-FC3DCF9E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COLLECT THE IDEAS THAT FEEL RIGHT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F33C3D7-45D9-4C9E-8FBF-FCA81A4B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7ECDAAD-438D-4519-9214-8A8F3549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10 of 100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3AA7D5-F138-45D7-B233-21A41300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003700-E075-400E-8364-C7CE14F2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5B9335-29A2-4921-B935-5CD698EB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6722B0-4ABD-428B-A9EE-60E97076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640465-733E-4FDE-B1CB-8130A311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37EE28-8F70-42CA-BB58-BAC83946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2E9A06-198C-457C-AE07-AA76EE301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C8506D-E7A5-4E9F-9181-FD6A5D9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426ABE-ABA1-45D4-9F86-CB00F04B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A6DD75-D768-4CFA-BB4D-D6C86463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6C4A07-7FFE-4DAC-B894-C7FABDA2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DDC651-E4A7-4CA4-8701-DEF36680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58AF30-F93C-41F4-9A10-4C360906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34D1B3-6C53-4D09-9F26-91A5AABA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24E550-D6ED-4280-8AA1-0FC5DEC4D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E3D39B-E991-44B4-9948-166A06A0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C8EF04-8C66-4A19-8B23-1CC7A55E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0A68AF-C2B2-4782-AD9F-FBFCB9AB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2C2865-6E71-4092-A2A5-6FB1AB1F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536C3C-C1DA-4669-B321-9B949BB2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DD265B-F8D2-4E5E-A4AD-FD2A92A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D68C0A-90E1-4490-B66D-9E02235F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821AFD-DF8F-487A-85FA-1C5993FE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16727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40bafaab749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F4D8F40-93A7-4D92-A0E3-D9A79E0B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99FB650-FC1F-4DF7-9A1C-BEDE096A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Budget Overview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92B5DF1-ED0A-47C3-9D1C-770314C06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SEE THE WHOLE CELEBRATION AT A GLANCE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A9846A3-9FF5-4C16-A04E-F3FEC2CC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2952A71-A397-4DF0-84DC-BEC10256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11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00B201FC-CC79-49A5-B77C-0C5BA1D7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649124C-B077-4C07-B0D3-0B53ADFA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349020FF-7113-48B5-A422-D491F791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2EDDDF53-E45E-4043-A99A-15E0326E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96996E20-DA03-494E-A820-DAFD4814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8CD7DA4C-89D2-44FA-9487-3CB106F2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23B47B3C-D5AC-4329-9143-22E3E45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C23C330B-B8F1-4C59-AFD6-9900382A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E65D50CB-DD51-4366-ABD4-E1F0EE90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ADC2F3CC-B91C-40E5-AC6E-4BCD35D72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BACEFCD0-AC85-44AD-8CFD-2D0D766C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FB8CD019-DAFD-411B-857E-7B988BA2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D2E3DF50-9710-4903-90BA-DC1071CF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9005AE8E-9F5C-4978-8DE4-8937C5B39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9F9EA583-4F94-4822-844E-7D099F78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6257B254-5D6A-4A0D-A47E-6AC8672D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DF3E9191-C4AE-4500-A796-CB2FBF9E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D48D53B6-C0C2-4023-B1D8-71A943E6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F9FA198B-253F-4B68-B697-A6163B6B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AD1872C0-FD76-405C-A36D-1CF206C51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6E848DA9-717F-45DF-927B-515C9CD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CATEGORY">
            <a:extLst xmlns:a="http://schemas.openxmlformats.org/drawingml/2006/main">
              <a:ext uri="{FF2B5EF4-FFF2-40B4-BE49-F238E27FC236}">
                <a16:creationId xmlns:a16="http://schemas.microsoft.com/office/drawing/2014/main" id="{E77C4940-DC14-477B-A787-A359434B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29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BC3C6BD0-0068-4828-96F1-0F69CCFC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30" name="text-ACTUAL">
            <a:extLst xmlns:a="http://schemas.openxmlformats.org/drawingml/2006/main">
              <a:ext uri="{FF2B5EF4-FFF2-40B4-BE49-F238E27FC236}">
                <a16:creationId xmlns:a16="http://schemas.microsoft.com/office/drawing/2014/main" id="{6B5826EF-D9C5-41C1-A595-63DE59C5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31" name="text-PAID">
            <a:extLst xmlns:a="http://schemas.openxmlformats.org/drawingml/2006/main">
              <a:ext uri="{FF2B5EF4-FFF2-40B4-BE49-F238E27FC236}">
                <a16:creationId xmlns:a16="http://schemas.microsoft.com/office/drawing/2014/main" id="{440D633E-0B0F-4AED-A45B-3652D949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32" name="text-Venue">
            <a:extLst xmlns:a="http://schemas.openxmlformats.org/drawingml/2006/main">
              <a:ext uri="{FF2B5EF4-FFF2-40B4-BE49-F238E27FC236}">
                <a16:creationId xmlns:a16="http://schemas.microsoft.com/office/drawing/2014/main" id="{C564981E-9CD2-4D9E-A020-81130D3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33" name="text-Catering">
            <a:extLst xmlns:a="http://schemas.openxmlformats.org/drawingml/2006/main">
              <a:ext uri="{FF2B5EF4-FFF2-40B4-BE49-F238E27FC236}">
                <a16:creationId xmlns:a16="http://schemas.microsoft.com/office/drawing/2014/main" id="{987B0A7F-6DAD-4EBC-AA6F-0A0006C8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Catering</a:t>
            </a:r>
          </a:p>
        </p:txBody>
      </p:sp>
      <p:sp>
        <p:nvSpPr>
          <p:cNvPr id="34" name="text-Attire">
            <a:extLst xmlns:a="http://schemas.openxmlformats.org/drawingml/2006/main">
              <a:ext uri="{FF2B5EF4-FFF2-40B4-BE49-F238E27FC236}">
                <a16:creationId xmlns:a16="http://schemas.microsoft.com/office/drawing/2014/main" id="{407AFC00-D248-43FC-B031-E3D5D61E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Attire</a:t>
            </a:r>
          </a:p>
        </p:txBody>
      </p:sp>
      <p:sp>
        <p:nvSpPr>
          <p:cNvPr id="35" name="text-Photography">
            <a:extLst xmlns:a="http://schemas.openxmlformats.org/drawingml/2006/main">
              <a:ext uri="{FF2B5EF4-FFF2-40B4-BE49-F238E27FC236}">
                <a16:creationId xmlns:a16="http://schemas.microsoft.com/office/drawing/2014/main" id="{90DD790B-69EF-40AE-BD48-D8CB94BC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Photography</a:t>
            </a:r>
          </a:p>
        </p:txBody>
      </p:sp>
      <p:sp>
        <p:nvSpPr>
          <p:cNvPr id="36" name="text-Videography">
            <a:extLst xmlns:a="http://schemas.openxmlformats.org/drawingml/2006/main">
              <a:ext uri="{FF2B5EF4-FFF2-40B4-BE49-F238E27FC236}">
                <a16:creationId xmlns:a16="http://schemas.microsoft.com/office/drawing/2014/main" id="{ABA0DE0D-7134-49C1-9174-6ABDA4D9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Videography</a:t>
            </a:r>
          </a:p>
        </p:txBody>
      </p:sp>
      <p:sp>
        <p:nvSpPr>
          <p:cNvPr id="37" name="text-Flowers">
            <a:extLst xmlns:a="http://schemas.openxmlformats.org/drawingml/2006/main">
              <a:ext uri="{FF2B5EF4-FFF2-40B4-BE49-F238E27FC236}">
                <a16:creationId xmlns:a16="http://schemas.microsoft.com/office/drawing/2014/main" id="{406C6F47-F86D-4DB7-BFCF-0C2942F4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Flowers</a:t>
            </a:r>
          </a:p>
        </p:txBody>
      </p:sp>
      <p:sp>
        <p:nvSpPr>
          <p:cNvPr id="38" name="text-Décor">
            <a:extLst xmlns:a="http://schemas.openxmlformats.org/drawingml/2006/main">
              <a:ext uri="{FF2B5EF4-FFF2-40B4-BE49-F238E27FC236}">
                <a16:creationId xmlns:a16="http://schemas.microsoft.com/office/drawing/2014/main" id="{B1EAC5D0-099C-447C-96D1-2676DFA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Décor</a:t>
            </a:r>
          </a:p>
        </p:txBody>
      </p:sp>
      <p:sp>
        <p:nvSpPr>
          <p:cNvPr id="39" name="text-Music">
            <a:extLst xmlns:a="http://schemas.openxmlformats.org/drawingml/2006/main">
              <a:ext uri="{FF2B5EF4-FFF2-40B4-BE49-F238E27FC236}">
                <a16:creationId xmlns:a16="http://schemas.microsoft.com/office/drawing/2014/main" id="{67C8DFCD-8EFB-476C-9672-1CF451FD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Music</a:t>
            </a:r>
          </a:p>
        </p:txBody>
      </p:sp>
      <p:sp>
        <p:nvSpPr>
          <p:cNvPr id="40" name="text-Cake">
            <a:extLst xmlns:a="http://schemas.openxmlformats.org/drawingml/2006/main">
              <a:ext uri="{FF2B5EF4-FFF2-40B4-BE49-F238E27FC236}">
                <a16:creationId xmlns:a16="http://schemas.microsoft.com/office/drawing/2014/main" id="{F9E46A56-0A12-471C-A904-C6E5B12E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41" name="text-Stationery">
            <a:extLst xmlns:a="http://schemas.openxmlformats.org/drawingml/2006/main">
              <a:ext uri="{FF2B5EF4-FFF2-40B4-BE49-F238E27FC236}">
                <a16:creationId xmlns:a16="http://schemas.microsoft.com/office/drawing/2014/main" id="{01D1A7AC-F336-4C69-ADEA-9057306C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Stationery</a:t>
            </a:r>
          </a:p>
        </p:txBody>
      </p:sp>
      <p:sp>
        <p:nvSpPr>
          <p:cNvPr id="42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6898706C-8EEE-4DBE-90E9-3A3513B4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43" name="text-Beauty">
            <a:extLst xmlns:a="http://schemas.openxmlformats.org/drawingml/2006/main">
              <a:ext uri="{FF2B5EF4-FFF2-40B4-BE49-F238E27FC236}">
                <a16:creationId xmlns:a16="http://schemas.microsoft.com/office/drawing/2014/main" id="{9CE7D8E2-FE51-49F4-89E7-69538235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Beauty</a:t>
            </a:r>
          </a:p>
        </p:txBody>
      </p:sp>
      <p:sp>
        <p:nvSpPr>
          <p:cNvPr id="44" name="text-Gifts">
            <a:extLst xmlns:a="http://schemas.openxmlformats.org/drawingml/2006/main">
              <a:ext uri="{FF2B5EF4-FFF2-40B4-BE49-F238E27FC236}">
                <a16:creationId xmlns:a16="http://schemas.microsoft.com/office/drawing/2014/main" id="{3AAA1092-8790-49BA-B2D5-72D136C33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864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Gifts</a:t>
            </a:r>
          </a:p>
        </p:txBody>
      </p:sp>
      <p:sp>
        <p:nvSpPr>
          <p:cNvPr id="45" name="text-Accommodation">
            <a:extLst xmlns:a="http://schemas.openxmlformats.org/drawingml/2006/main">
              <a:ext uri="{FF2B5EF4-FFF2-40B4-BE49-F238E27FC236}">
                <a16:creationId xmlns:a16="http://schemas.microsoft.com/office/drawing/2014/main" id="{C64552E2-E24F-4D25-BA0D-F7C0D062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008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Accommodation</a:t>
            </a:r>
          </a:p>
        </p:txBody>
      </p:sp>
      <p:sp>
        <p:nvSpPr>
          <p:cNvPr id="46" name="text-Miscellaneous">
            <a:extLst xmlns:a="http://schemas.openxmlformats.org/drawingml/2006/main">
              <a:ext uri="{FF2B5EF4-FFF2-40B4-BE49-F238E27FC236}">
                <a16:creationId xmlns:a16="http://schemas.microsoft.com/office/drawing/2014/main" id="{B81B45B4-11EC-4B9D-AA96-810C0893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Miscellaneous</a:t>
            </a:r>
          </a:p>
        </p:txBody>
      </p:sp>
      <p:sp>
        <p:nvSpPr>
          <p:cNvPr id="47" name="text-Total">
            <a:extLst xmlns:a="http://schemas.openxmlformats.org/drawingml/2006/main">
              <a:ext uri="{FF2B5EF4-FFF2-40B4-BE49-F238E27FC236}">
                <a16:creationId xmlns:a16="http://schemas.microsoft.com/office/drawing/2014/main" id="{675983F4-61D4-4C94-A9C8-A7659BFC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294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</p:spTree>
    <p:extLst>
      <p:ext uri="{BB962C8B-B14F-4D97-AF65-F5344CB8AC3E}">
        <p14:creationId xmlns:p14="http://schemas.microsoft.com/office/powerpoint/2010/main" val="2866897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7a652e86649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C6A8CA1-6704-4743-8541-6E7640FE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A217912-8CF9-4862-9E0A-AAD82511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Category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333E416-6115-4B7C-B3DF-B0B35941B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9A48AD4-BF69-4B86-9CD0-8D7F6EA9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60B606-0173-43CD-983C-0599CB91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12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247AA10D-9A03-49DD-AB6A-623565E1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7B42599-AAA9-4739-84F4-40C358000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E5D1F14-0F7B-44C7-A2C3-EFEBE365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24E53D5-1801-4B93-AFF4-FBF3E42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B6E1AEF2-43C5-4F27-87B6-E17A1C6B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040B2D72-40A5-41EA-A8F8-B7C9DA8A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39145B27-F041-46D9-A69A-7757A883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B9F7EC6A-3DE2-42C4-9A8C-1D3A633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AE5B13EC-3D83-4DFC-A71B-55F5825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30151DE7-36EC-4DA0-BB23-CB41267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3A46CFEB-32C5-46EA-A20E-1CADEF85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715F8C04-FDFB-41BF-8436-8956DE0E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B1EBE6BE-E92F-453D-A2CC-690FF540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07C741A1-3333-499E-A449-61B1D8F1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77C00FED-4B27-4C06-AD96-0B029757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53DBBA09-4B65-463E-9973-00C403A1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459287F-2111-4CC5-82B6-904220D6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FAA6F571-4E53-4588-B01E-719B3CF0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777EB8CD-390E-4218-8532-61AA48F5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1BD0350A-8C42-42E1-99FD-D40A43A6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02E6EE26-D207-4F02-96F2-5C7C0286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3C7E86CA-ED4A-48CC-BF36-5625EB61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864FE7DA-ECAE-4222-AC22-713B749B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D2FC8875-E76A-43D8-AFC2-735FC4F1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B82CE61C-6BA4-46AE-BEFD-49FBB12A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AF06C5C8-4074-4D19-BE1E-16A6FB9D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6D97CB24-E818-4F6C-B4CD-23F8748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5992DFDC-7FBA-48BE-B912-17367671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F55A3F5F-DCAD-4CE7-85A1-5335791B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E8C49400-3572-4CEE-AD93-078D90D9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890E0AB8-660E-47EB-A2CC-85C4104F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D5428357-8876-409D-A231-ACE35AE9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53E1DFE5-4477-4D78-A36A-186028B5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FE55F9C4-E1AE-48F4-BC7D-4AA1398D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292E931-1A89-43CD-A78C-22ADB155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5F7BB0-8340-4B15-BB62-CF55A314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B01D7D-A1C1-4ACE-9C77-BF33CAED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484AF9-6D14-447A-9162-E7B3C22A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282EAF-42E7-4B1F-991D-4CA348E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9EE64C-611C-4E1A-BCAC-EBADA0D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281F1D-A5E8-4BC4-A4F8-60E498CF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E2128C-FD61-4837-BB28-3877C821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838620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1ade93c3f44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6E00145-6777-4C88-8737-DAE3BA77D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A05BB4F-9EC0-4905-A961-59B2DA65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Payment Calendar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6937778-B5BE-4D6B-BDD4-40E3CB9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EVERY PAYMENT VISIBLE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11AFD93-D557-4B55-A5CE-0C6B8B4E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70F24D-5107-4E39-B0BD-A81199D9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13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D0E65435-E12E-46E1-A589-59F36BE9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C756A74-E90F-48B5-99D1-EBE6B09D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97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70520322-7B2E-4AFF-85B9-1AC75B87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884B313E-3435-474A-BC15-B5F2CE10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C74107B2-9BE7-4D37-84E0-48894A48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51C53D3D-D73C-45C8-9E9D-E80B5EAC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8148D2EE-BD5C-4D5F-B32F-172881E0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9C835485-4B11-43B1-AA0F-F1D151C2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2B928382-37B0-42FB-A17F-E650F777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68254B76-C641-4153-B109-14E68050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C2CD1FE6-CF74-42F4-81CA-8805FC5B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A1196905-DD3A-47AB-B38F-F92AA3AC8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4B170EFE-1C29-4907-B9DD-3161E708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7D54C69E-8EBE-4390-A025-95668CD5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64CBD679-38B1-4B9D-8894-C161BCAD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DC8FD2AC-16C8-4339-AD21-D61CA227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8ABB0D7A-87DA-4676-A3AD-CD891DB2C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5FBDF2C9-48E7-4C0B-81A8-23C58278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92FD579A-E8FA-4336-8B55-6AC8AB80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79B8C637-33FB-4D98-B53B-D762B276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57079921-DD63-4978-A685-902F8757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07DFF736-07C5-4D2E-B960-9AC781B97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534B875E-3693-4556-A0C2-14169B45B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4764FDFB-A40F-4A7A-B5F6-A7CB9988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VENDOR">
            <a:extLst xmlns:a="http://schemas.openxmlformats.org/drawingml/2006/main">
              <a:ext uri="{FF2B5EF4-FFF2-40B4-BE49-F238E27FC236}">
                <a16:creationId xmlns:a16="http://schemas.microsoft.com/office/drawing/2014/main" id="{6BFFAF37-CB0B-40D9-9797-E59D7BB4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32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C49FF17A-EAF3-475B-BC74-7024A31F2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33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3BBCB5B2-F83A-4F94-88CE-00FBF5E0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BALANCE</a:t>
            </a:r>
          </a:p>
        </p:txBody>
      </p:sp>
      <p:sp>
        <p:nvSpPr>
          <p:cNvPr id="34" name="text-DUE DATE">
            <a:extLst xmlns:a="http://schemas.openxmlformats.org/drawingml/2006/main">
              <a:ext uri="{FF2B5EF4-FFF2-40B4-BE49-F238E27FC236}">
                <a16:creationId xmlns:a16="http://schemas.microsoft.com/office/drawing/2014/main" id="{3897265F-6B78-4B56-89C1-CB4AD19A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DUE DATE</a:t>
            </a:r>
          </a:p>
        </p:txBody>
      </p:sp>
      <p:sp>
        <p:nvSpPr>
          <p:cNvPr id="35" name="text-STATUS">
            <a:extLst xmlns:a="http://schemas.openxmlformats.org/drawingml/2006/main">
              <a:ext uri="{FF2B5EF4-FFF2-40B4-BE49-F238E27FC236}">
                <a16:creationId xmlns:a16="http://schemas.microsoft.com/office/drawing/2014/main" id="{0C0B30B1-62B7-4D27-81C5-3A83D64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C70EE3D-7341-4370-AFCB-4874D57A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0C93A594-51CC-4B57-BADF-5ACA062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752986F8-F538-4A37-A18C-72B1E349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976D1E25-F16F-40CA-918F-100297FD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432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00D0D87-E391-4F4C-9E46-62940A27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D02248EC-3B05-4A8B-82D2-E69B4C69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C2250CE5-42D8-4FBD-B1A8-FE3EA162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F3C631EA-C8EE-430E-B7A8-49A8A2BC4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8C145411-2B86-485B-8FF0-E551D2B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5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9C03D463-182D-4E50-9D49-FBA501F21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292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722C82CE-CF1C-4D1E-B9FE-7ED29079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435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704FD03B-D2E9-43D4-A6DD-308BBFAE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578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AF2600F-1F75-4192-8254-856396E6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722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187EC12E-52E9-4739-BA73-872F530E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86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9659878B-03B3-464A-AB57-8720652AA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8008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034E7D6-549C-47F3-9142-DB125F37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1151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CCBF84D7-4845-4F8C-BD09-E551871C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4295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87C7CDE-B070-4703-A010-2355856D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7438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56611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51ad882fd46a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6495011-5DDC-48E2-A60F-409B6812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5EF7B2D-BD45-4618-AFA4-63D1E4F2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Savings Plan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71A488F-1B40-4127-BAB1-4FB0A0DF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28B611F-8676-41F1-85F3-DA3FD587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14 of 100</a:t>
            </a:r>
          </a:p>
        </p:txBody>
      </p:sp>
      <p:sp>
        <p:nvSpPr>
          <p:cNvPr id="6" name="text-SAVINGS GOAL">
            <a:extLst xmlns:a="http://schemas.openxmlformats.org/drawingml/2006/main">
              <a:ext uri="{FF2B5EF4-FFF2-40B4-BE49-F238E27FC236}">
                <a16:creationId xmlns:a16="http://schemas.microsoft.com/office/drawing/2014/main" id="{3045CF75-EECF-4406-93F3-C346C780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SAVINGS GOAL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C4648A-97B8-4BA9-86FB-D828DCEE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716C1A-9C5D-4D7F-BEFB-92264E28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CURRENT SAVINGS">
            <a:extLst xmlns:a="http://schemas.openxmlformats.org/drawingml/2006/main">
              <a:ext uri="{FF2B5EF4-FFF2-40B4-BE49-F238E27FC236}">
                <a16:creationId xmlns:a16="http://schemas.microsoft.com/office/drawing/2014/main" id="{AD7267D4-A306-475F-89C7-6942933A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CURRENT SAVINGS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BF7A9A-0C7D-4619-B447-A3E518153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17A387-1233-4642-BE72-D3C98BBC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MONTHLY CONTRIBUTION">
            <a:extLst xmlns:a="http://schemas.openxmlformats.org/drawingml/2006/main">
              <a:ext uri="{FF2B5EF4-FFF2-40B4-BE49-F238E27FC236}">
                <a16:creationId xmlns:a16="http://schemas.microsoft.com/office/drawing/2014/main" id="{BA5FFC4C-05EC-4B4C-958E-F22FF5871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CONTRIBUTION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D640A4-A42F-42F1-8B1E-66292E71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51A37E-77A0-4D7F-9DF7-75FED497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EXTRA INCOME IDEAS">
            <a:extLst xmlns:a="http://schemas.openxmlformats.org/drawingml/2006/main">
              <a:ext uri="{FF2B5EF4-FFF2-40B4-BE49-F238E27FC236}">
                <a16:creationId xmlns:a16="http://schemas.microsoft.com/office/drawing/2014/main" id="{3B280517-58A5-4282-8D34-C802A372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EXTRA INCOME IDEAS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67B77D-2893-467B-B642-24AD6C2A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09E1C8-78F7-4337-B4EB-B0649973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CONTINGENCY FUND">
            <a:extLst xmlns:a="http://schemas.openxmlformats.org/drawingml/2006/main">
              <a:ext uri="{FF2B5EF4-FFF2-40B4-BE49-F238E27FC236}">
                <a16:creationId xmlns:a16="http://schemas.microsoft.com/office/drawing/2014/main" id="{4C047397-8D80-4182-B953-F783DD37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CONTINGENCY FUND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6F53F0-23DB-4FED-87B7-96709E69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568FEF-86EE-49A0-8D6C-6DD1928F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FINAL TARGET DATE">
            <a:extLst xmlns:a="http://schemas.openxmlformats.org/drawingml/2006/main">
              <a:ext uri="{FF2B5EF4-FFF2-40B4-BE49-F238E27FC236}">
                <a16:creationId xmlns:a16="http://schemas.microsoft.com/office/drawing/2014/main" id="{543B152B-D0F2-4ECF-8E1F-5124DE94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FINAL TARGET DATE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408764-D382-4B78-8997-9CF2DBA2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67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8D5D6C-3EFF-4ED7-ADFF-26EF6017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1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992682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e10f8422d4d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0303DDF-4779-463B-93C9-80BB8C9C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91DDAB1-189D-4C4C-B6E9-60427AFC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Venue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8402107-09C1-43DD-8F6A-9390AE69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1ECF050-E9D2-4611-9243-84F3BCC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EDB074-B725-49CC-87C6-D057E8C55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15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26B977F8-1380-48A6-9D31-A9093209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7064F95-3B68-44DB-92FB-D36E49FA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57F50FD1-D533-4BD5-BB8C-22E62BF4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949F9904-4D15-4BE5-8260-BC49A3E7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C4D241FB-79B4-490D-BA0B-3028BDE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8FB74708-C2F8-4DF0-BFA2-7D350FF8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00BBE5D5-29BE-437A-9BBE-6FC1C04F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4A235B57-A5C6-4EA9-8009-033FC5E1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6976042C-718E-4C1A-89E2-5439EA95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DE38C5D7-2813-491E-ACA3-1623DF9A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3DE3B0A-0953-4E03-BC53-7DBDD529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3C258D38-4B9F-401C-9527-A6C9A725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1476A889-2005-45B7-964F-27D1ABB0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FB1089C2-4A4B-48B5-8AA7-5A05A7B0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D933EA5A-8E15-4849-952B-CAEF9E45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4EBACDEB-2AB0-40E2-A55B-12D9AEDA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04A77987-F260-4487-9BDE-7E43E4148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983C3EEC-246B-4CC1-881C-316E86A3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7AC46AC7-B1C2-4D3B-8496-F808DCB6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CD7AA7A2-DC70-4466-B4AB-0E7D1934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F4959549-7E1A-42C6-AAE3-24C8F6D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D9BDD326-FA32-40E3-9D32-7A4130AF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F4BBE058-438D-4B8F-97E5-E081DED1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56421D55-E7F0-4B1C-907D-B34BE6CF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4270609B-3088-4EF8-91E5-BF790B6C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73A48AE9-D826-4C64-860C-4C631686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4C842A75-85C2-46C2-AABD-361CD795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22834D1C-78F8-4DA8-B272-D467683B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9778E3FD-D1DC-4699-AFB9-7B2DF4E5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ACA87AB9-17DF-43D0-90F8-86AD440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399FC40D-687F-40F5-87C8-D0DFA060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834295DD-FEF2-49CF-8E46-FAE0FAA9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D9AFEAB1-9361-4E1D-9155-3FB69F75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2DC48AFD-CE59-4B24-9C01-980DF028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0813ECD-861D-4A3B-956B-1BD673A9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15AEA0-B91F-48F2-AF22-17687005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3C5E2A-F649-4F85-9F93-7459C5E3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0FB9B6-9375-44B0-870B-1218D682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22D948-1543-4CE8-AF11-326B5573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11C39C1-DD6B-4F9A-879A-013A7B5D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3BE5BC-28AB-4A7D-A037-ABAC80E9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31EE3D-D4A6-4C27-938D-292BF754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295650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29a78d5084c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0978BDF-3436-4964-97E7-66CF2C6D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1C2BE63-E030-49AA-880C-753B1079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Catering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ADE5FE-1902-48BC-9AA1-78B6C0E4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739466B-13CB-4D5F-9FB7-189027B9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9D6B49-63AF-4D26-A8A5-9DC04A2B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16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36387040-EB13-4B45-A397-354D04F3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D7FA9DF-E7B4-4B53-82F6-06F9648F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A394A6D0-9BD3-4959-A66F-39299D07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7215C71-4973-42C2-A991-573343754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F0EB349C-B39F-44E1-B4CB-7BC82D9A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B2A6F3AD-6BE1-4F85-9217-31D788DB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A18E2561-231A-44E2-9629-612DAFED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634A301B-2072-45EF-B670-4B76A52AB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82C45BDC-394D-4921-8BA5-8E28E3F8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ED1087E-47CE-4773-A279-A83C11A9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72198303-7F5F-424D-BD08-EF353BE7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55B6920E-91A1-4937-A5B6-D42548420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DE31DAF-05FC-4AA2-A7FA-857AA61F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4C632AA5-2150-4B55-8B00-11C4E482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093446E-650C-4F81-B556-EB15D2BE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7E7A4C67-E3F3-43F8-A8BB-804240D8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8FF862C8-CD46-44B5-A4E7-10C9218B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AEED27C3-2029-45EC-9171-9171C69F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E0A73FEB-0B17-46D0-AE4E-EB787328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C0A0D68D-17FD-4E10-A325-3E7C3C10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EE46142B-B407-4509-80C3-4D83238D5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FE72AAC6-66E0-43CE-BF75-E5EC3B78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98DF448F-48A3-45D1-BBF5-1DADA957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10D5B1BD-ED54-41D5-82C9-113473D2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62554033-E6A2-4790-95F9-76AFC644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A43EE513-5CCB-4AB8-957A-E436795D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72703C06-D9A8-454C-9D9B-2F7C2CE1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C9840C03-5DD4-468F-A6E9-48094E73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6370CB76-A024-4970-A47E-84344B23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B719DEED-D233-4313-885A-9FF35936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A7D5592D-E378-4F10-9C3E-A6F0FF94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33C7BBA7-E52C-492A-92E7-CEB7EEE6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DFC8176C-FED9-4D76-9591-8C40456D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14514F7B-96CD-48EE-85BB-FB5A76BF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2B3DC30-1337-4FB4-A480-112865B0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1F7B65-9CB5-4367-85AF-192E4A18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F7AAFF-FC4A-4EC4-B581-1FE9EEB6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C2A0CA-794F-4965-9318-431C3630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450847-C6FA-4D06-846A-EBD2097C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81C115D-B9E7-4F19-95FE-DC373EE0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D07A46-4EFA-439D-BEFD-698C907E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C0B9F4-85AA-4B2B-8747-54796AEC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78198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f94f6acb14d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FF6A71D-EE99-49F5-AFBB-1F51B8C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51956FA-1E8B-4880-AF98-0628DE45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Attire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1B5243D-E78F-49BE-8A43-CF104D15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A4A190F-997D-4B5C-8D2E-852683B83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3EA2AD-7C61-46EE-81B0-B1E4C90A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17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3961329-5189-4793-97AF-C0AB3C7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C88BC79-6687-48F5-9699-44ABFB4C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FE323FE4-20CA-4634-BD0D-B34FC8E2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2CC4E9A9-5D39-45D3-AA2D-87648837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FE7CABAC-9EDE-4AA7-9619-5065BB83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A9F98045-C9E6-43D1-8BD0-527A28A7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937C0CB2-1266-4C4F-90ED-0E586DAF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3E037472-5947-487E-9382-5A503E43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E5E90B1A-24D8-4B74-86BA-E766399E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2D7AFDB2-1230-4EEB-B8F5-37792CFB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850DF87-382C-4EF9-82D3-84ABA212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0C3F47C8-9A9F-4261-A14B-C423EF9F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265E257D-9A70-49F0-A778-DE82FE73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1895C0CD-8AFA-40AC-AA3A-92897353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2DC27A5D-8506-4087-80E0-00007E8F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E8A5F6F1-7AB3-47F7-9CB8-E4EC0243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67806473-ADBD-4178-BD19-754CF906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F10EDD58-3659-4908-BA92-6D9E1B5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A6203AB4-CEDD-447E-A348-51283C8E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9C24FABB-DFAE-45E1-BB3C-063BF6D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8AED6688-5B2C-4E5F-8877-6B1C297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03A0A3DE-7C31-476F-AADA-6DF33C75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851539F5-0518-4474-B7E0-8AEA1657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0F754DA7-6AC0-43E4-9CA3-58EEDC8E5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AF496B43-CDD1-4DD0-91CE-2CD712C4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3B0E5615-9688-4FD5-9B6C-A1AAB70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C9413591-6D9F-43AC-9265-AF14F6CC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F5A6304B-199D-4F46-8D67-6E36FFD3B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A0511007-9D78-43DE-BBC1-682385E8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9CCA1CF1-560E-4C51-B2C2-3A3770D2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85558657-FAD9-4EC7-859F-DFF1C402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436C4562-D509-4923-A44E-533F1777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EA68A7D8-F355-4C09-9F97-6D8759D4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64D22437-8CBE-4269-9FF7-F6830C99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08E0CCC-A6D9-45EE-88D3-E3EF85B82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4EBD86-FAF2-4BA8-94A0-EA64072C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C826C2-F2C7-42B0-BD26-F14858ED6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5BE9CA-D54B-4E08-A715-7AEE5028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DD1E26-15F4-4D60-A2E5-E133EF5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7B83CC-FD99-431E-945A-2C641C59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64CBBE-E1D2-4C75-A286-93028B23A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0DF055-F53E-427F-AA7C-19902CA9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32158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4f10d1abfb4f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BFA21D2-D9EC-4B13-AFE1-11592127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BD92A06-2926-4D44-B322-85CAC2349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Flowers &amp; Décor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3D2B228-1843-4413-8E50-F56129E6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832121D-A368-42C0-83C2-6B2132FA3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3D42B9-435A-4EAA-8366-CFC29C28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18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4F17C3D-5094-4510-90FF-213E749E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FD7160A-9EE2-41E6-95CA-97E89C92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161D0C68-00FB-4A8C-A5BC-2625909A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5596360-4AA0-47E1-AF88-6F9BC4C8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B4B62103-DB59-43FB-A7F9-6BEB0244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46C4A0B1-A14A-460C-87D8-ED1868CB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1C9B2866-BC8C-4D01-8631-D1D14368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97404D71-4FE5-4FE5-B5E9-066BB1E2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B46F92CD-1B63-4418-A4EF-9CAAFFA9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5C759A7D-117C-4876-948D-F4EA09F2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42AEB880-062C-4D1C-8172-4878B86B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814E1C35-506E-49A9-ACD6-CB3EB19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B9530761-8C26-4050-8187-E3F10F3A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538EC206-4EEF-4E48-A089-67A88301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A43372E5-85B5-4A5A-AE4D-63868961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783BEC0E-1148-44B0-9E0D-7CCC0888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F17FB870-4905-4DC0-A49F-2436BC65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EC88BB15-99C8-4046-8B86-0878F97C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25C6D86B-56CC-407E-AA08-EE709F6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0E10ECE5-1010-476A-BAA6-A94A29DA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2B6BA5AF-C966-4C09-BE45-75EC3688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4F108CB7-707B-4AFF-B60D-416BF016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90BA7B41-B109-4CCA-B664-01D0F680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4DF8B992-52EC-4A6D-9C24-E217BF4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7D6F6B0A-F8A2-4E73-9107-5C355A7C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5A5FFB56-EB1C-44AE-A442-3435D3F2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E38A7ABC-F881-4D11-A066-7182295B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136045B9-1354-41FB-AAC1-F7D816E1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745100D9-8B3F-48E1-A485-4A1C876F0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94881CE8-C51D-4C65-BAC9-6E548A9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49E64418-3C78-4C4F-A96C-20AC62A7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C8AE0105-A419-4657-BC66-5F664FF4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129DC097-0776-4D40-BE55-C152BA10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E41D686F-74B5-4E7E-9EA8-85B3F48B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1FAC298-058E-4F9A-96AB-E019D495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B64D46D-7F87-4C98-8417-7768FA34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612372-E784-44D5-91FB-95F5830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AB9635-1228-4EA0-A259-7082F994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550C15-76F0-4A1F-9818-9F6C7883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93295CF-F36C-4A9A-9831-24AF3073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18E4EF-BF0E-473B-B523-EAA10CC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257EAB-F42F-4BFF-9B31-338A70B5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786356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9336f9a174f9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0DD2CD7-7E20-4E42-B366-8A804CF9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16D5F2A-1104-418C-B335-26D281C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Photography &amp; Video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3DCE360-54F4-4404-B1B3-5CC10947D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65B6CD4-E40E-4A2B-B06A-14C4B6F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5AF3A2-4627-420D-8B6D-9D5C8F24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19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C15AF43D-ACE1-4D36-A3C0-37495117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B0EB1F0-F4EC-4812-9648-79CA1F02F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5E05B73B-32D2-4A1D-96C3-92F6F8DD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AD7E95CC-6998-404A-A075-61BE361B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2C44F8B6-DA72-4277-B527-2A47129B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69F127B1-2FFB-4064-AB95-61704E55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EE2ADF9B-D689-442A-BA30-8EDDC939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76B1E4A0-C312-4CCA-B950-596A7906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A697A45D-7AE6-4802-8DA6-64FC4457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90599EFB-9BF7-4F61-9149-99B3DF32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723210C8-CF60-4B12-B620-7BF78640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6885113E-4510-4ABC-89C8-E75573299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0FE05667-4C6E-47A0-891D-68770962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32D836A2-5D13-4DB3-ADBE-11DFC9BC5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FC308ABB-51BB-4AA1-A940-738C14CD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E7FB8867-B44E-4C6A-98B1-C8B9643C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6D3B4094-0E52-409B-A4A0-B7603597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2AEC925A-952A-4591-8E77-85076697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7E988E18-1147-414A-948C-6892DEB3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FB92001D-E353-4E29-A09F-A22F3FAD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38650792-CB27-4197-A5F3-9FE706B8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656C1CE6-4650-4BF8-A7DE-E23969E4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BF54BC48-0558-491F-B27B-32969EA7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D808A263-E21F-4C88-87A9-FA273815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75819D49-2B92-480D-BE3B-7499E8F9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976DEDBE-B602-4C2B-8469-765F55CE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CE6D45BA-4BE8-4B32-8A9B-8453AE5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B317F0D9-C6FD-4CFA-8AD1-C60DC013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28C8BED4-5052-4ACD-9027-A24276C7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5CFA4EDC-0E19-4D7B-9168-204B8718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36079176-D6CA-4A67-8FED-32F0E9E8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BE869CAA-3B4F-4925-9D7D-0ED8B565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9003F85D-68C8-45AB-96DD-ADC7F0CF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1A0E13AF-B721-4412-8B03-14EEF3AA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D208F25-C487-4406-ACB4-3D0B923F0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63049E-4CE1-40A2-A378-09363DE6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2C3199-52B6-42E1-8FF4-87FE7A6D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396D7C-72DF-4356-80FC-28755AB0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F434B0-ABD4-4355-A5A7-1B13FA62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7C707F-B6D3-43A9-AB61-FA7296B6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4352D7-BD3D-40C3-B9AF-F8FDEEA9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3E9D2B-0E68-410C-AD52-E6EF9058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04816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4d7dd472d54d0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FAC1465-F15A-4288-8E55-F5A9F442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CCB4C42-25C9-495B-B9AD-DEF62D42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Entertainment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1158B127-9EDD-46EE-9AD9-55DA067B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7D9A291-45A5-4103-9B96-2DD0059B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D487CDD-1986-43F0-BD9A-CC0DD2D9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20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139C3A5-5AB3-4C44-81DF-26D1DC5A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77BCBAB-D467-4CBD-B95C-1A97D52F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2F26BDD6-6A47-4F19-86B8-EB2ACD59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DF66738-69AC-46B5-8906-6317A7B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95FC8844-361F-4A75-97BA-DF65463D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8A8D14D1-99F8-46D0-8FBA-6F123CA5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D2FAA268-55BD-47CE-B8A9-B6F8DEC1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ADE5CE8F-6308-4383-8CE7-56423AFB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A5DF6571-D5AA-45B9-A703-655AA6CC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6828F6BD-5B29-4E66-8AC8-73F9C003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69E733A4-0221-4909-BA61-1BE0581E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195762A6-CC81-48BE-811F-FF0A1FCB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6315CB4E-869C-469E-AA23-97C30114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82C90C94-BD7B-4CB0-91E8-983C5CCF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161A0728-6B03-4CA8-8F67-425161BA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77E0D2A5-0F27-41E7-A5F8-267301679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E757975-259D-4130-9EE7-928EC5EC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E46EA63A-1EAE-4651-AEF1-9CA11069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D216F08E-D766-486D-8C53-EBA2A855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3AD5B034-FA35-43AE-B315-7DAFBF5E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8F9A85B4-DF94-4183-ABDF-42C64F34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92E4E7DE-258C-40A6-A18D-D700B0CD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072EE9E8-BAAC-4984-A5D4-D3ADD251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05153F2D-7198-434A-BDA5-E3F42568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2DC41422-EA26-49A9-A8C0-72E3C161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882F8AAD-7811-4CB9-87A2-62A3B80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04DB2149-FBE3-478E-84EC-16722787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899B0D25-1E19-41E3-878B-B7ED61F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485EEA98-9D36-42C9-8FBA-A3A8F267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BE3CC881-8F0F-4A2D-8E90-6ADE91F6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398EFFFC-5DF6-4377-8700-1EE95FD7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85008AC1-989F-4D22-B258-BE5044AA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204DB0F0-3BCD-44D8-B527-41836793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380900C8-CCB2-4F6D-9D3A-EF594E29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87D7031-1B24-4ED6-9419-0DE1C824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EEA145-FD32-456D-99BA-4717EDB3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D129DA-B0AE-432F-AB55-CAA6BCF5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E71504-8383-456B-B48A-814C5B93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963035-7911-467D-85A2-E3CF0E5F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9469DD-B72E-4C58-882A-D25CC5CA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D4A3C8-4B0A-412B-90DA-0AEE307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A1467E-C5DE-420B-AE64-1B277D74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3943767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eb85c23124c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8EBF3D4-771F-4F94-8FC5-1A7EC5EE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2E09F81-4430-4544-87E3-1A35E954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Stationery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A67B1F6-597E-4769-8EF6-7EE64EBA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CADBCF8-4C4C-4BC1-8AD3-4739A902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D7F282-E644-496F-A5BD-D4BC27430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21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6B7AB899-4321-49B9-ADA5-2FEFB56F2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956A5ED-0F08-439D-B71B-D71FBF56B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9A9E4E5E-537C-4676-8A60-24B10BED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AFFD2DEE-B07B-4FEA-A683-BBED341F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A20F7F2C-F191-4B74-BB25-293B5737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04F06C6F-5740-485A-8746-925519A3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149A7AD2-B01D-4C96-9631-E2A869EC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D573A9A6-C1B3-49DD-A2C1-65C84C5C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1C2A4F68-04A3-4074-A94A-29BA8CDC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E458E50-A142-4E0F-837C-2465F4CE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FBC291AB-CAF9-469C-B383-ADF3F88AC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715B17D1-266B-4968-BAFF-ACA00D40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FCBB6EA4-793C-404D-BC8A-4A9FE9F3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D25ABF6B-250C-48B7-A0C2-17E177AE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E31991D3-5641-4E28-87AA-CC71D1F9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3BD02945-E5EA-4A12-88F9-00C85E26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79D1FF6F-EB1D-4B17-9392-38A4CE13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6D6249CD-22A0-4D73-B7E8-B33E9315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3C388F2B-C309-4519-A7A9-76D50DBAF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92F7DB5B-D1B3-48A3-91C0-BE097012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9A671431-5625-4191-8634-4F0AE4AA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5036C362-413B-48BC-8095-BF0B8E56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E80D4EF6-896A-4498-8415-E6A009F3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C190A30F-5FCC-4148-A0F4-57C3DBEC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83EEB019-3146-4B57-8621-5821C650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461E0528-41DA-4F69-B614-7C7FFE40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CECEA636-BDFD-4B8A-9A69-C42AAC03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D5EB5C70-11F5-4BE5-9533-94E48590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2739B91D-4696-4E52-B9A4-60332372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1E9CD4BA-C3DF-44AD-A67B-E8E3ACA8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55B89E08-AD37-4F02-8FBE-76D9C717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6C0DE02E-02F3-4B5D-8D1C-841D350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773DCF27-7DD2-4954-BC7B-56EE2E49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A7865386-EF74-4515-8E3C-5FC35853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2279A4E-4E38-4BA3-924B-07208256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4BA8BFE-761C-4F8F-B507-3E3A3543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10901E-2438-42DB-A32E-A225F670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61C10B-6136-4CA8-B0C1-20CCAA20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A7930D-7520-45CC-8258-09A70114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FDB4A8D-768D-4932-A9F5-6855606D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2159E6-6F6A-4A67-9118-A2799034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EF86D9-3DB2-4D8C-ABCC-E3D22E75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246470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0b5e62c2240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8831FA5-098D-443D-AAD1-A49B220B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EB01249-03B1-4E6B-8AA4-BA24248B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Transport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1ECA9B94-A10D-4AF3-BC80-0E782CB6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C9D082F-6C27-4C79-A872-A657CCD3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A84980-2514-4E14-98A9-4096153F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22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3DD53701-E562-41BC-8442-0DC03A08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E7093B6-EF41-4602-8854-B65BDDD2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5AE58D03-08F6-4778-AA5D-9113F3DB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0AF920F1-1160-4FDF-A420-27C570CC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63DC7DB2-9F6C-4208-8711-016285F0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0FE0D2C5-854D-4D3A-BEDE-299EDB54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CEBC80BD-28ED-4C72-96D5-E9A04689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114061C0-D41C-4DE8-8B7C-8ACF3453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73BB9138-4DEE-4F7C-BCC8-4334414D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47A55268-7F76-489E-87D8-0406D63E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5237AEDF-0192-4B3B-BABC-7DD74877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9C6A28B5-BB98-4ADC-80AF-A1441B75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A52D8255-C76F-446E-8D5F-395AB6C8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166DFFE8-44AA-4639-8E15-A55E554A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DCC84DC3-DE57-4279-9331-24FC562C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86279465-C2BF-4F06-B064-DCA1E62D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BFF76BCE-0626-4AA6-9FDE-0041CA30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8559CB53-FA48-4A18-841D-94266738C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F15CB0E2-3503-4E5F-900F-3885ED8F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2A974CBF-7B6C-4F2E-A6A0-63B1361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3ECA8E0A-60D6-4D93-A7A3-4867A15F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583ADBCD-8B1D-4B95-8969-9B6AB232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8C012B23-BA24-47A1-B76C-D8039667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8E5EB1F1-2F53-4B9E-9BA2-2049CB31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4A20B442-763E-4A3D-BD96-DFFCF456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7024B6A7-5D91-4CF5-8EB4-E187BCE7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498AF14B-633F-4647-BB98-C588F46B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C0986528-672A-4A72-8E7A-AA8FFF95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C33CC713-7CE6-405C-971D-2BA1D073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060A6EDB-E559-426F-BEB9-AAFD9E18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D01AD70F-F7EC-40F8-894E-7A8F00AA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F78694B7-5468-44EB-B0B8-228F4E08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2E9E1FC4-7B2E-4CEF-B097-DD007263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884E8781-147E-488A-976C-A627C453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91714A6-1F7A-4DB1-875B-FE1E1050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98A30E-51ED-4445-94DE-6E019230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905F9A-9810-44A1-987D-9B02B48C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9B1863-90D0-409D-A959-2DACF7A8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822B25-6FD7-49DE-AE4A-CDC454EC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001E1D-1ECA-4D89-9D70-7A5F9CAD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FDE5BE-8B63-4C83-9F45-44A141AF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10654B-3BBE-41F5-8B19-A42B71BF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557738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a3cbf7a4dc443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DE58BFE-9DE3-4F3A-881C-BC9C8C55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C68DBB0-F277-4F88-A8B3-E724F669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Beauty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9571326-4EA8-404B-BD6D-F30234F5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CC24BA7-1F72-41CB-8BFD-BF25C379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40C69A3-86AE-4D48-A4CA-46EFD8B8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23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EE23F9AF-323B-40CD-8AA0-EF3E07B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18E10D7-85F6-414C-BDD4-C0E60F5B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88807A5B-CF75-4260-9E5B-BEC6A7C3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0EABD1A-4498-45BE-A16E-1D2E7B42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5CF4F651-F4B3-465C-A90D-F11219E0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D350F6C0-AA07-4BC3-81AB-EF2D76267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E0C5ED7A-8DE1-47F2-909E-3501BC8C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07E67EC6-F202-4EDE-B5AB-7C84B023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D6EFF0B7-FA9A-43A9-BEC2-7A4E51C4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D626A06C-AE91-480E-AF9A-A3F06DE5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D3B24C04-549E-4B7A-A352-94E819E2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484160E6-17BC-4EB5-8E9C-12DA056E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54AF3248-51AB-4A05-9637-53FDF63A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3FCD4D36-2230-4564-812E-F1FA285B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714CDE5F-3402-40AB-AE6B-A3F171AE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2DF72EA2-AEBA-4B99-9231-2F3F940F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5FBB2F57-36B9-4777-B89F-6C09DA48B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6E13442E-6A8D-40FA-BAF4-9A7F5CF6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0D04363F-EF30-41A1-844A-60F6668F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157642D6-4062-4A8A-8D1D-0E0BF307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6EEB6ED0-5A18-48F0-B024-E5A75799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88A15246-39E3-4B91-B824-7530D34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9195CEA5-17EE-4F32-8B49-EB9C4470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AA2383E6-93EB-4F8D-AA0A-32FF5FE9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329C5D44-A12A-4549-BED6-B19C6C02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8C5A3C8A-6B02-4F08-90AE-AC068DE94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D7038BF1-BB68-40D2-A78F-3C1FF23F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1F36DBA1-C1E7-49A1-B065-1A995242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45BAAAE4-60C7-426D-9EDE-BB68443D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64DC10A7-3D5A-4CFB-AA57-2C5C2D6A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0AD00C67-ED06-4263-BAC8-EAB44754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76CD0ACA-B514-4B62-993A-624E2578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30A01F8A-0FB2-4AFA-8049-6CA31E89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845CE2E7-05A4-4586-BF8A-E9B71767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886268F-B4CF-4F1D-ACDA-1B2B4CE4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C4E05A-A51B-4094-94E0-00B4D91E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DA249D-D7BC-444C-B7C9-71E4B012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3CFA39-7FB5-4FCC-AF4C-9A782F58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B423D0-9C51-442A-86FD-E4A5289F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F53C7F-578D-4791-8A25-9F2139AC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FAE699-9226-4B99-9A41-AED977DF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07F9C1-DA98-495B-A4A5-96B608F8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352673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e7df3339740a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1538485-BDDA-4A79-9A1B-FAC58B52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7D36BD4-15DE-4D73-AFAD-4A4C2E12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Miscellaneous Budget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178C041-E26E-49BA-A7E7-055B88AF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PLAN, TRACK AND RECONCILE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6A93345-2A49-419F-AC27-52AFCA60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08EA48-C198-49BE-8088-CFBA2F39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24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A28BF06-B768-40C9-ACFE-DD05FBF7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E80A5F0-BC50-409D-9AFC-83A68320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F7398BF0-AF33-4F45-BD76-B405AA0C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E6B94D4A-2ED8-4102-B905-56ACE363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5B65B3F8-1006-4E93-AFD1-CC843A5D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408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539BD7C3-82E9-4207-B6B6-4E922C48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3694CD3B-3AA2-47B4-B60F-16DD5DC2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B5B3E573-04E8-4302-A7FB-B2EAE918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095539CF-7A5A-4F35-852F-6FB03C95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46A5C87E-D68F-4D91-A169-385FAB8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638EBD7B-0EC7-4759-8CEA-6724A5A5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3AB6CDEB-E97F-4264-B0BD-C758285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1673664D-922F-4161-9B9E-ADADCE1E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3CABC5D4-9C1A-4FC2-833E-90F57738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A26D62B6-B7ED-4712-9D2B-08C57562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793F8E0B-C85C-4F56-9555-BA08DDF9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6851C40-DB5E-4DB5-88FB-C426292D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-ITEM">
            <a:extLst xmlns:a="http://schemas.openxmlformats.org/drawingml/2006/main">
              <a:ext uri="{FF2B5EF4-FFF2-40B4-BE49-F238E27FC236}">
                <a16:creationId xmlns:a16="http://schemas.microsoft.com/office/drawing/2014/main" id="{DAD1D1B4-EC09-44AF-956F-00F6F396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25" name="text-ESTIMATED">
            <a:extLst xmlns:a="http://schemas.openxmlformats.org/drawingml/2006/main">
              <a:ext uri="{FF2B5EF4-FFF2-40B4-BE49-F238E27FC236}">
                <a16:creationId xmlns:a16="http://schemas.microsoft.com/office/drawing/2014/main" id="{65469180-2AF5-4D37-AFF0-A44F020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ESTIMATED</a:t>
            </a:r>
          </a:p>
        </p:txBody>
      </p:sp>
      <p:sp>
        <p:nvSpPr>
          <p:cNvPr id="26" name="text-ACTUAL">
            <a:extLst xmlns:a="http://schemas.openxmlformats.org/drawingml/2006/main">
              <a:ext uri="{FF2B5EF4-FFF2-40B4-BE49-F238E27FC236}">
                <a16:creationId xmlns:a16="http://schemas.microsoft.com/office/drawing/2014/main" id="{873EAAC5-8CF1-4CC1-B5CD-A8BDD86D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ACTUAL</a:t>
            </a:r>
          </a:p>
        </p:txBody>
      </p:sp>
      <p:sp>
        <p:nvSpPr>
          <p:cNvPr id="27" name="text-PAID">
            <a:extLst xmlns:a="http://schemas.openxmlformats.org/drawingml/2006/main">
              <a:ext uri="{FF2B5EF4-FFF2-40B4-BE49-F238E27FC236}">
                <a16:creationId xmlns:a16="http://schemas.microsoft.com/office/drawing/2014/main" id="{F3C3FBF5-0C82-423C-9C37-FFC587BC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PAID</a:t>
            </a:r>
          </a:p>
        </p:txBody>
      </p:sp>
      <p:sp>
        <p:nvSpPr>
          <p:cNvPr id="28" name="text-Primary cost">
            <a:extLst xmlns:a="http://schemas.openxmlformats.org/drawingml/2006/main">
              <a:ext uri="{FF2B5EF4-FFF2-40B4-BE49-F238E27FC236}">
                <a16:creationId xmlns:a16="http://schemas.microsoft.com/office/drawing/2014/main" id="{9676924A-15F4-406B-967C-08B15D21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Primary cost</a:t>
            </a:r>
          </a:p>
        </p:txBody>
      </p:sp>
      <p:sp>
        <p:nvSpPr>
          <p:cNvPr id="29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BD1574E9-F889-429E-943A-A0F5AAA6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0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83909C8E-FF50-4BB9-B0F6-04752330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Balance</a:t>
            </a:r>
          </a:p>
        </p:txBody>
      </p:sp>
      <p:sp>
        <p:nvSpPr>
          <p:cNvPr id="31" name="text-Delivery">
            <a:extLst xmlns:a="http://schemas.openxmlformats.org/drawingml/2006/main">
              <a:ext uri="{FF2B5EF4-FFF2-40B4-BE49-F238E27FC236}">
                <a16:creationId xmlns:a16="http://schemas.microsoft.com/office/drawing/2014/main" id="{17E4640C-39D7-4CD7-A62E-B8AF0E69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Delivery</a:t>
            </a:r>
          </a:p>
        </p:txBody>
      </p:sp>
      <p:sp>
        <p:nvSpPr>
          <p:cNvPr id="32" name="text-Setup">
            <a:extLst xmlns:a="http://schemas.openxmlformats.org/drawingml/2006/main">
              <a:ext uri="{FF2B5EF4-FFF2-40B4-BE49-F238E27FC236}">
                <a16:creationId xmlns:a16="http://schemas.microsoft.com/office/drawing/2014/main" id="{B7A7C6DF-0CA4-4609-A9F6-E145EAA7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33" name="text-Tax / fees">
            <a:extLst xmlns:a="http://schemas.openxmlformats.org/drawingml/2006/main">
              <a:ext uri="{FF2B5EF4-FFF2-40B4-BE49-F238E27FC236}">
                <a16:creationId xmlns:a16="http://schemas.microsoft.com/office/drawing/2014/main" id="{C4511F89-4E7C-4C13-9B91-A85AF03D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Tax / fees</a:t>
            </a:r>
          </a:p>
        </p:txBody>
      </p:sp>
      <p:sp>
        <p:nvSpPr>
          <p:cNvPr id="34" name="text-Tips">
            <a:extLst xmlns:a="http://schemas.openxmlformats.org/drawingml/2006/main">
              <a:ext uri="{FF2B5EF4-FFF2-40B4-BE49-F238E27FC236}">
                <a16:creationId xmlns:a16="http://schemas.microsoft.com/office/drawing/2014/main" id="{D96E149A-1B73-4284-91EC-41711CB9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Tips</a:t>
            </a:r>
          </a:p>
        </p:txBody>
      </p:sp>
      <p:sp>
        <p:nvSpPr>
          <p:cNvPr id="35" name="text-Extras">
            <a:extLst xmlns:a="http://schemas.openxmlformats.org/drawingml/2006/main">
              <a:ext uri="{FF2B5EF4-FFF2-40B4-BE49-F238E27FC236}">
                <a16:creationId xmlns:a16="http://schemas.microsoft.com/office/drawing/2014/main" id="{4FFAB7C6-F07E-4BD2-BD3B-5CC497404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Extras</a:t>
            </a:r>
          </a:p>
        </p:txBody>
      </p:sp>
      <p:sp>
        <p:nvSpPr>
          <p:cNvPr id="36" name="text-Backup">
            <a:extLst xmlns:a="http://schemas.openxmlformats.org/drawingml/2006/main">
              <a:ext uri="{FF2B5EF4-FFF2-40B4-BE49-F238E27FC236}">
                <a16:creationId xmlns:a16="http://schemas.microsoft.com/office/drawing/2014/main" id="{AFF3D39D-A159-49A7-948C-CF667993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Backup</a:t>
            </a:r>
          </a:p>
        </p:txBody>
      </p:sp>
      <p:sp>
        <p:nvSpPr>
          <p:cNvPr id="37" name="text-Adjustment">
            <a:extLst xmlns:a="http://schemas.openxmlformats.org/drawingml/2006/main">
              <a:ext uri="{FF2B5EF4-FFF2-40B4-BE49-F238E27FC236}">
                <a16:creationId xmlns:a16="http://schemas.microsoft.com/office/drawing/2014/main" id="{3303FA7C-93C0-4CAE-8E95-ED67DB66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Adjustment</a:t>
            </a:r>
          </a:p>
        </p:txBody>
      </p:sp>
      <p:sp>
        <p:nvSpPr>
          <p:cNvPr id="38" name="text-Other">
            <a:extLst xmlns:a="http://schemas.openxmlformats.org/drawingml/2006/main">
              <a:ext uri="{FF2B5EF4-FFF2-40B4-BE49-F238E27FC236}">
                <a16:creationId xmlns:a16="http://schemas.microsoft.com/office/drawing/2014/main" id="{7C519A79-CE11-4EDE-BA56-D80C6DDB9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Other</a:t>
            </a:r>
          </a:p>
        </p:txBody>
      </p:sp>
      <p:sp>
        <p:nvSpPr>
          <p:cNvPr id="39" name="text-Total">
            <a:extLst xmlns:a="http://schemas.openxmlformats.org/drawingml/2006/main">
              <a:ext uri="{FF2B5EF4-FFF2-40B4-BE49-F238E27FC236}">
                <a16:creationId xmlns:a16="http://schemas.microsoft.com/office/drawing/2014/main" id="{699ACDC7-4841-43B3-B6C6-6E7E2C3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Total</a:t>
            </a:r>
          </a:p>
        </p:txBody>
      </p:sp>
      <p:sp>
        <p:nvSpPr>
          <p:cNvPr id="40" name="text-NOTES">
            <a:extLst xmlns:a="http://schemas.openxmlformats.org/drawingml/2006/main">
              <a:ext uri="{FF2B5EF4-FFF2-40B4-BE49-F238E27FC236}">
                <a16:creationId xmlns:a16="http://schemas.microsoft.com/office/drawing/2014/main" id="{6DCA3815-0BD9-4711-AA89-47333414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77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9529073-27C8-4F90-BF60-5750190B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58000"/>
            <a:ext cx="55626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48CC7E-B54A-4B7E-AFE3-940E60C5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2866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8218F5-4A9A-4286-A515-1ED80B70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5628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007412-9F53-4A45-85C6-52201112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390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A69A62-EAB4-458A-99B4-280C91B5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11530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37C438F-7064-4CFA-8B8F-509713B9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39152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43B5FE-2FE0-4135-AE46-453175C8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667750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EA3BF1-03FF-439C-9A94-07E4E7FA1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8943975"/>
            <a:ext cx="5086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710811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0070d5c7b4ef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7CD96B7-8B03-405D-85C0-1B7EE1F0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D78C585-80DF-4367-8D2B-13A2B8B7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Budget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F8ED20A-1AF4-43BF-B947-B3E65BB7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TRADE-OFFS AND DECISIONS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80682BF-BD37-45D8-BBB3-9706E18C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B34F4AF-21F0-463B-91CB-963A6BD7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25 of 100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3E1B59-4C4D-4217-B52D-68658A9F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9E7CD5-F85D-444B-8F9C-F93785E5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9E6891-746E-4C66-81C1-4E69B182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8FC5EE-4A74-4137-8B4E-ED531E43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35D433-6C85-4642-A7E5-E3757383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AEF84F-5CA7-4637-B1D6-C87611A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BE999C-F437-4B1D-852F-416286FB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50008B-B68C-4945-BD4A-11A856E3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A063B4-A965-474B-B317-76F9E8D9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66018B-8D37-4C9F-9A93-4FA32F13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555AC9-00BF-4E8F-9495-DB4EA321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E74F8A-EFE0-4B26-B90E-9D05F57E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72EA81-FA0A-4C1C-8E7E-7C6E23EC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05A6FA-89E0-43D0-9E27-77766DA40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1CD0CE-247B-4F21-BAB9-891F640A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8DBFC4-D768-4C09-A42C-B0A11239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39A3B8-4B7B-4C73-B709-186A2081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2B8A63-9771-4253-9402-A6909C71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3AEF12-C462-46AF-8202-EAC4D615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452C4A-FD36-4BD8-8D0C-8D2272F8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278FDA-E1A1-47B7-BE2E-779FF654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32F1BA-E6C9-423D-92E2-83BA8BC1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5A649D-10D4-47DE-B683-CFC9D4D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962826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80e653bef4b9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F845079-5F4F-442D-BA8F-9CE5017E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883C9DC-EE4F-402C-951C-DE15575B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23E4436-B693-4569-9DB7-B35481E2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12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1CB66EE-8DDA-4D91-8500-55D669B5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21B25C-E812-4733-BAEC-28F735EE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26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3499EE59-A119-4C73-A8BC-52090059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D5EB098-1FAC-4A76-B630-8DD8BF21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59625847-2A0B-47F3-A002-E964A7C0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FB2F5C76-1C40-4722-B873-AE7653AE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FC5F5D-D22C-4B47-B064-4B1002F6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E896828-E135-4E68-8B7B-843D5255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5B79AD-2228-4CFA-91AF-867F9AC0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B02C29FF-09B3-49AD-8E2E-9FCB1C9D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B68449-4ED5-4BB0-AD01-B67A6031A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72077847-DF3E-4BC3-89C2-336F31F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E4AC36-91BF-45DD-9F18-2E716CD7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4FBCFF3D-6554-4165-9383-EE8B4416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92212A-2E17-4184-9060-397225A14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7F51B389-0D35-4398-99D6-8F64C3A2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0C405A-BFFB-40AC-B7CA-E368C39E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B18A0D11-2AD6-4A63-8B10-B4A89C82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CB62A5-AF68-447F-8614-E3FC5B67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3023AA-E9FB-4DFB-8D01-FDEB63F3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30C55DA-985D-416A-BA3C-4A0DF68D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CF4CCE-92A1-4F2B-8B05-03008AE7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B2B337-688F-426C-A2E7-7FCAFF8F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715317-8863-40F0-86DF-01C83382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097779-56BD-4E68-BCEA-C636B2ED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052106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c99577a8b4c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FD95695-3F29-4A00-913E-C5B852FF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09F0596-0C61-4F25-AE29-B2823340A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8A52A63-0141-4F22-B002-E2BC5512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11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3B243C0-E377-48B9-A9DE-A0BAB181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555243-155E-4452-B873-1F2547E3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27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5289DCF7-3FBF-4E12-BD72-CDF39691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E7AC50A-0754-486F-99CD-A171AE09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2EA7C43E-E48F-455C-88E0-B11B60A9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5B3C9EDC-71AB-4450-B48B-058F506B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9F5032-7A31-4F34-92C0-30F70D61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7CD701CD-64A9-4762-9976-CEFD6302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62885A-E69E-44D1-872C-14B3C6D7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8C967D48-2B20-4408-B070-369112AB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1DF111-B137-41B6-B2DE-AA76AF90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FE6F6CBD-03D0-4399-9B90-75C392E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A7BA2D-AE75-4FF5-A9B8-0611FF5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7C4D8F8D-8FFF-4271-B0B6-1D2095E3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423D03-D1D1-40BE-B84F-547057ED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13E85175-40F1-47D9-ABE9-6E0B0C98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EDFC16-9DDC-4B62-A723-6717C11A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B21A412E-0288-4524-9854-43562C26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25D158-D8E2-44BA-888B-62C55285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0964457-5C96-42E4-9FD9-8A040090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9397F8-B7A0-4582-9BA8-B5CC9DFC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7DC1BC-A5F8-46C4-8870-C8D1E6BC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875C44-8D0E-4628-A137-6194E9BC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0A5759-3FED-43FD-83AA-05DF3803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6A16D4-B6C5-4FE5-A66F-863B076F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82284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a0e1e531c4ab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8C0ADCC-015A-4633-B751-0E0A9B8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F3C1505-54CF-4CE2-B340-37987C63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1F7C395-CF6D-4723-8DDA-01491C66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10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103D78F-102B-49B6-9EC9-366C77EA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00EACF3-B664-4ECC-8ADB-F9D4747C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28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EBC775E4-6F84-495C-B68A-5A2FE6F5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61527A1-B8F9-408F-A15D-BC711C6C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8D7FB8E5-2C28-4637-BCEE-EAF5577D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8B9F201D-C117-407D-8CB7-65DE00D5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18B3F8-0D46-4A18-A980-E05C083CB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38A2AB2C-E08B-4A03-B179-53227E09D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59780A-CCA0-41E7-8EBA-D39AC89D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7A8FD012-BE5E-4407-BFF6-4D80572D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DBA087-C7A9-4663-8C2D-189D8D82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628ECC7D-9FE7-428D-A66A-17BA541A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1DC34C-0D8B-4957-81AC-B5B27B32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B5BACA48-511C-44A7-BA53-22A06356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A9B99A-D91E-42AD-9CB6-2FFDAF06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54D56C7A-8349-4E71-8224-48150B2B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D900E0-55A8-4B40-8E34-0BA86B3E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A1D3BDAF-8A65-44F0-B902-26E8781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9E25BE-B04E-4285-A0B9-4E826AE6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25E240-54A1-41FF-92E6-4EB0BE7E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0D09920-2BEF-44DF-829B-28B4B33E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8DF1E6-DB8F-4A34-8EA6-07CA52A3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0F9B1F-20AF-4A1B-8332-7056CE409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0CD0A1-3B9C-40FE-936C-365F9C8F1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A9EA41-C945-4280-B29A-3A6BAC71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312996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64aac066042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33D3D58-EAC4-4D83-A90D-EF06D3F2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7ADF3E9-5FDF-46BC-92AD-E95E20A4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EF34BDA-59DD-44F5-AB0D-59CF6871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9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A5D4051-B489-4A5C-AA89-47B9BBF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7016F8-7A4C-4BDF-91A9-18107D5C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29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72B7153E-2757-471D-95D5-11F73D1F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94E960B-9D89-4614-8D37-C33523E9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7F3A2231-7674-4E40-BE00-FA1F3933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DE58A201-1F83-45C9-8AA9-8137E2E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82A567-EE5B-4B19-A251-9A376285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A155CC30-EB3E-454A-B8E8-D1BBDB9D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A0E914-C15C-4019-94F6-CF5FDBE8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5398A5C7-F710-4928-86FD-566DD06D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325FD6D-9D8C-4C3F-9503-84E7F856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EEDBCF23-379E-432D-BA46-20A78FAB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36907F-FF5B-43BE-9365-97B85FA5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ECC25408-9223-42D5-9E6A-8F6B6A17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3E5FCC-CFF6-4243-9F01-7DDF2E3A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D9219264-7B74-4EBA-8701-FA0AFC45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655D4C-5285-4277-B00D-5A4D5F2D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0FFF0BEE-9634-46A0-A8D9-D04CAB1A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D6FC50-4BDB-4AE5-B49F-35714D4E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FE10F5-9862-46B4-95AE-645F4473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5C1730-9E31-42B0-967D-D35E9277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0BA2FE-B65E-480D-92E2-728F0B0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85C282-AE02-4A86-9316-C192F726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C05234-4BE6-4FC2-AC8B-D931E628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012B73-180D-4370-9C45-FE46B621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42869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e57ef76cc473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AC2A89B-AB36-497D-A96E-DCA0D289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17D13E2-202A-436F-983C-0E6CFA3C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5325371-1AF6-4147-9392-5669CFC0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8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BFDD6C-164C-4953-82B7-3C2A8ED6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06C5F1-D178-4C4D-AE50-7EA41570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30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D9DA921C-7B08-41DD-8169-55F938F6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2BA40BB-CA56-47C2-8BFA-098DF5BD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DE169C9E-5219-4FD0-8EE6-DD5A138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F3C6CCD5-63A9-4768-8EA0-0FBD923C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3802AC-C4F7-4F80-8CE6-8A61BFA8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E278984-C7DE-46AE-B0DB-C121CE81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D78AE8-CBEA-4EE6-A5F0-E17A9C07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E7D219BF-DF10-41E3-BB39-1DF51900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787F0B-76CD-4757-8A13-10DD8143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5247EC6F-71F8-44A0-B491-152456FB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02DA50-3C24-45E0-B4FF-76EE63A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F15EE9F2-495C-4A06-AA4B-6B6D1D17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98E1BD-8551-467C-A383-C08AD034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196DFAF2-09A1-4EE8-BCF8-6F91CDB1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B5B000-2E74-4DEE-B5EC-ED6EBD08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F41F6E11-A285-4FAE-9E43-DCE3982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351C3B-3406-452D-A542-91ED7336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6EB82B-7F79-45FF-B9B8-64A05F1E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F32E5F-4E15-413C-8961-07C596BC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61878E-6AB2-4617-8B2D-97CEBC91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46BB5BB-8015-4451-BD6B-2A720CAC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405113-5C3C-4B0D-8CA8-FCE15494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95190A-4E1D-4967-BDF9-4FCE63FD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311920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64aa8788d413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1E22722-02CA-4BEB-8F14-49D4B73C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75A972D-4BBC-41EA-B856-E80B4DA5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50D3F89-90AD-4416-8178-38790D38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7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1918D7F-3E81-4E08-947F-0C56F6A9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4C68745-FABE-4479-B05C-55A8133F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31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2C548AB5-4089-42D5-A3FB-0477A1B5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0F4189B-7130-4CFA-BED0-9ECD504C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D3B1D3BC-C52B-49EA-9C99-3E7773D0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16D625B9-A74B-4AF5-BCAE-44B82D3B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5A9F33-97A0-4EBE-8BC6-713A012F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9815FFC6-2F8C-4F4E-B294-3EA85489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AD72CA-1481-4E3A-9114-B6D86031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C9323942-00FA-4E0A-86D3-130940B9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DBABDD-9C15-4569-A4D8-40387AF4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33C46062-147A-44F5-8CB4-9F33AE25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BAA27A-E0BF-4FA9-86F4-CDF77FA0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515B170A-7F7B-4346-A4ED-AB396E7E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7BF3F25-0530-4D26-B85F-1A9BF702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771E04EB-C075-474F-91B6-1D7B27DD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A97D24-9535-468D-9B83-3EF69F29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CB7D1108-0B23-4E01-90D8-E2543E370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2C0DDA-6A08-45C8-81ED-33E6493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DBD7C04-93EE-4EA1-B9E2-E3730614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AE49FC-37B9-4589-AB4D-CBFF5FABF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F2A6D2-2B66-4581-B606-4CDE4D70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A49073-E639-4B66-B64C-673DD1A9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15FA9F-7C4D-4604-AC00-E5F0A3B3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760625-9B32-4309-8AB9-B8E9BED1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4771083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51ae89f6046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29C7EF1-0DBE-40B6-ABF2-4AA7D4C4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B689AA3-F1B3-4EDF-91B1-AD45FDD3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434839F-7091-4EF7-9989-B458901E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6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F1E6D6E-E0E3-4C2C-9066-63D146FA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7B1455B-64AB-4F34-86E2-595B6A2E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32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E1BCE7A9-50E3-4181-B685-B3AF7540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9C411CC-E427-41AA-9F65-D8C4A8DC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50706BA5-B6B5-48FD-9389-EC368D51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6FDC5947-D7A8-4C62-A8F7-98CDA8EF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C27DB84-ABBE-4BFF-AC6D-889DCA93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9BD95610-60EA-406D-BE26-C7139D2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440036-E937-43B5-9C39-9F01A42A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A1860D3A-B017-4AB1-8E1F-C2012F96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A7B7A7-1553-43EF-BCF1-343D4306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BE47E562-E2DB-4D6A-9D0C-B483FD86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A832AD-5BEE-4A97-8AB3-B68B51A0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5C743B23-E2EB-404D-A1FB-747B9ECD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C18F73-801C-4226-B48E-98290B0F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AD7FD09E-24FE-4764-B6AB-88D9C107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12B878-6FCD-4423-9576-E38F45C7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192F3C14-456E-4116-B074-860ED925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8BE92F-C4F6-4B69-9BB7-48BE2851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C944D8-A02C-4D9F-833C-E2432ECB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D02B69-8738-42A2-BB14-5917CBA1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5C1CF6-6593-4BD4-B8F3-9C00198D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5D3E3B-772B-42FB-AD1A-63C47339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5A63D7-FB4B-4736-8534-AA48E666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602B7E-3433-4CC9-8051-C759FB95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35198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c6f8d703048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1CA37DC-0EDC-4CA4-BCC9-4D4F8983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E469C03-E3D0-42B3-AC45-EE2143FC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EF68826-F443-4A98-A306-EDDF6BC3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5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FE76A35-14BF-417B-AF80-BE73C8B7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554022A-59AB-453E-B233-7E3A94B7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33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8C4939C9-67BC-4798-A72C-67AD5E4F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B2FAFB1-1E90-4E40-A96E-250B1B83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ADAF30DF-1EB7-46E1-8DF0-42EFBA6E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1487B40E-B8AF-4B4F-B691-FF96428B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EB8FC0-1398-40F7-BE62-8D969950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A8DD9B9B-1D5E-4354-8D0D-68C7632F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7046B6-7AA7-4DE0-9A51-2AF4D03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0AE17B11-A35D-481D-BFF4-11B89783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F16FCD-F6E6-4AD7-9A8F-F9C8935B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EDEB8537-6A28-4996-B3F8-2129B58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C13085-6E13-403C-A4B1-E5B97CA0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C38A246A-7A0C-4328-B6D1-7C382927E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B80778-B835-4F01-867F-271026B2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40D47177-B61C-4C4D-AAA3-2D08DC10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D910A45-D13D-44A9-B450-A815E31D7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24592E96-EC98-490B-8787-E21DF6A4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470842-B57E-4330-9061-6056B377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D00397-F3D6-453C-B429-3A05C40D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D5522B-00BD-43B9-B6ED-395B9783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E07178-4B3C-46C0-ABFB-AE3D6C1B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22A6D9-2C6B-4BB5-AEC6-F7B32915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38EE8E-A884-4431-BBC2-2288AD14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2E930D-AC36-4C82-9F83-4C427A14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072167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f46b6bdbb740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3813893-936B-43DA-A6CC-A0134D1A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E859652-BC60-476C-949B-C5884B7A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A59E63D-B335-4F35-89E4-42E03D2E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4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D876236-9692-464C-86EA-BA61A154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EFE07FF-8B7C-4768-96A8-B84A90285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34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F75907C4-1578-4202-BCF4-928A9A940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574836A-4FC1-4790-8D54-43A5C357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7B3AF322-8895-44E2-AE39-F527F5D6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3E59ABF2-F5A5-4F88-A215-7CB05490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680261-DC51-4DC6-9561-7C40EEF9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5975592F-1CFC-4600-96C9-22B211E5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DEA277-D7E5-4305-89A0-049A48CD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0F1B1FEB-B38C-46DD-A2A1-A24F235C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A7594E-62EB-46AD-AE7D-0D0101B1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1DC6EF6F-6C59-4FBA-954C-E12011AB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8DE86D-582A-4B2A-9DF8-C3F8B441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649DD5C4-A544-421A-A5B0-9A1C2C0F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7C64B1-BE80-4D67-B1E5-181B50DD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86FEC892-DD5F-4E7E-BA6E-2693634D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314840-75BD-4D81-A8DC-43B76EAE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73D51376-502B-4A96-9552-9C6EDC5D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AEF989-6F5F-4979-8D37-D62CA276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C5799D-0965-4936-8F01-DE9C5908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1D6856-923C-49F6-B41D-DC24D306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F8098C-C07B-4800-AF1C-41D2BCFC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D4DF03-6D55-4B10-8A87-9C0F19D6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C8760B-EADE-4ED0-97CE-1EADF02F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5BC877-03EA-46FA-9131-711A1BDE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1693629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4d8e09b09432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E0CC9BC-0AD3-4148-94E0-88F8BF7C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A502EA8-5AE2-4E38-AE56-55CD2450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C9331C3-4251-4D9D-817D-8FF757F9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3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CB470D1-FDD5-43D7-B21B-5A01BD26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0EDC54B-9E9D-481F-AA56-00F0C41F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35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7884D750-3BEA-465C-B90C-45DF96BE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62DA3E0-4B10-4265-BC98-579778B0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1F191CAD-2353-461D-A4E8-1EA92025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C2ED0831-14E8-49DD-9BD6-ADCC3BB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C5DE97-E816-487C-9EEF-27934D46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24BB0153-7960-4EC2-A50E-39ADB20F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0204D1-DF30-462B-92F7-1C6EA5B7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8953E5D7-07CF-4124-AEE1-A0024C22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82EFE21-1BAD-42EF-AE43-09F3306D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65C1DC47-D1C2-4D24-9102-E0C50670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B5C2A3-2786-420A-A5B7-152E45F5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D4D83EC2-C1FE-4346-BE66-CED947F94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D3A858-87BF-48F1-AEA9-2CBF2612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DB84496F-4B51-4180-95E2-C17EEEF7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65AE2E-6704-429D-B403-65D541D7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F0DDA5BE-C30C-48D4-93ED-4FFE7A89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DC7E7E-2180-4D7B-8486-875CFF5B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3CDDFC-5951-4F8C-A667-4CD8D6B3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FDA5B8-C8C6-486A-B27F-CC91441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807B4B-E14F-490B-8202-6A40A275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3E6F66-B511-423D-ACA8-1F9D1BB0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686CDA-023D-4A61-B528-9F25477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C3196A-EEBD-49DB-8844-F021BEA1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8664343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8f1a635884e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84D8169-984E-4EC4-BFA8-DD9258E9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CB2ED29-3C72-44B3-978A-A2CD13BE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2B674EC-6212-4697-88F7-4DD814C7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2 MONTHS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5049312-F650-4155-93FC-96F18487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1948103-057C-4357-93A0-E2B49B56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36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7A0DB57C-6510-49BD-AA75-5D1617B1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E1E58F3-0761-4D51-BAC1-31DA5040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A8EC64D6-EE39-4EF4-9631-8D63CEAB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74C92D85-40FE-4143-BB55-9013AADD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068FC2-C549-4CF7-BDD7-4AF3DF1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0D2668D2-08EB-43F5-A304-54BC09E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79C4BD-82F4-4132-A26A-1AC2A06D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5FF61734-D6D8-4F7B-B550-F8B94C3B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DED95F-0138-4749-8185-5B4608F1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887110FE-9CE0-4BD1-A42A-7CE4EEE0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8CE892-3304-4D36-BA9C-B9AC21A8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75516547-E502-4638-8109-B3A599B9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1B624E-A7AA-40DD-B930-61FEB905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08EE13A2-C292-482D-AC90-8713F16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D07362-9356-4A44-B353-09059D1C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AC5C22E5-73E2-4C04-B67E-A1EEFA6F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F5E04E-75F4-4A6D-BA22-84B94DE0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1F2D94-D5A2-4AB5-BAD2-DE985720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282EC8-6A2A-4C4C-A656-DF3DFD41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0507F9-9838-46DA-9A83-C53901FE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B8B6F4-9484-452D-BCF1-885B6758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EEA3EF-0C4F-4ECD-8DD4-E6E72684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8EA865-B0E9-48E4-BC52-BE1E714E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187358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42f775feb346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2B1AF0F-561D-448B-A812-D0DF10DB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8E350E9-B42E-4DEC-82F4-4034946C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Countdown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1A687347-962E-47B3-8D16-A354C5EE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1 MONTH TO GO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45AF453-8632-4C00-904D-97E5A86F8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388FAB-5BD5-4AFC-935D-DC6EDC808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37 of 100</a:t>
            </a:r>
          </a:p>
        </p:txBody>
      </p:sp>
      <p:sp>
        <p:nvSpPr>
          <p:cNvPr id="7" name="text-THIS MONTH'S FOCUS">
            <a:extLst xmlns:a="http://schemas.openxmlformats.org/drawingml/2006/main">
              <a:ext uri="{FF2B5EF4-FFF2-40B4-BE49-F238E27FC236}">
                <a16:creationId xmlns:a16="http://schemas.microsoft.com/office/drawing/2014/main" id="{98B9E650-CCEB-4CAC-9623-CD528BF5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288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THIS MONTH'S FOCUS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00E8CB0-44C7-4E8F-A56E-4F3EA4D4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5562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text-TOP PRIORITIES">
            <a:extLst xmlns:a="http://schemas.openxmlformats.org/drawingml/2006/main">
              <a:ext uri="{FF2B5EF4-FFF2-40B4-BE49-F238E27FC236}">
                <a16:creationId xmlns:a16="http://schemas.microsoft.com/office/drawing/2014/main" id="{6B44C836-9AB1-4C2F-A2A0-ED53D950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195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TOP PRIORITIES</a:t>
            </a:r>
          </a:p>
        </p:txBody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7965A8B6-9DBE-406F-B8AE-5F62E1E0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13D33B-47FC-40C9-B5FB-25A47619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2957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96E10CF9-0E3D-4882-BF84-95502B3F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FF0293-650D-41D8-BDBB-6A7E2375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47148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612AA329-3C22-481F-9568-746A654A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339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926471-9316-47A2-A887-C131E9BE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1339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3BD1C045-EF75-4C9E-AE86-5093E17C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53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3EEB07-7F95-499F-A330-3B51063E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5530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B611174D-DA8D-4BD1-92E4-42BCA48A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B10FA5-78C3-458D-AB61-9D26476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59721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eckbox">
            <a:extLst xmlns:a="http://schemas.openxmlformats.org/drawingml/2006/main">
              <a:ext uri="{FF2B5EF4-FFF2-40B4-BE49-F238E27FC236}">
                <a16:creationId xmlns:a16="http://schemas.microsoft.com/office/drawing/2014/main" id="{2C100158-9D4D-4141-ADE0-AA24B946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996341-4722-4189-84C7-0D816C9D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391275"/>
            <a:ext cx="525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APPOINTMENTS &amp; DEADLINES">
            <a:extLst xmlns:a="http://schemas.openxmlformats.org/drawingml/2006/main">
              <a:ext uri="{FF2B5EF4-FFF2-40B4-BE49-F238E27FC236}">
                <a16:creationId xmlns:a16="http://schemas.microsoft.com/office/drawing/2014/main" id="{F05C04F9-D2DA-49B4-93F7-259896A68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056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APPOINTMENTS &amp; DEADLINES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75A5B0-C168-4AAD-AE5E-19EC9ECD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72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BEA5BC-835C-4F03-B91A-65D27E84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67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5E08E0-0851-467E-B371-7989FC12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62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D457721-2929-4E02-8752-046C76FC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58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007490-E6EF-4556-9157-2EEA6EE1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53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101866-D485-496E-AAD8-0A8A8872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487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A98328-8C27-4047-85F3-B435DA8C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4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400519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7a79ea0134468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3C0487D-789A-48D0-9005-5E3F07FA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CC2D738-E2C5-46A0-8439-C5E538D0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One-Year Calendar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7B97C93-A8C7-4B85-8F91-0CD14F3C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 YEAR AT A GLANCE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6400F89-2BF4-41E4-9745-24980F90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225700-43B9-4656-8154-197B0CDD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38 of 100</a:t>
            </a:r>
          </a:p>
        </p:txBody>
      </p:sp>
      <p:sp>
        <p:nvSpPr>
          <p:cNvPr id="7" name="text-JANUARY">
            <a:extLst xmlns:a="http://schemas.openxmlformats.org/drawingml/2006/main">
              <a:ext uri="{FF2B5EF4-FFF2-40B4-BE49-F238E27FC236}">
                <a16:creationId xmlns:a16="http://schemas.microsoft.com/office/drawing/2014/main" id="{336EC217-8CEE-4406-BF4E-A73CF6BC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952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JANUARY</a:t>
            </a:r>
          </a:p>
        </p:txBody>
      </p:sp>
      <p:sp>
        <p:nvSpPr>
          <p:cNvPr id="8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FA25F0E3-E248-402D-8E1E-20B29A1E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907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FCB75C2-296E-4255-965F-605B60C1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172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0" name="grid-v">
            <a:extLst xmlns:a="http://schemas.openxmlformats.org/drawingml/2006/main">
              <a:ext uri="{FF2B5EF4-FFF2-40B4-BE49-F238E27FC236}">
                <a16:creationId xmlns:a16="http://schemas.microsoft.com/office/drawing/2014/main" id="{265CB042-CDEB-4B44-A5BF-34789DFF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grid-v">
            <a:extLst xmlns:a="http://schemas.openxmlformats.org/drawingml/2006/main">
              <a:ext uri="{FF2B5EF4-FFF2-40B4-BE49-F238E27FC236}">
                <a16:creationId xmlns:a16="http://schemas.microsoft.com/office/drawing/2014/main" id="{AF90A49F-BD14-4736-9891-A5869E1C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rid-v">
            <a:extLst xmlns:a="http://schemas.openxmlformats.org/drawingml/2006/main">
              <a:ext uri="{FF2B5EF4-FFF2-40B4-BE49-F238E27FC236}">
                <a16:creationId xmlns:a16="http://schemas.microsoft.com/office/drawing/2014/main" id="{33835031-F992-4D1E-86BB-5983CABE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grid-v">
            <a:extLst xmlns:a="http://schemas.openxmlformats.org/drawingml/2006/main">
              <a:ext uri="{FF2B5EF4-FFF2-40B4-BE49-F238E27FC236}">
                <a16:creationId xmlns:a16="http://schemas.microsoft.com/office/drawing/2014/main" id="{173CB60C-8B01-490B-85A0-0AFE8B96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rid-v">
            <a:extLst xmlns:a="http://schemas.openxmlformats.org/drawingml/2006/main">
              <a:ext uri="{FF2B5EF4-FFF2-40B4-BE49-F238E27FC236}">
                <a16:creationId xmlns:a16="http://schemas.microsoft.com/office/drawing/2014/main" id="{2C7F2291-664C-4760-BE34-4EFD6396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grid-v">
            <a:extLst xmlns:a="http://schemas.openxmlformats.org/drawingml/2006/main">
              <a:ext uri="{FF2B5EF4-FFF2-40B4-BE49-F238E27FC236}">
                <a16:creationId xmlns:a16="http://schemas.microsoft.com/office/drawing/2014/main" id="{08AE8ECB-3182-433C-8835-6885F324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rid-h">
            <a:extLst xmlns:a="http://schemas.openxmlformats.org/drawingml/2006/main">
              <a:ext uri="{FF2B5EF4-FFF2-40B4-BE49-F238E27FC236}">
                <a16:creationId xmlns:a16="http://schemas.microsoft.com/office/drawing/2014/main" id="{07CA6A78-581F-419C-8B8B-D4C3A799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6098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grid-h">
            <a:extLst xmlns:a="http://schemas.openxmlformats.org/drawingml/2006/main">
              <a:ext uri="{FF2B5EF4-FFF2-40B4-BE49-F238E27FC236}">
                <a16:creationId xmlns:a16="http://schemas.microsoft.com/office/drawing/2014/main" id="{21711F7A-7E72-4C7A-8041-4CAFD9BC9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8479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rid-h">
            <a:extLst xmlns:a="http://schemas.openxmlformats.org/drawingml/2006/main">
              <a:ext uri="{FF2B5EF4-FFF2-40B4-BE49-F238E27FC236}">
                <a16:creationId xmlns:a16="http://schemas.microsoft.com/office/drawing/2014/main" id="{9B554683-0390-41E0-A894-BF2044000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861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rid-h">
            <a:extLst xmlns:a="http://schemas.openxmlformats.org/drawingml/2006/main">
              <a:ext uri="{FF2B5EF4-FFF2-40B4-BE49-F238E27FC236}">
                <a16:creationId xmlns:a16="http://schemas.microsoft.com/office/drawing/2014/main" id="{20C68FC3-BF1F-4FA3-B3D5-77E98234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3242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FEBRUARY">
            <a:extLst xmlns:a="http://schemas.openxmlformats.org/drawingml/2006/main">
              <a:ext uri="{FF2B5EF4-FFF2-40B4-BE49-F238E27FC236}">
                <a16:creationId xmlns:a16="http://schemas.microsoft.com/office/drawing/2014/main" id="{D4A1A5C2-E2AF-4AFD-928C-D756F780B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952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FEBRUARY</a:t>
            </a:r>
          </a:p>
        </p:txBody>
      </p:sp>
      <p:sp>
        <p:nvSpPr>
          <p:cNvPr id="21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3E28A511-79F3-4204-9BA1-B55B9649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907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27DEB04-78DF-4215-88AF-8B066D32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7172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23" name="grid-v">
            <a:extLst xmlns:a="http://schemas.openxmlformats.org/drawingml/2006/main">
              <a:ext uri="{FF2B5EF4-FFF2-40B4-BE49-F238E27FC236}">
                <a16:creationId xmlns:a16="http://schemas.microsoft.com/office/drawing/2014/main" id="{BF2581D7-E170-4AAC-8582-ED2F8C46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grid-v">
            <a:extLst xmlns:a="http://schemas.openxmlformats.org/drawingml/2006/main">
              <a:ext uri="{FF2B5EF4-FFF2-40B4-BE49-F238E27FC236}">
                <a16:creationId xmlns:a16="http://schemas.microsoft.com/office/drawing/2014/main" id="{A6908BF3-E8C7-4A1C-849F-23AB9E25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grid-v">
            <a:extLst xmlns:a="http://schemas.openxmlformats.org/drawingml/2006/main">
              <a:ext uri="{FF2B5EF4-FFF2-40B4-BE49-F238E27FC236}">
                <a16:creationId xmlns:a16="http://schemas.microsoft.com/office/drawing/2014/main" id="{0CD5DFB9-84C8-4546-9069-D27DB643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grid-v">
            <a:extLst xmlns:a="http://schemas.openxmlformats.org/drawingml/2006/main">
              <a:ext uri="{FF2B5EF4-FFF2-40B4-BE49-F238E27FC236}">
                <a16:creationId xmlns:a16="http://schemas.microsoft.com/office/drawing/2014/main" id="{B2C62385-879B-48FB-974E-C01F2B8B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rid-v">
            <a:extLst xmlns:a="http://schemas.openxmlformats.org/drawingml/2006/main">
              <a:ext uri="{FF2B5EF4-FFF2-40B4-BE49-F238E27FC236}">
                <a16:creationId xmlns:a16="http://schemas.microsoft.com/office/drawing/2014/main" id="{03613D54-0C46-4B01-B672-7792A066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rid-v">
            <a:extLst xmlns:a="http://schemas.openxmlformats.org/drawingml/2006/main">
              <a:ext uri="{FF2B5EF4-FFF2-40B4-BE49-F238E27FC236}">
                <a16:creationId xmlns:a16="http://schemas.microsoft.com/office/drawing/2014/main" id="{0DAF012A-8935-4989-8CAB-55459D96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grid-h">
            <a:extLst xmlns:a="http://schemas.openxmlformats.org/drawingml/2006/main">
              <a:ext uri="{FF2B5EF4-FFF2-40B4-BE49-F238E27FC236}">
                <a16:creationId xmlns:a16="http://schemas.microsoft.com/office/drawing/2014/main" id="{28933449-11FA-4D2D-B503-6CF3466A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098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grid-h">
            <a:extLst xmlns:a="http://schemas.openxmlformats.org/drawingml/2006/main">
              <a:ext uri="{FF2B5EF4-FFF2-40B4-BE49-F238E27FC236}">
                <a16:creationId xmlns:a16="http://schemas.microsoft.com/office/drawing/2014/main" id="{48A1DE2E-7A54-4A5F-B751-6FE39CB0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479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rid-h">
            <a:extLst xmlns:a="http://schemas.openxmlformats.org/drawingml/2006/main">
              <a:ext uri="{FF2B5EF4-FFF2-40B4-BE49-F238E27FC236}">
                <a16:creationId xmlns:a16="http://schemas.microsoft.com/office/drawing/2014/main" id="{1058C416-D00B-4252-85F8-29E1B954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861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grid-h">
            <a:extLst xmlns:a="http://schemas.openxmlformats.org/drawingml/2006/main">
              <a:ext uri="{FF2B5EF4-FFF2-40B4-BE49-F238E27FC236}">
                <a16:creationId xmlns:a16="http://schemas.microsoft.com/office/drawing/2014/main" id="{737D572D-0D69-4D1E-BBB5-95C38C54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242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MARCH">
            <a:extLst xmlns:a="http://schemas.openxmlformats.org/drawingml/2006/main">
              <a:ext uri="{FF2B5EF4-FFF2-40B4-BE49-F238E27FC236}">
                <a16:creationId xmlns:a16="http://schemas.microsoft.com/office/drawing/2014/main" id="{331EED9F-5D27-4CD1-9478-1E29D2C5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95262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MARCH</a:t>
            </a:r>
          </a:p>
        </p:txBody>
      </p:sp>
      <p:sp>
        <p:nvSpPr>
          <p:cNvPr id="34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D7E67223-D38B-4680-A09F-DC0F35E3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19075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3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90EFFAF-E97C-434E-96F7-992B1D24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7172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36" name="grid-v">
            <a:extLst xmlns:a="http://schemas.openxmlformats.org/drawingml/2006/main">
              <a:ext uri="{FF2B5EF4-FFF2-40B4-BE49-F238E27FC236}">
                <a16:creationId xmlns:a16="http://schemas.microsoft.com/office/drawing/2014/main" id="{E295E9EB-BED5-484F-AF89-780BF13E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grid-v">
            <a:extLst xmlns:a="http://schemas.openxmlformats.org/drawingml/2006/main">
              <a:ext uri="{FF2B5EF4-FFF2-40B4-BE49-F238E27FC236}">
                <a16:creationId xmlns:a16="http://schemas.microsoft.com/office/drawing/2014/main" id="{B1317F0F-3F4C-4B2B-A39C-A64400D3D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grid-v">
            <a:extLst xmlns:a="http://schemas.openxmlformats.org/drawingml/2006/main">
              <a:ext uri="{FF2B5EF4-FFF2-40B4-BE49-F238E27FC236}">
                <a16:creationId xmlns:a16="http://schemas.microsoft.com/office/drawing/2014/main" id="{39A9F6EC-9AA4-479B-9987-16369926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rid-v">
            <a:extLst xmlns:a="http://schemas.openxmlformats.org/drawingml/2006/main">
              <a:ext uri="{FF2B5EF4-FFF2-40B4-BE49-F238E27FC236}">
                <a16:creationId xmlns:a16="http://schemas.microsoft.com/office/drawing/2014/main" id="{FE3B9859-6712-4853-B016-0CA88F643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grid-v">
            <a:extLst xmlns:a="http://schemas.openxmlformats.org/drawingml/2006/main">
              <a:ext uri="{FF2B5EF4-FFF2-40B4-BE49-F238E27FC236}">
                <a16:creationId xmlns:a16="http://schemas.microsoft.com/office/drawing/2014/main" id="{DB51C6BB-8F27-4863-AF00-4BD2413A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grid-v">
            <a:extLst xmlns:a="http://schemas.openxmlformats.org/drawingml/2006/main">
              <a:ext uri="{FF2B5EF4-FFF2-40B4-BE49-F238E27FC236}">
                <a16:creationId xmlns:a16="http://schemas.microsoft.com/office/drawing/2014/main" id="{649440B9-2BB9-4F1C-B42D-D88B4A24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237172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grid-h">
            <a:extLst xmlns:a="http://schemas.openxmlformats.org/drawingml/2006/main">
              <a:ext uri="{FF2B5EF4-FFF2-40B4-BE49-F238E27FC236}">
                <a16:creationId xmlns:a16="http://schemas.microsoft.com/office/drawing/2014/main" id="{FE23FD69-55BE-43A8-9CDB-EB245C53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098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rid-h">
            <a:extLst xmlns:a="http://schemas.openxmlformats.org/drawingml/2006/main">
              <a:ext uri="{FF2B5EF4-FFF2-40B4-BE49-F238E27FC236}">
                <a16:creationId xmlns:a16="http://schemas.microsoft.com/office/drawing/2014/main" id="{8AD946F0-A924-400D-8A46-9F4262DE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8479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grid-h">
            <a:extLst xmlns:a="http://schemas.openxmlformats.org/drawingml/2006/main">
              <a:ext uri="{FF2B5EF4-FFF2-40B4-BE49-F238E27FC236}">
                <a16:creationId xmlns:a16="http://schemas.microsoft.com/office/drawing/2014/main" id="{B3CC7ABB-0443-4553-BC05-E4F8D45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861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grid-h">
            <a:extLst xmlns:a="http://schemas.openxmlformats.org/drawingml/2006/main">
              <a:ext uri="{FF2B5EF4-FFF2-40B4-BE49-F238E27FC236}">
                <a16:creationId xmlns:a16="http://schemas.microsoft.com/office/drawing/2014/main" id="{0DC269F2-64B5-41A7-886D-856CDA8A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242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APRIL">
            <a:extLst xmlns:a="http://schemas.openxmlformats.org/drawingml/2006/main">
              <a:ext uri="{FF2B5EF4-FFF2-40B4-BE49-F238E27FC236}">
                <a16:creationId xmlns:a16="http://schemas.microsoft.com/office/drawing/2014/main" id="{2A77C61B-5189-4190-A90E-214AE4A1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671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APRIL</a:t>
            </a:r>
          </a:p>
        </p:txBody>
      </p:sp>
      <p:sp>
        <p:nvSpPr>
          <p:cNvPr id="47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BBF91513-7A21-498D-888E-1D1441E1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1052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4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5464C94-1334-41EF-970E-52EEEEB9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28625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49" name="grid-v">
            <a:extLst xmlns:a="http://schemas.openxmlformats.org/drawingml/2006/main">
              <a:ext uri="{FF2B5EF4-FFF2-40B4-BE49-F238E27FC236}">
                <a16:creationId xmlns:a16="http://schemas.microsoft.com/office/drawing/2014/main" id="{8D77AB42-1D44-4BED-80D3-70DA3596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grid-v">
            <a:extLst xmlns:a="http://schemas.openxmlformats.org/drawingml/2006/main">
              <a:ext uri="{FF2B5EF4-FFF2-40B4-BE49-F238E27FC236}">
                <a16:creationId xmlns:a16="http://schemas.microsoft.com/office/drawing/2014/main" id="{42E4CC87-8B97-447A-95DA-E2AFA9C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grid-v">
            <a:extLst xmlns:a="http://schemas.openxmlformats.org/drawingml/2006/main">
              <a:ext uri="{FF2B5EF4-FFF2-40B4-BE49-F238E27FC236}">
                <a16:creationId xmlns:a16="http://schemas.microsoft.com/office/drawing/2014/main" id="{54ABF743-A1C3-4BF4-8458-373C1BF4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grid-v">
            <a:extLst xmlns:a="http://schemas.openxmlformats.org/drawingml/2006/main">
              <a:ext uri="{FF2B5EF4-FFF2-40B4-BE49-F238E27FC236}">
                <a16:creationId xmlns:a16="http://schemas.microsoft.com/office/drawing/2014/main" id="{8F25AB99-E5FA-4B7D-B3CD-DA4D89CF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grid-v">
            <a:extLst xmlns:a="http://schemas.openxmlformats.org/drawingml/2006/main">
              <a:ext uri="{FF2B5EF4-FFF2-40B4-BE49-F238E27FC236}">
                <a16:creationId xmlns:a16="http://schemas.microsoft.com/office/drawing/2014/main" id="{2E29D72F-4768-41F4-A84C-BC72F977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grid-v">
            <a:extLst xmlns:a="http://schemas.openxmlformats.org/drawingml/2006/main">
              <a:ext uri="{FF2B5EF4-FFF2-40B4-BE49-F238E27FC236}">
                <a16:creationId xmlns:a16="http://schemas.microsoft.com/office/drawing/2014/main" id="{77084610-38D1-4ABF-923E-6B1D1342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grid-h">
            <a:extLst xmlns:a="http://schemas.openxmlformats.org/drawingml/2006/main">
              <a:ext uri="{FF2B5EF4-FFF2-40B4-BE49-F238E27FC236}">
                <a16:creationId xmlns:a16="http://schemas.microsoft.com/office/drawing/2014/main" id="{C6F73FB4-8035-428C-B2D9-8623FDA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5243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grid-h">
            <a:extLst xmlns:a="http://schemas.openxmlformats.org/drawingml/2006/main">
              <a:ext uri="{FF2B5EF4-FFF2-40B4-BE49-F238E27FC236}">
                <a16:creationId xmlns:a16="http://schemas.microsoft.com/office/drawing/2014/main" id="{D128071D-7F92-4B0B-B3FB-51785075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625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grid-h">
            <a:extLst xmlns:a="http://schemas.openxmlformats.org/drawingml/2006/main">
              <a:ext uri="{FF2B5EF4-FFF2-40B4-BE49-F238E27FC236}">
                <a16:creationId xmlns:a16="http://schemas.microsoft.com/office/drawing/2014/main" id="{A260A78A-FB9E-4B42-A1EB-ED7CF7FF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grid-h">
            <a:extLst xmlns:a="http://schemas.openxmlformats.org/drawingml/2006/main">
              <a:ext uri="{FF2B5EF4-FFF2-40B4-BE49-F238E27FC236}">
                <a16:creationId xmlns:a16="http://schemas.microsoft.com/office/drawing/2014/main" id="{8C7E35A0-AA8C-4012-8610-CB7B739F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2387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ext-MAY">
            <a:extLst xmlns:a="http://schemas.openxmlformats.org/drawingml/2006/main">
              <a:ext uri="{FF2B5EF4-FFF2-40B4-BE49-F238E27FC236}">
                <a16:creationId xmlns:a16="http://schemas.microsoft.com/office/drawing/2014/main" id="{7444BD05-9C6E-4828-97BF-9A3F1D80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8671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MAY</a:t>
            </a:r>
          </a:p>
        </p:txBody>
      </p:sp>
      <p:sp>
        <p:nvSpPr>
          <p:cNvPr id="60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06EE183C-09A8-4451-A55B-4C704BE1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052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61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52B0470-AE31-495B-946F-3101F323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8625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62" name="grid-v">
            <a:extLst xmlns:a="http://schemas.openxmlformats.org/drawingml/2006/main">
              <a:ext uri="{FF2B5EF4-FFF2-40B4-BE49-F238E27FC236}">
                <a16:creationId xmlns:a16="http://schemas.microsoft.com/office/drawing/2014/main" id="{6268E9E3-F6DE-47EE-BAAC-C38699677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grid-v">
            <a:extLst xmlns:a="http://schemas.openxmlformats.org/drawingml/2006/main">
              <a:ext uri="{FF2B5EF4-FFF2-40B4-BE49-F238E27FC236}">
                <a16:creationId xmlns:a16="http://schemas.microsoft.com/office/drawing/2014/main" id="{FAD9AE84-C2FA-4178-B63A-5396732C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grid-v">
            <a:extLst xmlns:a="http://schemas.openxmlformats.org/drawingml/2006/main">
              <a:ext uri="{FF2B5EF4-FFF2-40B4-BE49-F238E27FC236}">
                <a16:creationId xmlns:a16="http://schemas.microsoft.com/office/drawing/2014/main" id="{2451402D-3BCE-4FB1-8EA3-B9E51A2B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grid-v">
            <a:extLst xmlns:a="http://schemas.openxmlformats.org/drawingml/2006/main">
              <a:ext uri="{FF2B5EF4-FFF2-40B4-BE49-F238E27FC236}">
                <a16:creationId xmlns:a16="http://schemas.microsoft.com/office/drawing/2014/main" id="{15490ABB-77C8-400B-9166-723D49A6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grid-v">
            <a:extLst xmlns:a="http://schemas.openxmlformats.org/drawingml/2006/main">
              <a:ext uri="{FF2B5EF4-FFF2-40B4-BE49-F238E27FC236}">
                <a16:creationId xmlns:a16="http://schemas.microsoft.com/office/drawing/2014/main" id="{BE39C578-9A9F-4C5F-AF59-8F27303E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grid-v">
            <a:extLst xmlns:a="http://schemas.openxmlformats.org/drawingml/2006/main">
              <a:ext uri="{FF2B5EF4-FFF2-40B4-BE49-F238E27FC236}">
                <a16:creationId xmlns:a16="http://schemas.microsoft.com/office/drawing/2014/main" id="{78502B02-C283-4EE9-858E-7082A4D6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grid-h">
            <a:extLst xmlns:a="http://schemas.openxmlformats.org/drawingml/2006/main">
              <a:ext uri="{FF2B5EF4-FFF2-40B4-BE49-F238E27FC236}">
                <a16:creationId xmlns:a16="http://schemas.microsoft.com/office/drawing/2014/main" id="{8FA4ECC5-6E4C-497A-B595-DAE82F18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243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grid-h">
            <a:extLst xmlns:a="http://schemas.openxmlformats.org/drawingml/2006/main">
              <a:ext uri="{FF2B5EF4-FFF2-40B4-BE49-F238E27FC236}">
                <a16:creationId xmlns:a16="http://schemas.microsoft.com/office/drawing/2014/main" id="{020F1C87-0FB7-4776-8236-CFFA1541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625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grid-h">
            <a:extLst xmlns:a="http://schemas.openxmlformats.org/drawingml/2006/main">
              <a:ext uri="{FF2B5EF4-FFF2-40B4-BE49-F238E27FC236}">
                <a16:creationId xmlns:a16="http://schemas.microsoft.com/office/drawing/2014/main" id="{23ED3862-B204-4C89-B315-18D9C8A2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006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grid-h">
            <a:extLst xmlns:a="http://schemas.openxmlformats.org/drawingml/2006/main">
              <a:ext uri="{FF2B5EF4-FFF2-40B4-BE49-F238E27FC236}">
                <a16:creationId xmlns:a16="http://schemas.microsoft.com/office/drawing/2014/main" id="{7E5BA003-DA09-457F-BB0F-C9D901AA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387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-JUNE">
            <a:extLst xmlns:a="http://schemas.openxmlformats.org/drawingml/2006/main">
              <a:ext uri="{FF2B5EF4-FFF2-40B4-BE49-F238E27FC236}">
                <a16:creationId xmlns:a16="http://schemas.microsoft.com/office/drawing/2014/main" id="{83DB54D3-A2B9-4225-B6CB-2B4D95C3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JUNE</a:t>
            </a:r>
          </a:p>
        </p:txBody>
      </p:sp>
      <p:sp>
        <p:nvSpPr>
          <p:cNvPr id="73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B81B3932-1AFB-470D-AF07-9C4656B3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0527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7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374DA0D-2682-4B84-937B-4EFF03B2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28625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75" name="grid-v">
            <a:extLst xmlns:a="http://schemas.openxmlformats.org/drawingml/2006/main">
              <a:ext uri="{FF2B5EF4-FFF2-40B4-BE49-F238E27FC236}">
                <a16:creationId xmlns:a16="http://schemas.microsoft.com/office/drawing/2014/main" id="{888BD5BC-5A5B-45F8-B957-A323F95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grid-v">
            <a:extLst xmlns:a="http://schemas.openxmlformats.org/drawingml/2006/main">
              <a:ext uri="{FF2B5EF4-FFF2-40B4-BE49-F238E27FC236}">
                <a16:creationId xmlns:a16="http://schemas.microsoft.com/office/drawing/2014/main" id="{9E269E3C-892D-4841-A005-0F4B885E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grid-v">
            <a:extLst xmlns:a="http://schemas.openxmlformats.org/drawingml/2006/main">
              <a:ext uri="{FF2B5EF4-FFF2-40B4-BE49-F238E27FC236}">
                <a16:creationId xmlns:a16="http://schemas.microsoft.com/office/drawing/2014/main" id="{E245D1E4-A9C8-4D4B-81B0-34F6D3F9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grid-v">
            <a:extLst xmlns:a="http://schemas.openxmlformats.org/drawingml/2006/main">
              <a:ext uri="{FF2B5EF4-FFF2-40B4-BE49-F238E27FC236}">
                <a16:creationId xmlns:a16="http://schemas.microsoft.com/office/drawing/2014/main" id="{860F9D92-F717-4750-B85D-65C39BA9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grid-v">
            <a:extLst xmlns:a="http://schemas.openxmlformats.org/drawingml/2006/main">
              <a:ext uri="{FF2B5EF4-FFF2-40B4-BE49-F238E27FC236}">
                <a16:creationId xmlns:a16="http://schemas.microsoft.com/office/drawing/2014/main" id="{99DCAAC8-16CD-4166-AA6E-474C7880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grid-v">
            <a:extLst xmlns:a="http://schemas.openxmlformats.org/drawingml/2006/main">
              <a:ext uri="{FF2B5EF4-FFF2-40B4-BE49-F238E27FC236}">
                <a16:creationId xmlns:a16="http://schemas.microsoft.com/office/drawing/2014/main" id="{0F53AB04-2BEF-41EB-892E-4111DC3C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428625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grid-h">
            <a:extLst xmlns:a="http://schemas.openxmlformats.org/drawingml/2006/main">
              <a:ext uri="{FF2B5EF4-FFF2-40B4-BE49-F238E27FC236}">
                <a16:creationId xmlns:a16="http://schemas.microsoft.com/office/drawing/2014/main" id="{F127DA18-CB12-4627-8D52-8CB95909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5243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grid-h">
            <a:extLst xmlns:a="http://schemas.openxmlformats.org/drawingml/2006/main">
              <a:ext uri="{FF2B5EF4-FFF2-40B4-BE49-F238E27FC236}">
                <a16:creationId xmlns:a16="http://schemas.microsoft.com/office/drawing/2014/main" id="{98D8CD82-00C7-46DB-B39A-7E35CD2F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625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grid-h">
            <a:extLst xmlns:a="http://schemas.openxmlformats.org/drawingml/2006/main">
              <a:ext uri="{FF2B5EF4-FFF2-40B4-BE49-F238E27FC236}">
                <a16:creationId xmlns:a16="http://schemas.microsoft.com/office/drawing/2014/main" id="{514B86E0-A80C-472E-9555-C193D96F8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0006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grid-h">
            <a:extLst xmlns:a="http://schemas.openxmlformats.org/drawingml/2006/main">
              <a:ext uri="{FF2B5EF4-FFF2-40B4-BE49-F238E27FC236}">
                <a16:creationId xmlns:a16="http://schemas.microsoft.com/office/drawing/2014/main" id="{9F6AE483-41B3-4581-808D-518ECB49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387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JULY">
            <a:extLst xmlns:a="http://schemas.openxmlformats.org/drawingml/2006/main">
              <a:ext uri="{FF2B5EF4-FFF2-40B4-BE49-F238E27FC236}">
                <a16:creationId xmlns:a16="http://schemas.microsoft.com/office/drawing/2014/main" id="{8338F497-C74C-4892-A1BC-451DF179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816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JULY</a:t>
            </a:r>
          </a:p>
        </p:txBody>
      </p:sp>
      <p:sp>
        <p:nvSpPr>
          <p:cNvPr id="86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6A6AEDC4-7087-4E6C-94BB-6A6609C4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19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8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F38AE17-7F58-4E1A-9D68-870AB8F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20077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88" name="grid-v">
            <a:extLst xmlns:a="http://schemas.openxmlformats.org/drawingml/2006/main">
              <a:ext uri="{FF2B5EF4-FFF2-40B4-BE49-F238E27FC236}">
                <a16:creationId xmlns:a16="http://schemas.microsoft.com/office/drawing/2014/main" id="{F509F39D-FC32-4A0E-9A85-65350E6D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grid-v">
            <a:extLst xmlns:a="http://schemas.openxmlformats.org/drawingml/2006/main">
              <a:ext uri="{FF2B5EF4-FFF2-40B4-BE49-F238E27FC236}">
                <a16:creationId xmlns:a16="http://schemas.microsoft.com/office/drawing/2014/main" id="{D013EE7F-0A7B-433D-A702-6CB2C82E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grid-v">
            <a:extLst xmlns:a="http://schemas.openxmlformats.org/drawingml/2006/main">
              <a:ext uri="{FF2B5EF4-FFF2-40B4-BE49-F238E27FC236}">
                <a16:creationId xmlns:a16="http://schemas.microsoft.com/office/drawing/2014/main" id="{514786BD-3547-4B58-91B9-A6AB8B95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grid-v">
            <a:extLst xmlns:a="http://schemas.openxmlformats.org/drawingml/2006/main">
              <a:ext uri="{FF2B5EF4-FFF2-40B4-BE49-F238E27FC236}">
                <a16:creationId xmlns:a16="http://schemas.microsoft.com/office/drawing/2014/main" id="{D3F4EAC2-F44E-42F2-A0AF-5614A542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grid-v">
            <a:extLst xmlns:a="http://schemas.openxmlformats.org/drawingml/2006/main">
              <a:ext uri="{FF2B5EF4-FFF2-40B4-BE49-F238E27FC236}">
                <a16:creationId xmlns:a16="http://schemas.microsoft.com/office/drawing/2014/main" id="{862F898C-6283-450D-A556-4A42F7FB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grid-v">
            <a:extLst xmlns:a="http://schemas.openxmlformats.org/drawingml/2006/main">
              <a:ext uri="{FF2B5EF4-FFF2-40B4-BE49-F238E27FC236}">
                <a16:creationId xmlns:a16="http://schemas.microsoft.com/office/drawing/2014/main" id="{A3F87C98-00B5-4E8C-9FE0-53B055F3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grid-h">
            <a:extLst xmlns:a="http://schemas.openxmlformats.org/drawingml/2006/main">
              <a:ext uri="{FF2B5EF4-FFF2-40B4-BE49-F238E27FC236}">
                <a16:creationId xmlns:a16="http://schemas.microsoft.com/office/drawing/2014/main" id="{8E2770F0-40B0-4C25-84D5-4BD75D38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4389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grid-h">
            <a:extLst xmlns:a="http://schemas.openxmlformats.org/drawingml/2006/main">
              <a:ext uri="{FF2B5EF4-FFF2-40B4-BE49-F238E27FC236}">
                <a16:creationId xmlns:a16="http://schemas.microsoft.com/office/drawing/2014/main" id="{FA40F09F-AB2D-4560-BADF-49F4A3FD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6770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grid-h">
            <a:extLst xmlns:a="http://schemas.openxmlformats.org/drawingml/2006/main">
              <a:ext uri="{FF2B5EF4-FFF2-40B4-BE49-F238E27FC236}">
                <a16:creationId xmlns:a16="http://schemas.microsoft.com/office/drawing/2014/main" id="{38A677AA-2B35-4137-B6A3-95EADED2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9151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grid-h">
            <a:extLst xmlns:a="http://schemas.openxmlformats.org/drawingml/2006/main">
              <a:ext uri="{FF2B5EF4-FFF2-40B4-BE49-F238E27FC236}">
                <a16:creationId xmlns:a16="http://schemas.microsoft.com/office/drawing/2014/main" id="{C5FD5E10-616F-4078-882E-5169D787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1532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-AUGUST">
            <a:extLst xmlns:a="http://schemas.openxmlformats.org/drawingml/2006/main">
              <a:ext uri="{FF2B5EF4-FFF2-40B4-BE49-F238E27FC236}">
                <a16:creationId xmlns:a16="http://schemas.microsoft.com/office/drawing/2014/main" id="{D9162CB1-4BAA-4C52-92E7-32FC6FF0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816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AUGUST</a:t>
            </a:r>
          </a:p>
        </p:txBody>
      </p:sp>
      <p:sp>
        <p:nvSpPr>
          <p:cNvPr id="99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67695F25-9CF9-49EE-9B0F-8BAFD8CB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19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0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777D35F-A06F-47EA-B502-A9F24176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20077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01" name="grid-v">
            <a:extLst xmlns:a="http://schemas.openxmlformats.org/drawingml/2006/main">
              <a:ext uri="{FF2B5EF4-FFF2-40B4-BE49-F238E27FC236}">
                <a16:creationId xmlns:a16="http://schemas.microsoft.com/office/drawing/2014/main" id="{15FF460C-DED2-4941-872E-FA88FADE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grid-v">
            <a:extLst xmlns:a="http://schemas.openxmlformats.org/drawingml/2006/main">
              <a:ext uri="{FF2B5EF4-FFF2-40B4-BE49-F238E27FC236}">
                <a16:creationId xmlns:a16="http://schemas.microsoft.com/office/drawing/2014/main" id="{BDCE3D7F-537A-4016-B608-CC33F1D6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grid-v">
            <a:extLst xmlns:a="http://schemas.openxmlformats.org/drawingml/2006/main">
              <a:ext uri="{FF2B5EF4-FFF2-40B4-BE49-F238E27FC236}">
                <a16:creationId xmlns:a16="http://schemas.microsoft.com/office/drawing/2014/main" id="{6E0A6AE5-C0DA-407D-84DF-88F56C21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grid-v">
            <a:extLst xmlns:a="http://schemas.openxmlformats.org/drawingml/2006/main">
              <a:ext uri="{FF2B5EF4-FFF2-40B4-BE49-F238E27FC236}">
                <a16:creationId xmlns:a16="http://schemas.microsoft.com/office/drawing/2014/main" id="{FD69A9B3-AE0E-4FB2-97D8-47A16A31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grid-v">
            <a:extLst xmlns:a="http://schemas.openxmlformats.org/drawingml/2006/main">
              <a:ext uri="{FF2B5EF4-FFF2-40B4-BE49-F238E27FC236}">
                <a16:creationId xmlns:a16="http://schemas.microsoft.com/office/drawing/2014/main" id="{F46BD5D4-FA36-4307-9C7F-64F7FB5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grid-v">
            <a:extLst xmlns:a="http://schemas.openxmlformats.org/drawingml/2006/main">
              <a:ext uri="{FF2B5EF4-FFF2-40B4-BE49-F238E27FC236}">
                <a16:creationId xmlns:a16="http://schemas.microsoft.com/office/drawing/2014/main" id="{95CA2A66-62FC-4BC9-A06E-E517CF08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grid-h">
            <a:extLst xmlns:a="http://schemas.openxmlformats.org/drawingml/2006/main">
              <a:ext uri="{FF2B5EF4-FFF2-40B4-BE49-F238E27FC236}">
                <a16:creationId xmlns:a16="http://schemas.microsoft.com/office/drawing/2014/main" id="{C6CB1E76-A51D-4390-813D-EA6DF37C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4389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grid-h">
            <a:extLst xmlns:a="http://schemas.openxmlformats.org/drawingml/2006/main">
              <a:ext uri="{FF2B5EF4-FFF2-40B4-BE49-F238E27FC236}">
                <a16:creationId xmlns:a16="http://schemas.microsoft.com/office/drawing/2014/main" id="{4F452407-B809-4DCF-B460-77A97663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6770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grid-h">
            <a:extLst xmlns:a="http://schemas.openxmlformats.org/drawingml/2006/main">
              <a:ext uri="{FF2B5EF4-FFF2-40B4-BE49-F238E27FC236}">
                <a16:creationId xmlns:a16="http://schemas.microsoft.com/office/drawing/2014/main" id="{6DF66293-4B2A-4F20-AADD-A3D2F22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9151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grid-h">
            <a:extLst xmlns:a="http://schemas.openxmlformats.org/drawingml/2006/main">
              <a:ext uri="{FF2B5EF4-FFF2-40B4-BE49-F238E27FC236}">
                <a16:creationId xmlns:a16="http://schemas.microsoft.com/office/drawing/2014/main" id="{0053E812-6520-4D9A-9B70-3C4E0F61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71532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ext-SEPTEMBER">
            <a:extLst xmlns:a="http://schemas.openxmlformats.org/drawingml/2006/main">
              <a:ext uri="{FF2B5EF4-FFF2-40B4-BE49-F238E27FC236}">
                <a16:creationId xmlns:a16="http://schemas.microsoft.com/office/drawing/2014/main" id="{E6EB5DD1-9AEF-4C57-A546-821F11BE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781675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SEPTEMBER</a:t>
            </a:r>
          </a:p>
        </p:txBody>
      </p:sp>
      <p:sp>
        <p:nvSpPr>
          <p:cNvPr id="112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63F3DAFE-5968-4F4E-9983-A4EB24AF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019800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1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A6CC8AC-B686-414A-BED1-3CBA77EA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200775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14" name="grid-v">
            <a:extLst xmlns:a="http://schemas.openxmlformats.org/drawingml/2006/main">
              <a:ext uri="{FF2B5EF4-FFF2-40B4-BE49-F238E27FC236}">
                <a16:creationId xmlns:a16="http://schemas.microsoft.com/office/drawing/2014/main" id="{61E9677B-3C8A-4C44-B619-15D71E50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grid-v">
            <a:extLst xmlns:a="http://schemas.openxmlformats.org/drawingml/2006/main">
              <a:ext uri="{FF2B5EF4-FFF2-40B4-BE49-F238E27FC236}">
                <a16:creationId xmlns:a16="http://schemas.microsoft.com/office/drawing/2014/main" id="{F5E32F6C-BE65-47D6-9065-91706544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grid-v">
            <a:extLst xmlns:a="http://schemas.openxmlformats.org/drawingml/2006/main">
              <a:ext uri="{FF2B5EF4-FFF2-40B4-BE49-F238E27FC236}">
                <a16:creationId xmlns:a16="http://schemas.microsoft.com/office/drawing/2014/main" id="{49691215-EE5A-425C-A995-FCFD49D6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grid-v">
            <a:extLst xmlns:a="http://schemas.openxmlformats.org/drawingml/2006/main">
              <a:ext uri="{FF2B5EF4-FFF2-40B4-BE49-F238E27FC236}">
                <a16:creationId xmlns:a16="http://schemas.microsoft.com/office/drawing/2014/main" id="{6AE11FB2-B59C-42F9-BCF6-EC346B2C0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grid-v">
            <a:extLst xmlns:a="http://schemas.openxmlformats.org/drawingml/2006/main">
              <a:ext uri="{FF2B5EF4-FFF2-40B4-BE49-F238E27FC236}">
                <a16:creationId xmlns:a16="http://schemas.microsoft.com/office/drawing/2014/main" id="{240DDC9A-5EEA-476E-A8CE-378FC691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grid-v">
            <a:extLst xmlns:a="http://schemas.openxmlformats.org/drawingml/2006/main">
              <a:ext uri="{FF2B5EF4-FFF2-40B4-BE49-F238E27FC236}">
                <a16:creationId xmlns:a16="http://schemas.microsoft.com/office/drawing/2014/main" id="{8CDADB81-1C66-45AE-944F-B99D045E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6200775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grid-h">
            <a:extLst xmlns:a="http://schemas.openxmlformats.org/drawingml/2006/main">
              <a:ext uri="{FF2B5EF4-FFF2-40B4-BE49-F238E27FC236}">
                <a16:creationId xmlns:a16="http://schemas.microsoft.com/office/drawing/2014/main" id="{66CE062C-2A2F-4C06-81B7-8BD70A21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4389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grid-h">
            <a:extLst xmlns:a="http://schemas.openxmlformats.org/drawingml/2006/main">
              <a:ext uri="{FF2B5EF4-FFF2-40B4-BE49-F238E27FC236}">
                <a16:creationId xmlns:a16="http://schemas.microsoft.com/office/drawing/2014/main" id="{D13D1432-37F0-47AD-89E4-CF0143E6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6770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grid-h">
            <a:extLst xmlns:a="http://schemas.openxmlformats.org/drawingml/2006/main">
              <a:ext uri="{FF2B5EF4-FFF2-40B4-BE49-F238E27FC236}">
                <a16:creationId xmlns:a16="http://schemas.microsoft.com/office/drawing/2014/main" id="{B08E59B1-4D33-4C8E-882D-EDF0E3E5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151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grid-h">
            <a:extLst xmlns:a="http://schemas.openxmlformats.org/drawingml/2006/main">
              <a:ext uri="{FF2B5EF4-FFF2-40B4-BE49-F238E27FC236}">
                <a16:creationId xmlns:a16="http://schemas.microsoft.com/office/drawing/2014/main" id="{88E69B7D-C086-4E01-8AE2-F5A14534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1532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ext-OCTOBER">
            <a:extLst xmlns:a="http://schemas.openxmlformats.org/drawingml/2006/main">
              <a:ext uri="{FF2B5EF4-FFF2-40B4-BE49-F238E27FC236}">
                <a16:creationId xmlns:a16="http://schemas.microsoft.com/office/drawing/2014/main" id="{9139E4EB-227E-426D-8AD1-9236CEBE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6962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OCTOBER</a:t>
            </a:r>
          </a:p>
        </p:txBody>
      </p:sp>
      <p:sp>
        <p:nvSpPr>
          <p:cNvPr id="125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54AB826D-00D2-4F62-B9CE-8DA130BD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934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629D143-9F75-4CD4-ACCA-93F7CC29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11530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27" name="grid-v">
            <a:extLst xmlns:a="http://schemas.openxmlformats.org/drawingml/2006/main">
              <a:ext uri="{FF2B5EF4-FFF2-40B4-BE49-F238E27FC236}">
                <a16:creationId xmlns:a16="http://schemas.microsoft.com/office/drawing/2014/main" id="{FDEDB277-E03C-4272-AA18-F669B190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54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grid-v">
            <a:extLst xmlns:a="http://schemas.openxmlformats.org/drawingml/2006/main">
              <a:ext uri="{FF2B5EF4-FFF2-40B4-BE49-F238E27FC236}">
                <a16:creationId xmlns:a16="http://schemas.microsoft.com/office/drawing/2014/main" id="{B5597801-0593-4A90-AED1-4C4C63CC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382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grid-v">
            <a:extLst xmlns:a="http://schemas.openxmlformats.org/drawingml/2006/main">
              <a:ext uri="{FF2B5EF4-FFF2-40B4-BE49-F238E27FC236}">
                <a16:creationId xmlns:a16="http://schemas.microsoft.com/office/drawing/2014/main" id="{CFCAF8B7-191E-447C-B391-00652557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11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grid-v">
            <a:extLst xmlns:a="http://schemas.openxmlformats.org/drawingml/2006/main">
              <a:ext uri="{FF2B5EF4-FFF2-40B4-BE49-F238E27FC236}">
                <a16:creationId xmlns:a16="http://schemas.microsoft.com/office/drawing/2014/main" id="{D64F5872-C148-4617-A0F5-CF270AA7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1239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grid-v">
            <a:extLst xmlns:a="http://schemas.openxmlformats.org/drawingml/2006/main">
              <a:ext uri="{FF2B5EF4-FFF2-40B4-BE49-F238E27FC236}">
                <a16:creationId xmlns:a16="http://schemas.microsoft.com/office/drawing/2014/main" id="{D8545EC8-803E-4692-BD71-5550787F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168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grid-v">
            <a:extLst xmlns:a="http://schemas.openxmlformats.org/drawingml/2006/main">
              <a:ext uri="{FF2B5EF4-FFF2-40B4-BE49-F238E27FC236}">
                <a16:creationId xmlns:a16="http://schemas.microsoft.com/office/drawing/2014/main" id="{C6BF80A0-7F8A-4933-B574-895FF8470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096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grid-h">
            <a:extLst xmlns:a="http://schemas.openxmlformats.org/drawingml/2006/main">
              <a:ext uri="{FF2B5EF4-FFF2-40B4-BE49-F238E27FC236}">
                <a16:creationId xmlns:a16="http://schemas.microsoft.com/office/drawing/2014/main" id="{B78AFA25-BA98-4740-AA50-AD674E49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3534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grid-h">
            <a:extLst xmlns:a="http://schemas.openxmlformats.org/drawingml/2006/main">
              <a:ext uri="{FF2B5EF4-FFF2-40B4-BE49-F238E27FC236}">
                <a16:creationId xmlns:a16="http://schemas.microsoft.com/office/drawing/2014/main" id="{E62172BC-DDBF-4F05-84AB-FC2354B3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5915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grid-h">
            <a:extLst xmlns:a="http://schemas.openxmlformats.org/drawingml/2006/main">
              <a:ext uri="{FF2B5EF4-FFF2-40B4-BE49-F238E27FC236}">
                <a16:creationId xmlns:a16="http://schemas.microsoft.com/office/drawing/2014/main" id="{E42790A6-7E2B-4E7F-A412-C789CDD6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88296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grid-h">
            <a:extLst xmlns:a="http://schemas.openxmlformats.org/drawingml/2006/main">
              <a:ext uri="{FF2B5EF4-FFF2-40B4-BE49-F238E27FC236}">
                <a16:creationId xmlns:a16="http://schemas.microsoft.com/office/drawing/2014/main" id="{5AC59056-5732-4237-917E-F40B7A87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90678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text-NOVEMBER">
            <a:extLst xmlns:a="http://schemas.openxmlformats.org/drawingml/2006/main">
              <a:ext uri="{FF2B5EF4-FFF2-40B4-BE49-F238E27FC236}">
                <a16:creationId xmlns:a16="http://schemas.microsoft.com/office/drawing/2014/main" id="{A396C357-2373-4B13-95CB-B5C2172F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76962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NOVEMBER</a:t>
            </a:r>
          </a:p>
        </p:txBody>
      </p:sp>
      <p:sp>
        <p:nvSpPr>
          <p:cNvPr id="138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ACFB3728-42E1-4C64-A36F-D7A13006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7934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3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55545F7-7498-434E-BEBA-CD796F85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11530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40" name="grid-v">
            <a:extLst xmlns:a="http://schemas.openxmlformats.org/drawingml/2006/main">
              <a:ext uri="{FF2B5EF4-FFF2-40B4-BE49-F238E27FC236}">
                <a16:creationId xmlns:a16="http://schemas.microsoft.com/office/drawing/2014/main" id="{FFD38C6C-3B28-4DA0-A548-31C65D1B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3379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grid-v">
            <a:extLst xmlns:a="http://schemas.openxmlformats.org/drawingml/2006/main">
              <a:ext uri="{FF2B5EF4-FFF2-40B4-BE49-F238E27FC236}">
                <a16:creationId xmlns:a16="http://schemas.microsoft.com/office/drawing/2014/main" id="{800A69FB-6500-45F9-934A-38A58610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307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grid-v">
            <a:extLst xmlns:a="http://schemas.openxmlformats.org/drawingml/2006/main">
              <a:ext uri="{FF2B5EF4-FFF2-40B4-BE49-F238E27FC236}">
                <a16:creationId xmlns:a16="http://schemas.microsoft.com/office/drawing/2014/main" id="{B9E360B4-71BB-435F-B5D7-36629E53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236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grid-v">
            <a:extLst xmlns:a="http://schemas.openxmlformats.org/drawingml/2006/main">
              <a:ext uri="{FF2B5EF4-FFF2-40B4-BE49-F238E27FC236}">
                <a16:creationId xmlns:a16="http://schemas.microsoft.com/office/drawing/2014/main" id="{B50E60F8-5D14-459A-A671-9215544D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164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grid-v">
            <a:extLst xmlns:a="http://schemas.openxmlformats.org/drawingml/2006/main">
              <a:ext uri="{FF2B5EF4-FFF2-40B4-BE49-F238E27FC236}">
                <a16:creationId xmlns:a16="http://schemas.microsoft.com/office/drawing/2014/main" id="{F2185507-BAB5-4B5B-A3ED-EDB2F393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3093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grid-v">
            <a:extLst xmlns:a="http://schemas.openxmlformats.org/drawingml/2006/main">
              <a:ext uri="{FF2B5EF4-FFF2-40B4-BE49-F238E27FC236}">
                <a16:creationId xmlns:a16="http://schemas.microsoft.com/office/drawing/2014/main" id="{68A11E70-B573-4662-A1A6-1AA0453A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021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grid-h">
            <a:extLst xmlns:a="http://schemas.openxmlformats.org/drawingml/2006/main">
              <a:ext uri="{FF2B5EF4-FFF2-40B4-BE49-F238E27FC236}">
                <a16:creationId xmlns:a16="http://schemas.microsoft.com/office/drawing/2014/main" id="{B2092488-FE87-47B2-9A74-1726A8D0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3534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grid-h">
            <a:extLst xmlns:a="http://schemas.openxmlformats.org/drawingml/2006/main">
              <a:ext uri="{FF2B5EF4-FFF2-40B4-BE49-F238E27FC236}">
                <a16:creationId xmlns:a16="http://schemas.microsoft.com/office/drawing/2014/main" id="{B4A93C28-8AA2-4644-BC9C-6DC49172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5915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grid-h">
            <a:extLst xmlns:a="http://schemas.openxmlformats.org/drawingml/2006/main">
              <a:ext uri="{FF2B5EF4-FFF2-40B4-BE49-F238E27FC236}">
                <a16:creationId xmlns:a16="http://schemas.microsoft.com/office/drawing/2014/main" id="{1EC7964A-4A06-4648-9C30-3B0FCCF3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88296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grid-h">
            <a:extLst xmlns:a="http://schemas.openxmlformats.org/drawingml/2006/main">
              <a:ext uri="{FF2B5EF4-FFF2-40B4-BE49-F238E27FC236}">
                <a16:creationId xmlns:a16="http://schemas.microsoft.com/office/drawing/2014/main" id="{81AC0061-3302-4E39-A142-ADC5064F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90678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text-DECEMBER">
            <a:extLst xmlns:a="http://schemas.openxmlformats.org/drawingml/2006/main">
              <a:ext uri="{FF2B5EF4-FFF2-40B4-BE49-F238E27FC236}">
                <a16:creationId xmlns:a16="http://schemas.microsoft.com/office/drawing/2014/main" id="{BF06A2E9-CB70-49CD-8574-787F5D8B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69620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DECEMBER</a:t>
            </a:r>
          </a:p>
        </p:txBody>
      </p:sp>
      <p:sp>
        <p:nvSpPr>
          <p:cNvPr id="151" name="text-M   T   W   T   F   S   S">
            <a:extLst xmlns:a="http://schemas.openxmlformats.org/drawingml/2006/main">
              <a:ext uri="{FF2B5EF4-FFF2-40B4-BE49-F238E27FC236}">
                <a16:creationId xmlns:a16="http://schemas.microsoft.com/office/drawing/2014/main" id="{F7A52004-6363-498E-A0AE-C24D0B9B9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934325"/>
            <a:ext cx="1714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67B61"/>
                </a:solidFill>
              </a:defRPr>
            </a:pPr>
            <a:r>
              <a:rPr sz="600" b="0" i="0">
                <a:solidFill>
                  <a:srgbClr val="667B61"/>
                </a:solidFill>
              </a:rPr>
              <a:t>M   T   W   T   F   S   S</a:t>
            </a:r>
          </a:p>
        </p:txBody>
      </p:sp>
      <p:sp>
        <p:nvSpPr>
          <p:cNvPr id="15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FC49A52-C445-4C4C-A5DD-64CCD097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115300"/>
            <a:ext cx="1714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7B61"/>
            </a:solidFill>
            <a:prstDash val="solid"/>
          </a:ln>
        </p:spPr>
      </p:sp>
      <p:sp>
        <p:nvSpPr>
          <p:cNvPr id="153" name="grid-v">
            <a:extLst xmlns:a="http://schemas.openxmlformats.org/drawingml/2006/main">
              <a:ext uri="{FF2B5EF4-FFF2-40B4-BE49-F238E27FC236}">
                <a16:creationId xmlns:a16="http://schemas.microsoft.com/office/drawing/2014/main" id="{ED7470F4-C1F9-4D9F-99EF-3EFEA56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0304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grid-v">
            <a:extLst xmlns:a="http://schemas.openxmlformats.org/drawingml/2006/main">
              <a:ext uri="{FF2B5EF4-FFF2-40B4-BE49-F238E27FC236}">
                <a16:creationId xmlns:a16="http://schemas.microsoft.com/office/drawing/2014/main" id="{AD373DD5-0B7C-4824-9D70-7F9D87A3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5232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grid-v">
            <a:extLst xmlns:a="http://schemas.openxmlformats.org/drawingml/2006/main">
              <a:ext uri="{FF2B5EF4-FFF2-40B4-BE49-F238E27FC236}">
                <a16:creationId xmlns:a16="http://schemas.microsoft.com/office/drawing/2014/main" id="{CBC2FACD-448C-4193-92C0-370FB8F0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161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grid-v">
            <a:extLst xmlns:a="http://schemas.openxmlformats.org/drawingml/2006/main">
              <a:ext uri="{FF2B5EF4-FFF2-40B4-BE49-F238E27FC236}">
                <a16:creationId xmlns:a16="http://schemas.microsoft.com/office/drawing/2014/main" id="{37E33547-B107-4269-A097-043BC10CA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5089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grid-v">
            <a:extLst xmlns:a="http://schemas.openxmlformats.org/drawingml/2006/main">
              <a:ext uri="{FF2B5EF4-FFF2-40B4-BE49-F238E27FC236}">
                <a16:creationId xmlns:a16="http://schemas.microsoft.com/office/drawing/2014/main" id="{50136F67-BA18-43E1-81E1-7BE07F9D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0018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grid-v">
            <a:extLst xmlns:a="http://schemas.openxmlformats.org/drawingml/2006/main">
              <a:ext uri="{FF2B5EF4-FFF2-40B4-BE49-F238E27FC236}">
                <a16:creationId xmlns:a16="http://schemas.microsoft.com/office/drawing/2014/main" id="{5021CD82-EBBB-4ED2-9099-84C061C2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4946" y="8115300"/>
            <a:ext cx="6191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grid-h">
            <a:extLst xmlns:a="http://schemas.openxmlformats.org/drawingml/2006/main">
              <a:ext uri="{FF2B5EF4-FFF2-40B4-BE49-F238E27FC236}">
                <a16:creationId xmlns:a16="http://schemas.microsoft.com/office/drawing/2014/main" id="{CA50B571-4CB8-4A4F-8526-F16F3011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35342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grid-h">
            <a:extLst xmlns:a="http://schemas.openxmlformats.org/drawingml/2006/main">
              <a:ext uri="{FF2B5EF4-FFF2-40B4-BE49-F238E27FC236}">
                <a16:creationId xmlns:a16="http://schemas.microsoft.com/office/drawing/2014/main" id="{C0821838-D86B-48D6-A401-3E7E5B8D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59155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grid-h">
            <a:extLst xmlns:a="http://schemas.openxmlformats.org/drawingml/2006/main">
              <a:ext uri="{FF2B5EF4-FFF2-40B4-BE49-F238E27FC236}">
                <a16:creationId xmlns:a16="http://schemas.microsoft.com/office/drawing/2014/main" id="{B60AF691-F392-43D1-9CC7-92D5C9BA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8829675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grid-h">
            <a:extLst xmlns:a="http://schemas.openxmlformats.org/drawingml/2006/main">
              <a:ext uri="{FF2B5EF4-FFF2-40B4-BE49-F238E27FC236}">
                <a16:creationId xmlns:a16="http://schemas.microsoft.com/office/drawing/2014/main" id="{938CFD59-9715-49CA-9B0F-9162FC01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9067800"/>
            <a:ext cx="171450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9006722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0df831c67f480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28732A9-523F-4027-A5CB-8239AAF9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3A7C4C6-CC99-46A3-96FA-585E7307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Master Wedding Checklist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99806B-E50E-4D4D-AF57-3ED196F6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C66C24-4D83-4A23-97EA-04CBC0D1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39 of 100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E8BC117B-371B-4504-BB59-A9C15F2B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Set the budget">
            <a:extLst xmlns:a="http://schemas.openxmlformats.org/drawingml/2006/main">
              <a:ext uri="{FF2B5EF4-FFF2-40B4-BE49-F238E27FC236}">
                <a16:creationId xmlns:a16="http://schemas.microsoft.com/office/drawing/2014/main" id="{308FE4A6-69B7-48E2-B034-37B22A3C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Set the budget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A1E4E7-BFF3-487A-8461-3CDCF04E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5CD343B7-D0F6-4B99-92EE-0092C1D6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Draft the guest list">
            <a:extLst xmlns:a="http://schemas.openxmlformats.org/drawingml/2006/main">
              <a:ext uri="{FF2B5EF4-FFF2-40B4-BE49-F238E27FC236}">
                <a16:creationId xmlns:a16="http://schemas.microsoft.com/office/drawing/2014/main" id="{24FF4CAE-C039-4AD5-A52F-6B4861B1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Draft the guest list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E49879-A59C-4988-8891-D33C4DBE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E2557319-3381-4369-95B6-A634B1DC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Choose the date">
            <a:extLst xmlns:a="http://schemas.openxmlformats.org/drawingml/2006/main">
              <a:ext uri="{FF2B5EF4-FFF2-40B4-BE49-F238E27FC236}">
                <a16:creationId xmlns:a16="http://schemas.microsoft.com/office/drawing/2014/main" id="{2945806C-3299-4D66-94A5-DCAB4626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Choose the date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D45C15-980A-4515-8FAC-860ED5AB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35DC54E1-291C-4D05-A5BD-F32ED8C0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Book the venue">
            <a:extLst xmlns:a="http://schemas.openxmlformats.org/drawingml/2006/main">
              <a:ext uri="{FF2B5EF4-FFF2-40B4-BE49-F238E27FC236}">
                <a16:creationId xmlns:a16="http://schemas.microsoft.com/office/drawing/2014/main" id="{DBFA7DF9-7DDF-4828-9762-CF61D97D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the venue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C816F2-8DD7-4B63-8F9A-9C488AA66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08E87983-12A0-439C-8EB5-AD9433A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Hire the planner">
            <a:extLst xmlns:a="http://schemas.openxmlformats.org/drawingml/2006/main">
              <a:ext uri="{FF2B5EF4-FFF2-40B4-BE49-F238E27FC236}">
                <a16:creationId xmlns:a16="http://schemas.microsoft.com/office/drawing/2014/main" id="{B8248A67-031C-4958-8F88-91EBFE52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Hire the planner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929336-AA5C-4B8F-9B5C-8E39F014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646E46B0-3977-4792-A253-1D3C6A5D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Book catering">
            <a:extLst xmlns:a="http://schemas.openxmlformats.org/drawingml/2006/main">
              <a:ext uri="{FF2B5EF4-FFF2-40B4-BE49-F238E27FC236}">
                <a16:creationId xmlns:a16="http://schemas.microsoft.com/office/drawing/2014/main" id="{CE0A23C9-436D-4CD0-80C5-FC6DB35C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catering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0E82D27-A680-4DA2-A05C-ABDD205D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AA07D506-B88D-433E-A030-4F4CFFC1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Book photography">
            <a:extLst xmlns:a="http://schemas.openxmlformats.org/drawingml/2006/main">
              <a:ext uri="{FF2B5EF4-FFF2-40B4-BE49-F238E27FC236}">
                <a16:creationId xmlns:a16="http://schemas.microsoft.com/office/drawing/2014/main" id="{8012F9C2-D34F-473A-A3C1-3629F053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photography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92AC1D-F0FE-4D96-AAF0-6ED61DFB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47627D64-8D3A-4D1D-B8BF-34AC7260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Book videography">
            <a:extLst xmlns:a="http://schemas.openxmlformats.org/drawingml/2006/main">
              <a:ext uri="{FF2B5EF4-FFF2-40B4-BE49-F238E27FC236}">
                <a16:creationId xmlns:a16="http://schemas.microsoft.com/office/drawing/2014/main" id="{F0045CA3-0462-4F77-84D7-BAF745C3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videography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66FB76-558A-4236-93E0-6751B32F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65BF6EAF-FB71-482B-BAC9-A4C869D6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Choose wedding attire">
            <a:extLst xmlns:a="http://schemas.openxmlformats.org/drawingml/2006/main">
              <a:ext uri="{FF2B5EF4-FFF2-40B4-BE49-F238E27FC236}">
                <a16:creationId xmlns:a16="http://schemas.microsoft.com/office/drawing/2014/main" id="{9A38D419-7264-4384-B1C6-DB1E6EDF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Choose wedding attire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2A513C-6512-4255-A5FB-BD15136F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31F111FF-EAEA-4190-8F77-479100AC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Book florist">
            <a:extLst xmlns:a="http://schemas.openxmlformats.org/drawingml/2006/main">
              <a:ext uri="{FF2B5EF4-FFF2-40B4-BE49-F238E27FC236}">
                <a16:creationId xmlns:a16="http://schemas.microsoft.com/office/drawing/2014/main" id="{D2D37450-55E9-4217-886B-42FC2D5C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florist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EE4A5B-0D44-4525-B9E1-A0A5C79A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0D2DD776-B39F-40FA-893C-6905B844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53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text-Book music">
            <a:extLst xmlns:a="http://schemas.openxmlformats.org/drawingml/2006/main">
              <a:ext uri="{FF2B5EF4-FFF2-40B4-BE49-F238E27FC236}">
                <a16:creationId xmlns:a16="http://schemas.microsoft.com/office/drawing/2014/main" id="{5A38DD64-6733-41EF-820F-D768D3EA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8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music</a:t>
            </a:r>
          </a:p>
        </p:txBody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1AD356-2D38-4DAA-ABA1-33A9CD30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81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98F8FBB5-097A-4137-8E71-91F3B98A5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81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text-Order stationery">
            <a:extLst xmlns:a="http://schemas.openxmlformats.org/drawingml/2006/main">
              <a:ext uri="{FF2B5EF4-FFF2-40B4-BE49-F238E27FC236}">
                <a16:creationId xmlns:a16="http://schemas.microsoft.com/office/drawing/2014/main" id="{104434F8-3896-4B5A-9EE7-FBEF8306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715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Order stationery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B1A000-6C44-4146-87E9-5F9CE905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010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67756E01-7D0C-4009-BE56-702481C2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10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text-Arrange transport">
            <a:extLst xmlns:a="http://schemas.openxmlformats.org/drawingml/2006/main">
              <a:ext uri="{FF2B5EF4-FFF2-40B4-BE49-F238E27FC236}">
                <a16:creationId xmlns:a16="http://schemas.microsoft.com/office/drawing/2014/main" id="{A5C6937F-66A6-4240-9C5C-C84620C7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14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Arrange transport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1A173E-3235-418C-9BF7-AEBCD67B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439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FC7D6267-ED72-4323-98B1-03F3888D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39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text-Reserve accommodation">
            <a:extLst xmlns:a="http://schemas.openxmlformats.org/drawingml/2006/main">
              <a:ext uri="{FF2B5EF4-FFF2-40B4-BE49-F238E27FC236}">
                <a16:creationId xmlns:a16="http://schemas.microsoft.com/office/drawing/2014/main" id="{7692CBC4-02AA-4204-80A4-882FF344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72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Reserve accommodation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762EBA-940C-4ADC-9A14-98DD81FC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867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heckbox">
            <a:extLst xmlns:a="http://schemas.openxmlformats.org/drawingml/2006/main">
              <a:ext uri="{FF2B5EF4-FFF2-40B4-BE49-F238E27FC236}">
                <a16:creationId xmlns:a16="http://schemas.microsoft.com/office/drawing/2014/main" id="{026FADB0-02E4-4A5A-9123-55DD97FE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text-Plan ceremony">
            <a:extLst xmlns:a="http://schemas.openxmlformats.org/drawingml/2006/main">
              <a:ext uri="{FF2B5EF4-FFF2-40B4-BE49-F238E27FC236}">
                <a16:creationId xmlns:a16="http://schemas.microsoft.com/office/drawing/2014/main" id="{9EF9C150-7977-44C5-97DC-AE427300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Plan ceremony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02D916-29E7-4E98-8995-BB7AE44B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heckbox">
            <a:extLst xmlns:a="http://schemas.openxmlformats.org/drawingml/2006/main">
              <a:ext uri="{FF2B5EF4-FFF2-40B4-BE49-F238E27FC236}">
                <a16:creationId xmlns:a16="http://schemas.microsoft.com/office/drawing/2014/main" id="{C4FCAF58-6BF5-4707-9956-75448B0C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text-Plan reception">
            <a:extLst xmlns:a="http://schemas.openxmlformats.org/drawingml/2006/main">
              <a:ext uri="{FF2B5EF4-FFF2-40B4-BE49-F238E27FC236}">
                <a16:creationId xmlns:a16="http://schemas.microsoft.com/office/drawing/2014/main" id="{0170CB42-454D-40FD-BDF8-DA2848B1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Plan reception</a:t>
            </a:r>
          </a:p>
        </p:txBody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5D9777-0692-4E54-9981-F37A2E9C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heckbox">
            <a:extLst xmlns:a="http://schemas.openxmlformats.org/drawingml/2006/main">
              <a:ext uri="{FF2B5EF4-FFF2-40B4-BE49-F238E27FC236}">
                <a16:creationId xmlns:a16="http://schemas.microsoft.com/office/drawing/2014/main" id="{393F9B6A-550E-489B-8123-A610ED23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5" name="text-Order cake">
            <a:extLst xmlns:a="http://schemas.openxmlformats.org/drawingml/2006/main">
              <a:ext uri="{FF2B5EF4-FFF2-40B4-BE49-F238E27FC236}">
                <a16:creationId xmlns:a16="http://schemas.microsoft.com/office/drawing/2014/main" id="{40464DD0-4F35-4127-9C5C-4121BD78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Order cake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B6917F-E9E5-4CFD-82FC-787D3EC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heckbox">
            <a:extLst xmlns:a="http://schemas.openxmlformats.org/drawingml/2006/main">
              <a:ext uri="{FF2B5EF4-FFF2-40B4-BE49-F238E27FC236}">
                <a16:creationId xmlns:a16="http://schemas.microsoft.com/office/drawing/2014/main" id="{C77CC480-2703-47CB-B016-24075544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8" name="text-Book beauty services">
            <a:extLst xmlns:a="http://schemas.openxmlformats.org/drawingml/2006/main">
              <a:ext uri="{FF2B5EF4-FFF2-40B4-BE49-F238E27FC236}">
                <a16:creationId xmlns:a16="http://schemas.microsoft.com/office/drawing/2014/main" id="{E38F7BF0-2897-4F2A-AADD-E1B098DD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Book beauty services</a:t>
            </a:r>
          </a:p>
        </p:txBody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1B2E52-9554-4CCA-A0BD-A0F31C88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checkbox">
            <a:extLst xmlns:a="http://schemas.openxmlformats.org/drawingml/2006/main">
              <a:ext uri="{FF2B5EF4-FFF2-40B4-BE49-F238E27FC236}">
                <a16:creationId xmlns:a16="http://schemas.microsoft.com/office/drawing/2014/main" id="{56F88342-A153-47E2-A264-E7AD4C0D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61" name="text-Confirm rentals">
            <a:extLst xmlns:a="http://schemas.openxmlformats.org/drawingml/2006/main">
              <a:ext uri="{FF2B5EF4-FFF2-40B4-BE49-F238E27FC236}">
                <a16:creationId xmlns:a16="http://schemas.microsoft.com/office/drawing/2014/main" id="{324E9E11-7155-4053-BF3B-697D5111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rentals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16D555-C3B8-4498-9044-F871E65F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checkbox">
            <a:extLst xmlns:a="http://schemas.openxmlformats.org/drawingml/2006/main">
              <a:ext uri="{FF2B5EF4-FFF2-40B4-BE49-F238E27FC236}">
                <a16:creationId xmlns:a16="http://schemas.microsoft.com/office/drawing/2014/main" id="{39D90C14-41C2-42F7-8E6D-5491012D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64" name="text-Build seating plan">
            <a:extLst xmlns:a="http://schemas.openxmlformats.org/drawingml/2006/main">
              <a:ext uri="{FF2B5EF4-FFF2-40B4-BE49-F238E27FC236}">
                <a16:creationId xmlns:a16="http://schemas.microsoft.com/office/drawing/2014/main" id="{B55A4728-14BF-40CE-9D47-8500FC27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Build seating plan</a:t>
            </a:r>
          </a:p>
        </p:txBody>
      </p:sp>
      <p:sp>
        <p:nvSpPr>
          <p:cNvPr id="6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886DD1-AC94-4D3F-974B-F271B935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checkbox">
            <a:extLst xmlns:a="http://schemas.openxmlformats.org/drawingml/2006/main">
              <a:ext uri="{FF2B5EF4-FFF2-40B4-BE49-F238E27FC236}">
                <a16:creationId xmlns:a16="http://schemas.microsoft.com/office/drawing/2014/main" id="{B6EDEA63-9ADC-44F7-A73E-ED0D4878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67" name="text-Send invitations">
            <a:extLst xmlns:a="http://schemas.openxmlformats.org/drawingml/2006/main">
              <a:ext uri="{FF2B5EF4-FFF2-40B4-BE49-F238E27FC236}">
                <a16:creationId xmlns:a16="http://schemas.microsoft.com/office/drawing/2014/main" id="{92DFEB28-B361-4F63-A80B-FA62FCBC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Send invitations</a:t>
            </a:r>
          </a:p>
        </p:txBody>
      </p:sp>
      <p:sp>
        <p:nvSpPr>
          <p:cNvPr id="6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114168-12AF-4EB2-8F3E-D7EB5A63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checkbox">
            <a:extLst xmlns:a="http://schemas.openxmlformats.org/drawingml/2006/main">
              <a:ext uri="{FF2B5EF4-FFF2-40B4-BE49-F238E27FC236}">
                <a16:creationId xmlns:a16="http://schemas.microsoft.com/office/drawing/2014/main" id="{49DEBBD0-06D6-4E8F-BCFD-EBB82663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0" name="text-Track RSVPs">
            <a:extLst xmlns:a="http://schemas.openxmlformats.org/drawingml/2006/main">
              <a:ext uri="{FF2B5EF4-FFF2-40B4-BE49-F238E27FC236}">
                <a16:creationId xmlns:a16="http://schemas.microsoft.com/office/drawing/2014/main" id="{853C7E7D-B091-43B6-9459-4DCC115D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Track RSVPs</a:t>
            </a:r>
          </a:p>
        </p:txBody>
      </p:sp>
      <p:sp>
        <p:nvSpPr>
          <p:cNvPr id="7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22029F-ECDD-4241-B256-948D364B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checkbox">
            <a:extLst xmlns:a="http://schemas.openxmlformats.org/drawingml/2006/main">
              <a:ext uri="{FF2B5EF4-FFF2-40B4-BE49-F238E27FC236}">
                <a16:creationId xmlns:a16="http://schemas.microsoft.com/office/drawing/2014/main" id="{7234DA49-228E-4681-8590-19A1F8ED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3" name="text-Finalize timeline">
            <a:extLst xmlns:a="http://schemas.openxmlformats.org/drawingml/2006/main">
              <a:ext uri="{FF2B5EF4-FFF2-40B4-BE49-F238E27FC236}">
                <a16:creationId xmlns:a16="http://schemas.microsoft.com/office/drawing/2014/main" id="{77A34DA7-1B92-479D-9ED7-2CA48F9F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Finalize timeline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509610-1D0E-49BF-A255-D9D0BAC5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checkbox">
            <a:extLst xmlns:a="http://schemas.openxmlformats.org/drawingml/2006/main">
              <a:ext uri="{FF2B5EF4-FFF2-40B4-BE49-F238E27FC236}">
                <a16:creationId xmlns:a16="http://schemas.microsoft.com/office/drawing/2014/main" id="{FCA47928-44A1-41AD-83DE-EECA9CF0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6" name="text-Confirm vendors">
            <a:extLst xmlns:a="http://schemas.openxmlformats.org/drawingml/2006/main">
              <a:ext uri="{FF2B5EF4-FFF2-40B4-BE49-F238E27FC236}">
                <a16:creationId xmlns:a16="http://schemas.microsoft.com/office/drawing/2014/main" id="{0AA1934D-665B-4A91-8067-304081ED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vendors</a:t>
            </a:r>
          </a:p>
        </p:txBody>
      </p:sp>
      <p:sp>
        <p:nvSpPr>
          <p:cNvPr id="7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B3B873-5BFE-44A8-A074-20AB91BF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checkbox">
            <a:extLst xmlns:a="http://schemas.openxmlformats.org/drawingml/2006/main">
              <a:ext uri="{FF2B5EF4-FFF2-40B4-BE49-F238E27FC236}">
                <a16:creationId xmlns:a16="http://schemas.microsoft.com/office/drawing/2014/main" id="{4B37AC86-E61E-4923-A969-A393BBCF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353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9" name="text-Prepare payments">
            <a:extLst xmlns:a="http://schemas.openxmlformats.org/drawingml/2006/main">
              <a:ext uri="{FF2B5EF4-FFF2-40B4-BE49-F238E27FC236}">
                <a16:creationId xmlns:a16="http://schemas.microsoft.com/office/drawing/2014/main" id="{0B0F1DA5-ECCB-4D0F-8DEB-108ACE9B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28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Prepare payments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190C1D-B7CC-401E-BF0E-43829DAF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581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checkbox">
            <a:extLst xmlns:a="http://schemas.openxmlformats.org/drawingml/2006/main">
              <a:ext uri="{FF2B5EF4-FFF2-40B4-BE49-F238E27FC236}">
                <a16:creationId xmlns:a16="http://schemas.microsoft.com/office/drawing/2014/main" id="{7418F3A9-5DB9-4E9C-993F-70D1F490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781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2" name="text-Pack essentials">
            <a:extLst xmlns:a="http://schemas.openxmlformats.org/drawingml/2006/main">
              <a:ext uri="{FF2B5EF4-FFF2-40B4-BE49-F238E27FC236}">
                <a16:creationId xmlns:a16="http://schemas.microsoft.com/office/drawing/2014/main" id="{31367C87-A465-43C1-AF35-E6BAFF72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6715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Pack essentials</a:t>
            </a:r>
          </a:p>
        </p:txBody>
      </p:sp>
      <p:sp>
        <p:nvSpPr>
          <p:cNvPr id="8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26952A-3414-4089-9ADC-95F58462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010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checkbox">
            <a:extLst xmlns:a="http://schemas.openxmlformats.org/drawingml/2006/main">
              <a:ext uri="{FF2B5EF4-FFF2-40B4-BE49-F238E27FC236}">
                <a16:creationId xmlns:a16="http://schemas.microsoft.com/office/drawing/2014/main" id="{A1F063FD-8209-4C09-A184-EE94962C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7210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5" name="text-Enjoy the celebration">
            <a:extLst xmlns:a="http://schemas.openxmlformats.org/drawingml/2006/main">
              <a:ext uri="{FF2B5EF4-FFF2-40B4-BE49-F238E27FC236}">
                <a16:creationId xmlns:a16="http://schemas.microsoft.com/office/drawing/2014/main" id="{A4B49ADC-DFBC-4EEA-A3B8-A2381F80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14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Enjoy the celebration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CA165B-62A3-4EB1-8C98-FC9000A6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7439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051061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dbaaa3d3b43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AEECCAE-88DD-4850-9CEA-9CD866D6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D072A7E-92A0-4A8D-B11C-944978BA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January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F6AFDE3-8858-478E-939F-EA16D64A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JANUARY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C4E2C9C-8C85-427C-B313-B249BA3A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8B974F1-E17D-48FF-842F-6D383C657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40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A310F96A-47F3-41D2-B1D8-2CDFD9DC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A291AC9A-E0C6-4ABE-998D-9B8D913B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6282F4-C08D-4D20-A175-EA19517B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D6B8740B-418A-48EC-BC62-CF932B6B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A1A5C9-7032-408B-BEF9-57D5FC15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05B91472-9F14-4EE5-BAE0-26BD9F74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DA0A84-3D2D-4272-8611-CEE9DA0F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62A04305-0072-4345-A1F7-BBEC734D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E2DA78-C424-4F4E-92EC-C8F9BD6A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27AD3ED9-A7C6-4C71-820E-616C7AF3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E28C8D-2B35-42F3-A945-C52A8CEB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6D5A0780-7A0A-405E-AFFB-DCC15301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B56D18-DEAB-4961-A805-188DB398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1DA4BE6F-E80C-41C7-9F4F-97C6BB88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932B83-C0D8-40C9-BB8C-6650948E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FA02D0-190E-4A21-ACD3-9882B4D1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B4FE11-4750-414D-8708-C857E2F9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8FBB7C-C8C0-4AA2-B593-09D6EAB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40227B-80FA-4628-8632-323CAA0B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E72049-08FB-4222-90A6-487D2268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C3E4A4-F7BA-4828-8B2A-337231D9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2B41FA52-5A76-473A-AC6C-634E703E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7D222BC7-62C1-45B0-9252-1327D19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F28976-A9F4-4604-AECC-82C3E602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950D8877-58D5-4FE7-A073-1678970D0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B8AE78-4646-437B-8D87-6071A469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FFBF2DEA-A32D-4B24-BF49-D0ABD903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E38335-1863-4F83-86AC-B068F584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6A74F3F2-2BD2-41F1-A9EC-AB86ACAB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F14238-A3C5-48BF-A24B-4D3A73254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624FE579-6B76-4965-8BD2-CCB2A22D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4686E5-D6C6-4BA6-B9BF-4AE7E7E3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906E8CD5-85EE-427F-8076-09C46776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E74B73-E1AA-4834-82BF-87D31097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44D44FFC-2DC3-43E8-866D-66686599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AC6694-8875-4B1C-B62D-DF792836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66266E1B-F0B9-401D-AC71-FE663CB6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D9B817-A539-4F99-92DC-27DC3942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F8673F49-B2DC-4E00-8E5B-8186F6CA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F51A1A-AE1F-47AF-8386-41E04D98B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1294071A-DD1A-426F-AEC2-BCD2863D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896FC0-BAD9-4569-9B02-08588547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C88AF3FF-9C39-46C8-A3FB-CCAA2A18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0CDB8E-6BFD-426F-B40A-4EEAA031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541C93-476C-467D-B965-CC1E249A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A36826-2D98-4BC3-B547-AEDD414A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28C2D5-1AEB-443F-A9E8-04F456EAF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3366B6-961E-48D8-AF92-460D1C4F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AA6602-9E64-44E8-AF7A-06FA5371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B22178-C707-438E-8DC0-10B21EB9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B1FFEB-BD75-4305-A1DD-5BF02CF6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A4B028-40DD-408D-A85D-77CC9FB0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DD088D-329F-4F75-9C19-E2DF408A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023C7E-5F53-4449-AC84-50B802A2B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1427352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9fd9041044d2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1091E44-88F1-472E-AA68-16BD387E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2DAC404-F4EE-4615-8005-0025156B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February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4D9A50B-1DE9-464C-97D4-6433DA20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FEBRUARY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7AC2E87-A5C9-4376-BFC5-478047C2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8A5034A-A733-4461-801B-3D52F1146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41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E4E2085E-40CB-403F-8DF6-C6E1A904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B5BF5E22-7AEE-430B-A4E9-3B41E5DB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248728-9E4B-4955-825D-92301A561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C6435353-D441-4317-86E8-E85C27F2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B67DA5-53BB-40A0-BE4F-584DCED8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BC6F7404-C100-49F4-8F3A-2C4A5E87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CC14B3-A71E-43D8-B2A9-E057AF59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59FFE48E-FB3E-4127-8C99-330E1E53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E0FF96-82C4-4363-A7D1-D1C59FEE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6C44D616-90E2-4A7E-82E5-F3C16B44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A26053-A7B4-4634-8A35-F7C2A293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933F67A5-FE39-403F-8CE5-1BE2EA87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F2AF82-BF5C-4F53-BF53-295261B6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B19170E1-D7CE-4C40-BF01-B2D7DEEC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79D0D2-54C0-4309-A210-00CFCF1F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32E2A7-15D9-4B8F-A795-946CB6D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7D4888-3BE0-4BC9-B68C-50575ADF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4FE2166-4B9C-4DD4-89F4-28D49DF8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7170C2-15DF-435C-8798-D17745EF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7146F4D-2520-4679-A9E1-E1761C7A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364592-CF5B-4C2C-9A81-E7E2B382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8D357AAB-8BC9-4AC7-A7C2-987CBB2D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BC84CA7D-F787-4012-ABD9-4C1F3981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08A009-CAA8-4C53-80C4-C8E059C11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3D2BC99D-8342-4211-857E-EC4D1A69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F384EEE-3031-4593-86FF-5CA2D2B3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184FD1C8-B0F6-426A-AB4E-1D47E5B3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CB610E-0AFC-4EAE-8529-BD15BC6D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B3387765-83DD-4D80-8FB5-04206CB2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862E90-E38C-484D-9050-17AD9884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9A440EED-027B-4CC9-B669-3785D7FF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84DF05-7063-4D70-8C42-02A496FD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9BB75B1F-1571-4CF8-9CA7-BC9085B33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B53334-82DF-473D-A362-CB5774EA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C3A9CE2F-B7E3-47A3-89E8-67D0941D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80D561-7F69-48B5-A3CE-12FCE38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44B32602-9D45-4AF1-B5A2-46ECB21A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893E5F-9400-4C35-8896-5C45DF53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38F27C5E-33B3-45C2-9207-D62CD0DA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DC3539-955D-42CA-AA34-BE37FA69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3C0EC4B0-9BD2-4F43-AA6F-54612F95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C4CA19-4DAA-43DA-9DD3-94C45341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D93A8DF-17B6-47A6-80DF-5FA02F30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433A78-7F5C-47F5-956F-DD7867A7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AD1316-225D-40F9-B480-BD13095E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D9E6B5-8885-487E-8C79-C1A12EEB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B6189E-B1D0-4C31-9E53-5F58ED51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7A06EC-D78C-4F13-98BE-4870656B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FC1882-8E8A-42AF-BFC1-F52C7CF8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0A6662D-E3C4-43CF-B23B-5BD4AA751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8483A3-ECCF-4546-8658-413D75B4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88070D-DF92-4B71-870C-22EF1F57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CAEE21-C0B9-4634-928D-F57FDA52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A37A97-E1DD-4B8C-A763-F8E3E283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046409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7fa67034a43c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0D66C1B-2E29-4C12-AD70-426A605A6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B3F927D-75E6-4992-9D48-33CB5504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March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CDB90DA-FF18-4573-966C-14964B4D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MARCH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CEC3BAC-684B-4230-8C9F-00AB19829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DE665BC-85CB-4B2C-9ABD-7ECDE336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42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E69CDF26-0DCB-470C-8E0C-15EBE933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B848579D-AA24-4D40-A75A-2BE82FD4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DC811D-D90A-4FE6-9565-B587107F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6F1623E5-CD37-438B-9DF6-06334AD5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F1715E-519F-4EC1-AF4E-2AAA5329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3BAD6083-360F-4FF4-A934-91659898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F40793-B79C-4519-BB42-AABA8015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3F705C4B-793A-4F36-9379-D3EA8865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B35BFD-EBFF-4BDA-BDA5-4A1EBE2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A21F3F08-7876-466A-990F-4781FE03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57421B-4D16-41FD-B0EA-56F18BF6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DB45C037-3C73-42B3-BB91-CA904911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2DD229-2363-47F3-A06D-3848EDC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7B264CE1-B31C-430C-8B73-60FA23D03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F7BF40-9145-451A-BEC9-B78100DD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6F6052-9DE3-4984-BE86-D028D8D4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26A8F7-8050-45C3-8264-0E7369D1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8E55A4-D0BB-49F0-B642-9CB37A87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CC088B-C8EB-4359-9D7A-824CBA3C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A7024D-A6AB-464F-93A3-059EFE1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24FAA6-3737-4198-AA27-1C5B4B7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11B4ABCD-86C2-45CD-B207-2E65E61B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A5EC662B-F072-4751-B7D0-3F523AD1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F27985-60FA-46EC-ADB3-A9E53909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194BC3E2-8537-47A6-BA37-233D83AC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45BB6B-329A-45C3-A340-A9229AE3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26CFA8B1-69F4-43ED-AF63-82F2A2D5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904945-AFF2-4CE2-994C-C38EF96D1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16195D40-FB88-4B8F-952D-7AD03C59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0CED50-875F-4A35-AC5B-50EBD05C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F008E29A-5038-4232-969D-55F7CE39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76CE35-432E-4954-A462-D7B9430C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7AD6281B-C89B-422D-B225-D32A6FD2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C67F57-A44C-4AFD-B821-0824592C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C36B71D8-EE18-46D5-A3F5-6E6010A1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3025767-BEF5-406A-BBB4-B3C546FC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77FA1949-D39F-4E5E-899D-5FD9D207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992905-3DBF-49CF-8047-04D1C639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5BADCB8B-AB26-4C2F-A7F2-ABC14A44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B02FF9-03A5-4FC9-8457-364EACA7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9E593007-44F2-40D0-8C2C-B552B7BB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75626C-9809-4262-8572-2209E861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5E7C85F-953C-4765-8374-329BAE99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B52497-E3F3-4E49-96D8-9D9C57C9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803A06-158A-4461-963E-F89D32E2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728259-AA6F-452B-A2E1-75194139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059DA8-109A-4361-BED0-12212E13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2ED4B6-2ADB-4DA6-864F-41409E2A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F5BF2C-EF54-40A1-B309-E8D55837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215387-7F05-4E8F-9918-FA2833B5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2EFB97-EAFE-49CB-A1B2-46C37210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87906E-BFB0-4D1A-9219-50088691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5F78A2-8D5D-4DD3-8099-9D2C0B963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0F03C1-D851-4A73-BAD5-17326978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5298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4fde6acc143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18E7DF9-95CC-4EAA-8B6C-A0B4C4F0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687D29F-47FB-4D68-ABB3-79491204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April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1D1857F-A61E-4FB2-B0B3-4F79E6E44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APRIL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20A6744-1241-42B9-B0F0-13A71C292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13A5226-F88D-40D0-9A94-57C65308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43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F93787BA-15AA-450F-A0E1-140D04E8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A553062C-B590-4A4D-9660-C9CE444F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59CF74-F29B-4508-852B-EA32C59F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899EE902-C1A5-4DDC-BD0D-2758973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4C65ED-1A3F-4B92-BAE9-B76CB226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9180BFC5-5F61-4E5A-8531-DD4DCF67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639C93-7AEE-4BDD-97A7-ADF4312D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AB790197-11AD-4DA4-B2E5-FFA90539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7BCFE9-F05E-47DB-8D7A-8B1A630D3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038115FD-E6F5-4085-8620-E3307BD5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5B842D-0274-4F7E-A089-037376B6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7CEACD9E-AD05-4C40-9B83-48BFF68D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32BABA-B996-45D7-AD5E-294337CA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48795EB1-325A-4D54-9572-CB098BAC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470AF3-AC9B-48EA-AE45-6BE31A986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CD219C-9B1D-4D5A-9769-93AE99C7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06D1FB-EA9F-4DBB-96EE-04A01FCB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5767322-6C3E-446A-995B-FCFDDFC5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1EFE99-127D-46DA-BB9E-954BF7174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032173-E96A-4F0D-9F2A-2EF77C08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60FAE5-13F0-4CB0-A2DD-0919373F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E65DE0A6-75FC-4436-BEE4-5F5B6558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DE366144-1061-4745-B6AB-11F0231E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6F3B12-AC02-4993-840A-D558A380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23AFB617-C949-4B4B-97D3-19AD0617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B8BDB0-1C07-4DE6-86BA-CA96E93B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9D622DE3-D5DC-4270-A144-5F5BC1CC6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FA33FB-44B4-4811-AD59-31956BA6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2286A947-DE12-427D-BE3D-F371587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023328-1A82-4E40-ADB5-FCFF8D95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E6B1AD60-3461-400B-B66F-BD85A8B0F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145D80F-BF80-4513-8DBA-2EA15D17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69779DA5-6257-4418-9831-0B67E3D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D40AA3-BA07-4813-9591-D826A3FE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4FBB40D8-7995-4034-856A-645337E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47908A4-017E-4520-AE3C-279F36E5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88F57A75-FE56-4F21-A65B-50ED3B28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02057F-1675-4090-8AE2-EF7B3918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F6DA2CA4-D94D-4D7F-B1ED-7435542E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AB5A5C-1C4A-4E26-8B80-296DACF3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ED745778-C9DF-4207-BD30-7890E5EB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B925ED-96F6-4CC4-8957-6EB8332D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507E7C0B-475D-44BE-A663-92F586A8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5ADA59-BC8C-4F4F-A846-EA9900F3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26875F-256A-4F84-A2B8-976DE8D5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A4FA6A-8E68-4F3F-8F3D-819639AA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1B6D86-54C2-4C56-B12A-0BCE562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42E082-D1C7-490D-AD70-FE382110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CD9C82-2A34-442D-B0B3-7E24E0E8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37C3D1-3E22-42E6-B0D7-0418167C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CC50EA-A30A-465E-B3B6-B3DC4C6E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2A2521-ABFE-4CEF-AE93-1767D5FF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CE3060B-66A1-4CF1-ACDB-339605F4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289BD2-4FA2-4552-BFFB-CDC77E36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2195061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b156ecaa442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5188CE8-E0D9-4F83-B0F7-1BF6BD17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5BDBE90-2E76-4F2F-860C-9D0E895D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May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3B32756-9140-459A-A7DC-D060B411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MAY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2E8A821-FC67-424A-B1ED-CCF43923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3F49F30-1041-453E-AC4A-BA0D31EC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44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9709CC61-A9E7-4DFA-9873-C3CFCCD7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6FF3040C-A6E1-4D1B-A5D8-3A5C5ABC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B92488-4B05-4A54-8BA5-543E11E0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119E7060-C901-4000-94C3-78D35450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962F41-939A-48DB-B56F-6E38915E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B236D190-AD89-4961-942D-23BCFC712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5E4C26-898D-4F10-A54A-B6C61516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1DB76A78-330B-4F02-90DB-6AC06817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CD7B8EA-F86E-4AE1-B71E-955AD42D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BE163619-1756-45B4-968E-6AD36DB3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C7DD71-E8B0-4145-A848-54F7E72C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22F5C0F9-106D-450C-BE4F-4FFDCDB2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0E1BC5-B2C5-440C-A8D1-F3B8D1FAE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8A61D37B-3D38-41A1-B79E-E4793C4AF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9DC8C78-57F8-46D8-B6A3-AE0AF59F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A90AE8-F8EF-4178-983B-A31CCDA3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06ABA0-D824-4077-8D25-6B85F232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B5FAAA-88A9-4F60-A626-0175D94F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D9B192-9D0D-47C4-8E2C-0495EBA2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DB3D70-4B47-4D31-ACA1-21587832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71661F-230B-4AA5-A56E-D846ED2CA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2CDB061B-D8F9-4D0C-8DD3-35BADD3F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4B566E44-9D5F-497D-BBF5-A2740F81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6078CD-2CCF-46B8-A64A-A94FBC6D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63BE5BEE-10E0-4C19-8A63-83ACB4DD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F2C989-4F63-47BB-8D21-2CE38FD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A0ACAE00-7485-4560-95B1-208E4F48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BBE94A-5392-4925-B821-A8C6EF11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CAF6E9FC-0828-4F0B-8C73-1CC3ACD4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4EE1B6-5204-43AD-B36E-888EB509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BE065713-73E5-4062-9CF8-F777334A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CE16CD-5BAA-4083-A698-7F8E0B53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E2852289-9B1E-4FCC-93E8-8F9832DF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E8A0AB-54B4-4052-9603-120F1380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8AB170CD-AB8A-446C-998A-C4E3510E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C17B67E-728E-48C7-8C44-5F037558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30221E12-743D-43E3-A48C-E4EB02D6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98AC4F-22C5-42AE-BF76-DDA5B084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99EF9FC5-DAE6-4721-959D-2CDCF777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D1BFB5-B919-483C-A404-862762B7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7E775FF2-3B96-45E8-8B30-18BB0FE5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8289FF-F145-4C9E-AEEE-28BCB6AA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BACD7458-4037-4666-A9EF-9312961F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31C817-A7D3-449D-B7BB-F0DDB07F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E6E1FF-A002-430E-880E-A7D85DD2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866E95-B57B-40FA-A48E-063C377A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0E93C0-6A4C-40E8-840F-8F891EF9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3BC3B8-5155-4F52-B931-C4DB383B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BAF00F-F8C3-45BC-BA25-33B9D4F3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FC3345-DC16-4705-A0D6-AB56763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3152C1-69A5-475D-9B08-07FC524D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357A14-D224-44BA-82D4-6CB52806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0F2F20-A192-4BE6-9130-936AF465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843AF5-1BB2-47B1-A453-EAA9DE81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5161572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25294a2c043e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972CF9F-BA8C-4876-BCF2-D3F7C8D9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1A0550A-8C2F-4E6D-BD35-398060BF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June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6E16F84-9ABB-4F8C-A329-7964AEB2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JUNE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E6D523E5-00BB-4A22-8550-8C81A810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D7BF10-4D8E-4A63-9826-A9D2A540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45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02C29EFB-49D3-458C-82EA-0C2487CA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2C1616FA-204D-415A-8CA7-5711D8E0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2398CC-62E7-4E67-9E6C-F4EEE77A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0BF073D5-71D2-4706-A871-8B3F655E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935117-20AD-457A-A2C6-C12AE2B7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7299E1E9-1167-4EAD-B66E-6BC25D08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69C8E7-5265-4741-BD4A-D8F3141ED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E4E94D2E-42F9-4F04-8E78-EDDC0E4E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799552-A149-4102-A387-5A0438A8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DACF80BC-610E-4DFF-B0D1-42B90B2A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36461C-9500-4ECE-B0EF-C30F4EFB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247B21A3-431A-4883-8A3F-E316A5D5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4BBB4E1-8282-47CB-880A-0F9CC9BB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3F61589E-1DB6-475F-A402-6248C8A4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E98FA7-910A-4A16-8A25-AC0230C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CED909-932D-47CD-90E8-CED76882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093DE6-ABD8-48D7-B95C-E88F3D13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55E59B2-B3E7-48FB-BD93-C6878C05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C0D65D-5C6D-4DF5-9203-904E61F8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3FAB29-CAE6-4483-9FF1-05327470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679615-5C35-40FB-9D56-F4DD6542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0E967595-36D0-4507-80B5-C4F33FBD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AC11D955-29B8-433D-88A0-153A30BB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752029-1639-4678-977E-64827687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0F454D0B-A898-45C5-8AB3-77BAAE59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1FA486-C035-4089-AB56-8FBB0667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B2EE7A7B-19A1-4A51-8F91-83674E3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1ED2C2-0954-45F0-A9D7-BC0D1BF3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21A11E0B-51E1-4CAB-BE61-9F13D356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4BA97A-F201-4C0B-90EA-9335C6BF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C309836D-6177-4A01-82D2-5921C528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1EA81B-C2C9-41BF-BC4F-58A1FD6A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E4AD7BE8-6A16-409C-A2F0-05977C53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2D9F67-8CAF-42D6-BD67-F7BA36A6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893ED22E-62EF-4F14-8F2F-085C422B6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465B72-A630-4DFC-87AD-81DCBA05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A8C33029-CC5C-4224-B7C6-C742F77D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83E0D24-65D6-4E7C-9D49-E56A59C7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D0FEFD36-5B45-4B9F-9365-FC89F77C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DE5256A-904D-48A3-AC14-776A4AB3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490466A7-859A-41B1-9C75-D5770127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F4A55C-DAE6-42A9-B96E-5ECD0A62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FCB7E62-1A4A-457A-BB13-34439907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9E4023-BAA2-41D2-B3B4-E2B06F3C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378E54-3E89-4498-B337-532E188E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B99B3A-2E0A-4AAC-A45D-178805B8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56D1A4-5D1A-4E4A-B171-480BA1B5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98F906-7DBC-4CD3-A241-5D9D5131B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56E2DA-367B-4A70-9EA3-C8FA6095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6D0A49-6CFE-42EF-93A3-F8EE409D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E09331-9DA9-488E-9E14-0C17FEF4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17ED28-2E85-49A5-8882-BE5B0382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36A83B-931B-460E-9A56-F96A1C0F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8F6D1C-3FFB-4571-A98E-23929FB5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0260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17af63fd04d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FA31C69-A6B8-4D3C-A964-15A664DA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D7365776-DACE-4525-AE36-6A8A4884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July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BA025F7-A896-4D49-B3BD-BA67B033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JULY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5BE5DFE-706F-431D-A4CD-1C9E6AA6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F62CD6A-1A92-45A9-8B2F-9E354556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46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F112BA12-773D-4628-8392-3473A436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C991E516-6350-43AB-B19E-EF36FD3B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951E3B-C0F2-47C0-8EAE-95F56B78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34A849FD-F726-45B8-AC8A-EE11A954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885E54-45FF-4B90-8ED9-46167844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8B07D3CC-FE52-4A6F-9F17-6D7CB294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E0379B-ADA0-482C-A09D-CCF91023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C9AA3FF9-CBFA-49F1-BCF0-494E3F82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12E1A8-FE0E-4815-BAE7-78D8AAD3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8CD949C3-B44F-4E98-84A5-2DECA976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DCC62C-9E59-4F56-9E86-29D1236C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9F7F80A7-0609-42C9-9329-4A54643C2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B9862E-4CF9-47E5-B294-CB57541B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9F9C8135-4171-4076-B1FE-27239A25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ED6FCB-74FF-459D-8E40-6E66E264D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18CAA2-12C9-45BB-8BC9-FDA92EB8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FACAD3-E167-4B47-9B7A-60F685D8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BFDA94-ACB7-42AE-9CC9-62D331CD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125342-B23E-4288-9BE7-75DC4E8C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154CB7-FBD3-494E-9E9F-BD26F7FF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806F63-0B1F-4B7C-8787-41F21C11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E8424F1B-3728-4E21-B532-B4B5DEF8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E4380EB1-09EB-48A0-B531-3696F7FA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B1205C-2FE4-4172-9C17-FEED3F6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1E05BF81-D5BB-4C6F-AE71-C0B0BB8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83B2B1-61A7-4CEB-8173-7BA39B56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253A6230-850F-40F7-9C42-A43A4EAC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863629-4BA8-44BC-BBD1-6F5C4170A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4034020C-3238-46BA-8B35-9B232E62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171538-5165-41A9-85E9-36180A96E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C56474FA-3110-461B-B544-139DBBAC5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CC9CCF-C23A-4EF8-A052-5E02456A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D6038396-7C41-4B29-B59F-98788907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79F338-25DD-4F6D-8D35-F97011C2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90527A4A-CCD3-4E2A-937C-9065CD57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AD73A4-D9D7-4A97-BE9F-F0F10E41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8813E9BC-AB6E-4C05-B1A7-FA8CECEF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172464-B644-4275-B611-661D063C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483B0D26-620D-4B9E-BA45-0E45F7FA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18D96B-9320-4F7A-8BAD-F1DDD441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1DD8AAFF-0258-4EAA-A303-30E3A959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A1A669-4B39-476E-B55D-DD9D0186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DD022C59-57F3-4B83-98F1-1D9200CB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262CDF-05F3-494D-934A-9963D1FE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50BFDDF-2B72-4D78-898D-EEF78704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2F1D02-1AEA-4179-A635-591635987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B962BC-7483-45CF-A6FE-C1106A2C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4AC1090-5194-4DE2-9E93-7BBD2943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3A0690-316B-4E95-BE4A-EDC6EB9F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60E7A0-D2B4-4931-B082-3FBB044E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D16E4B-EF18-4946-BF92-D48693F7C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B055D4-2BF7-4903-9855-2DC25AAC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CD8FA6-6151-4045-9B7B-AD50BFA9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99B1B2-FDF3-4B81-9C25-9A6956C1E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8594167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51b75818574a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70DB78B-95B7-4129-B5A1-03701FA5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21750F8-31E9-49B1-9A5C-C20EE460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August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79A444A-DB2D-4109-966F-977E63EB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AUGUST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715C53A-08A2-4376-B019-84B46ABB7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85664D-BCBF-4E58-8BF6-0298535D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47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16624B6E-503B-4FD9-A994-BE25FFE4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29D83029-454B-43BE-AD38-69EFE03E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4A34B2-3A5D-4A1B-808A-3920E9DA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F9AC4D75-AD2C-49C8-91B8-98B24856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1A5BAC-AEEF-45E5-877B-91251484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BCC7AD96-A608-431D-9952-2BE4442E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8FB1DB-2A18-46CF-9BDB-09D40D13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11F906D0-DCA1-4E81-AC25-DC6894DC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ED49505-A515-4B7F-B979-AADE5EDB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087F0DBD-D138-4B96-9231-428C2011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0193BF-840A-4F87-B507-1C52622F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E0F20E42-7FD0-41D3-832A-FC29DC3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DB1CEB-5404-40FD-92DF-B0CA64A9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BD5AB7BD-BFC6-4C64-A059-AB2F8548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376481-34B2-4451-9741-B03156C39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A8D8409-A617-41C3-B89B-405195DC5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421216F-CC73-4468-999C-589F79F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95DBC3-C757-4CD0-9776-6B6CC229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160506-B2D4-475A-AC34-EB33006E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7E1B3C9-2923-4FFB-A194-05873F6A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925BB5-9A0A-416D-829E-8D3515DC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AC215A26-0467-487A-B710-0A402CDB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9A1AABF8-02DB-4BE5-ADD2-21C6FC73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598A1C-9541-450E-840F-03463D84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78A7139D-0D4A-4B1E-B85D-87AED17B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AF3E2E-D846-421C-97B1-2C664EDB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AFEA7DBB-5682-457C-A952-9BB2684D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047C56-FB24-4341-A8CF-09D158AD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E58C7603-CE5A-43C1-89AD-A484277D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0E4CDB8-BB99-4F7F-816C-90322CE74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60B69C80-6E50-4F4E-9379-D7C3BB2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D0F357-F632-4F4A-A0C5-0B7A0ADB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9301B2BD-09E7-4834-A698-2B0625649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436A9D-2606-4837-B59D-F68D11F2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B5B1FBE6-5A51-490D-8095-25CE8ABC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BEDEF8-D363-465C-8A64-9AD88C6D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D54CF637-152A-4769-94CC-7F9A4ADA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6C4064-E7E1-4C71-A816-F7AA17C8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452A2157-166D-4444-AAC5-9B29B4DF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8DC01C-9105-4BFB-B02F-22B0C4AF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3C5FEFE8-1504-4CAC-827C-0CCEAE74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6F01365-9AA9-4AE0-BEC5-7069AA92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D03FF70D-20C7-4AEA-A2B9-4E3441DB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767E80-9678-42FD-8B14-5C4DD066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9E4A1C-DD00-4E81-AAB8-2889181D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EF51E9F-5A45-42DE-8860-CE08929F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F4D6DE0-F796-46B5-BA01-2B69F5B7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11F4ED-4850-47A2-AD64-DB98435F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6E30CA-57E7-4E28-AA39-03A92776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73120F-3F91-4564-8B15-B8A72D2F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644573-4C9D-4294-BBBB-6B3E460A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D47EE7-FB60-434B-94F5-7A5E085D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E41889-3F01-4A2E-AC27-2C1B7A5E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E79635-5DFF-4B1B-B1B0-FD0575F54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255303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9c9654ffe4c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2B5F9CA-1E11-433D-9C28-74A02A4D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9F2BD47-CC82-4F3A-A888-C2D797A2C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September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EC30E10-777F-4736-B5AB-4D2F48C45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SEPTEMBER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BE8BA29-AEFF-4E1B-8557-DBABA957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FF3744-A178-49DB-BB08-C04F496D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48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02F10E63-5D68-425A-B70C-48312F1C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81075043-6B95-4A1B-B538-05980AE4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F74758-A89A-4B5F-A508-E6F930E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6E6695C0-18AA-4F37-BAA8-E6B952D4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492FBF-BD06-4C95-9030-DFE631C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4EBE70A4-263C-4D7B-9373-93D966D9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CE3843-0544-4E4F-9528-F3CA7889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C780C851-F3C7-493A-B09A-4620B531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D6CD0D-775F-4741-BCE9-7BBB85B8B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27B25143-977E-4BCF-89B9-258262F3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ADCCC6-5F57-4048-8705-B10F0B3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2A72035F-88FA-4F8F-9BE2-61F5680A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46A354-C9E8-436C-8052-FFF8E2CC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9FF7E43E-FB67-4748-8114-ED2F7B85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F151B8-9177-4A50-B049-C24C6C63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255CC5-0E0E-44D9-870A-D096723C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C199FF-C0D6-4480-ACEE-35B03E06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3D113C-DCE4-4DFC-A85F-9EB7029D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33F28D-DF3B-4B10-A800-76B46664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7AA47E-3064-4237-9F0F-BF63A33D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26714D-0D1F-412E-895C-BA0F6F02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CF35CEB7-2535-4C7E-B7C7-10A7DC4D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A3FCCF6B-BF78-427F-9644-C9B7168E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887CC0-E802-482E-A853-74B4B2BE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CE05D6E2-2E81-423C-8CB3-D21AF48E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1C2DE9-FC8E-40E6-926E-412FED3E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E588DDA2-804B-4D05-B2B5-C64D9D1C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A573EE-2C5C-4DF0-B4CD-CE194757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C776AE70-00DD-471B-97CD-93A5A79D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709D25-D7C3-4D15-9EB6-25471125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4F3BA84F-14B4-459B-9AF3-A41CEDA28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92DB10-9F89-4141-862D-AFE9DFA0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517F9BF0-7133-4331-8AC5-44DFB4D9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52EAFA-B922-4325-9FFD-36E7C5C2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6BC97721-D99D-4BC3-A806-D951C105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30FA8E-A72D-4E81-9AFE-C736EBB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8EC6F5A0-0D2D-4BA5-BC0B-6593DE6B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0150E2-ED99-4C7F-BF76-8DD02531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2517844C-1D2D-4E5F-803C-E9F7DF16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D526F0-0268-4526-B5FA-CAB957A9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64D48E5C-EF3C-4DB5-8F8F-537FA91A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A4C69D-970F-4F5E-8BE4-52D0E8DE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14D86552-8C38-45D0-8FF4-61D08CC0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E1E389-3EC0-4D3F-854C-1604234A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32DDBE-0726-463E-BBAE-9307521C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FAE6EB-489E-4157-87B1-334A61BB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986A84-5EE3-4487-A532-11952314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4E9F69-031E-4B29-A64D-B2C74BE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C03513-A86F-4D26-9BA0-02F728FF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1A6BC0-B7DC-4CFF-8F3D-DCDB78BC0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47D741-235C-4F8C-95F2-F66FFE4A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012BF3-29D9-4129-81C4-325EFA93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581786-DAF3-478D-85DD-4BA22A777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0429BB-5BA5-4321-8B49-11EFAD9E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2659833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1a277f4f54f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D2F0CF3-2CB8-48F2-BBB1-34EB0C69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3D25771-AC61-4E47-BFD1-DC71DE2F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October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CDBF024-7859-418C-BCA6-DCF353B4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OCTOBER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ACD4D4B-DDAA-4E60-B76A-EC560BE7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00CA5EE-A6E8-47DE-ADF0-FBD231F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49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4047A8CE-B1CE-454A-A87E-3C2A311B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D0740C18-F394-4928-999B-80E465E6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738D36-5B4B-4CDF-9986-635C7052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475DF2B3-CB90-4FEA-A927-7354255F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005F36-7987-4F51-930D-4146557C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30F2B6A5-E750-4180-8693-94C97CED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CAA432-75D1-40E7-B712-ED2E583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4D060BEF-A284-482E-A2BC-EE22A2AC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D8420F-52DB-4F13-92EE-2ABBD8A9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565BEC73-AF09-4523-8AAC-695148A5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F69140-F843-4940-9A84-44F44B67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C46AC640-6F4F-4770-934C-1855AFE5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CBFDE2-F691-4C36-85C3-E5EA914D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12C3BE4D-E948-48A4-91BA-31BC6E92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1BC94E-B57C-422B-BCA0-2167A513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9957B3B-A7C2-46AE-8DF7-29BF298A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8CAA70-E459-42D0-BD7E-9F8CFE3D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6BB971-B152-4DC1-92D3-9D2CDC5B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A3AF7A-D50F-4C77-8276-F4985A81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DA92C3-EB9D-4DD6-B804-66DFE58B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57D734-8E8F-4D80-B4F9-CDE17ADD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694308B6-A938-4227-9506-7C181F6B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A3E7FCD4-2E4F-43B2-84C3-31C4D039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EA05D0-725C-4DFF-8C94-BE278B791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A85A3BB8-381E-456F-9D69-B3E6473B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8FD7F3-C4E2-4732-BAD5-239929F3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C0712000-DA07-466E-BE9D-60813B6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7DE30E-79C4-4E09-802A-1CE74D12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91367B9A-0369-4455-AE47-EF64E886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29903F-0011-4C30-BF5C-B81145D9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54E4E42E-A150-47C1-B8FA-0169F5CB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498FBA-6309-4C77-BDA8-EBA31024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B7C97539-578F-4963-8EB0-E10A54B39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61C0F4-BBF8-4B75-B79D-968B1BE3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A443EEE4-6206-4B0C-A18A-326912E4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DEE5CE-27F5-4C26-B844-576793B97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E10D6D63-46FF-44AA-9A75-498A4BBC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409DCD-A757-4F3F-9B18-C4E2B2D6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993F64A0-8F62-4AE4-B378-9672397FA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8B3276-4472-4B43-A4E5-8D6F8CF0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A94DFB1A-6BC3-435E-BCB0-DB17B570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790BB7-515E-4F87-8481-FBBD0201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736B78AF-2ECF-43E5-A1BD-0AD26E2F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5800F2-C3AB-4070-BE70-A9BAF88E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756A52-80FE-4102-BF71-AB5FC4AB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543E31-4028-4A23-8F71-9B85C68C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DC519C-1D59-41DF-9CA6-938A1A4C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5F7870-74D2-47E2-AF94-F08B10C4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DC1488-C3A0-4FCF-815B-6B82892B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A61D2F-7977-4897-9750-7C8E0D64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4C98B99-C10A-4C13-A1C7-2E3DEB5C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8F2130-E818-4EA6-8A9F-77DBB8643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95B596-9377-40BB-BDF1-87E2BB29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F3E08A-11D9-4D37-85E0-AEE1E35A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034749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c495539b541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588AF73-7B2A-4FAF-888F-1E1DD2BA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41A8944-0F40-4211-A678-E220DA1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November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782C144-404D-4161-B65A-89F457B5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NOVEMBER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F09420-6CE0-4916-8BDD-61D5283A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857C9A-862D-450E-AF8F-2E4704C8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50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D67B9046-3F6C-41EF-9850-81AF1A55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1F363EDA-6645-49CF-9235-091ED9F3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12AA43-A3F4-4185-96BF-F05921E8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2CC91DC3-1774-4BB5-BD46-28C6487A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63089F-C9F0-4F4B-A43D-49EBD158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6D0CE24E-3B97-469A-B8FF-CFA1BACE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E765CA-FE51-4DF9-BF10-E4FBAD9B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D97600B5-A11F-4385-AD86-36A7636B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6A81C1-A2FF-4F01-8EF0-4F1C9AFF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251AF7C3-69ED-4808-9DF7-F6678A34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4084AE-E0FE-40B7-9F66-F82F2D81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EE63108A-6C33-4585-96C1-BB18FB17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58D1ED-2072-4AC7-980B-3A1431AFF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291D1DD5-8878-4C69-9184-ECCBB67B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EE0E59-8D10-44E4-8FC3-10178081C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F6188B-5163-4260-B4E2-907D8A0A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8857C7-00AB-4ABE-B274-E7CE5F73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2BF63EC-3500-4903-A882-37357B8D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A0F3A7-7335-4E69-A12B-9CCAD4E6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333515-9A0C-404F-8CD4-8930696A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494115-C0D6-42F1-B65D-248EF03D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5CC2ACC9-6FA5-4FF5-81BF-D51E2CE1D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87C1E961-E660-4CC5-87A8-A2F9CC09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259A2A2-8970-4D1B-BB4C-C0E8AF82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12EB14B0-BE39-47EB-A083-71D15403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474104-1010-4688-93C5-5C7835760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D3B68D6B-D794-4976-B5D9-63F0706F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01C4A9-52B6-4606-94C2-9B826EEC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E822F970-1CF5-4975-AA7C-0D29B00C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9AB2D7-EF3D-4B61-9749-DEE88671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E3E70D1A-689F-417F-96E2-10FAEE7F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6C561E-04C9-4647-BA1F-C9EE7EA2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002A881D-0CAF-48C6-ADF2-777E5619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DAE5BE-513B-4F81-B5F4-3EBA6869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25AC4244-F3D5-4E44-9BF2-399B317E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C61683-55D1-41C2-BB74-D15313FC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69C59E8B-1B57-423B-B34A-2AA14AC7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1932ADA-79D1-45F2-9137-5983DFF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70BCD412-31DF-433C-9618-F712906C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E365F8-C5C8-4741-9A7A-36393A30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7D8A2EE8-4C99-4349-BF83-6C0F5FE4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E8EAD6-9395-45B0-8678-E870AC58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4FA7E24F-6848-4513-9180-B3E0952A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EEB6349-3E7E-4308-BFC8-38C85EDE2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80AC91-4998-4A04-BE94-48C965DD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3A039B-C157-477F-B98B-6BEA6166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72CB82-4209-463C-A52C-D963D2C0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8AC2D4-5DFE-483B-B6C8-9B63D257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03E359-BCA9-4EA3-8276-5EC686D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E0E070-18F1-4904-AA14-7A0863BF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04296F6-6C51-4996-BED8-D326101A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1B21E0A-C532-47CE-9C1F-F8C07AB1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A28968-234B-4DC1-B9FC-B35518611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9D1C29-8C0D-4D08-9155-604BF950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102828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92b23e77804e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11301C0-C18A-4610-B601-3E3C2303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0A4CC6A-228A-4437-BEF2-D0722C5A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December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C7359B2-D6D6-4E06-A950-9AD1C320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DECEMBER PLANNING PAGE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645C9DA-004D-4E88-B5B2-3E3DA39E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920ADA-07C7-4B8E-BF6E-C10DE475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51 of 100</a:t>
            </a:r>
          </a:p>
        </p:txBody>
      </p:sp>
      <p:sp>
        <p:nvSpPr>
          <p:cNvPr id="7" name="text-MONTHLY PRIORITIES">
            <a:extLst xmlns:a="http://schemas.openxmlformats.org/drawingml/2006/main">
              <a:ext uri="{FF2B5EF4-FFF2-40B4-BE49-F238E27FC236}">
                <a16:creationId xmlns:a16="http://schemas.microsoft.com/office/drawing/2014/main" id="{8EAB9E8E-351A-4E3F-8289-681B4BB5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MONTHLY PRIORITIES</a:t>
            </a:r>
          </a:p>
        </p:txBody>
      </p:sp>
      <p:sp>
        <p:nvSpPr>
          <p:cNvPr id="8" name="checkbox">
            <a:extLst xmlns:a="http://schemas.openxmlformats.org/drawingml/2006/main">
              <a:ext uri="{FF2B5EF4-FFF2-40B4-BE49-F238E27FC236}">
                <a16:creationId xmlns:a16="http://schemas.microsoft.com/office/drawing/2014/main" id="{557E9C6D-14DB-46D6-BBD9-542CE614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42F786-B038-4BAD-971B-ED6FF155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09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heckbox">
            <a:extLst xmlns:a="http://schemas.openxmlformats.org/drawingml/2006/main">
              <a:ext uri="{FF2B5EF4-FFF2-40B4-BE49-F238E27FC236}">
                <a16:creationId xmlns:a16="http://schemas.microsoft.com/office/drawing/2014/main" id="{F172832C-4805-4E14-8DAF-1AB701CB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0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897B1B-7684-469E-93F3-1D4AED11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771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F879255A-304B-4D39-912A-3EFA0312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62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2F4E8C-76D8-4D9E-A9BB-F5610964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133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heckbox">
            <a:extLst xmlns:a="http://schemas.openxmlformats.org/drawingml/2006/main">
              <a:ext uri="{FF2B5EF4-FFF2-40B4-BE49-F238E27FC236}">
                <a16:creationId xmlns:a16="http://schemas.microsoft.com/office/drawing/2014/main" id="{C327B1EE-90DB-4D1B-B7E5-C6A17539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24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D19B0C-CE7E-4840-9B43-92B73B91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495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heckbox">
            <a:extLst xmlns:a="http://schemas.openxmlformats.org/drawingml/2006/main">
              <a:ext uri="{FF2B5EF4-FFF2-40B4-BE49-F238E27FC236}">
                <a16:creationId xmlns:a16="http://schemas.microsoft.com/office/drawing/2014/main" id="{0C6E321A-633B-47C2-9E27-6DE282F5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BFF51AA-B241-442B-9636-337B06FE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D900D9EF-8285-4C24-A148-4A16CD37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481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508734-567B-4D35-AD18-D8F33CBD7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195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IMPORTANT DATES">
            <a:extLst xmlns:a="http://schemas.openxmlformats.org/drawingml/2006/main">
              <a:ext uri="{FF2B5EF4-FFF2-40B4-BE49-F238E27FC236}">
                <a16:creationId xmlns:a16="http://schemas.microsoft.com/office/drawing/2014/main" id="{321BE528-0BE9-49F7-B15E-546A0D2A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IMPORTANT DATES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FC30BA-A7FE-423E-822A-5DB0479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18C645A-106B-4B52-B856-A8BFC97D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60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E172D9-2AF9-4592-BE23-30903D0C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62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2F70F50-F484-40C0-BF73-C4AFA446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324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0A3657-AC74-4FC0-82FD-9C34AC02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86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73E28C-D0B5-4844-A896-F85CC208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48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433826-C0E0-4053-9183-E19DC4161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10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TO DO">
            <a:extLst xmlns:a="http://schemas.openxmlformats.org/drawingml/2006/main">
              <a:ext uri="{FF2B5EF4-FFF2-40B4-BE49-F238E27FC236}">
                <a16:creationId xmlns:a16="http://schemas.microsoft.com/office/drawing/2014/main" id="{EC91B154-3945-4855-B825-EDB6FB56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TO DO</a:t>
            </a:r>
          </a:p>
        </p:txBody>
      </p:sp>
      <p:sp>
        <p:nvSpPr>
          <p:cNvPr id="29" name="checkbox">
            <a:extLst xmlns:a="http://schemas.openxmlformats.org/drawingml/2006/main">
              <a:ext uri="{FF2B5EF4-FFF2-40B4-BE49-F238E27FC236}">
                <a16:creationId xmlns:a16="http://schemas.microsoft.com/office/drawing/2014/main" id="{5AADE9B9-9318-4662-852B-FB17F1BA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816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FF0521-022D-493E-98B7-DFABFBA45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5530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heckbox">
            <a:extLst xmlns:a="http://schemas.openxmlformats.org/drawingml/2006/main">
              <a:ext uri="{FF2B5EF4-FFF2-40B4-BE49-F238E27FC236}">
                <a16:creationId xmlns:a16="http://schemas.microsoft.com/office/drawing/2014/main" id="{E96CB897-A939-4E1F-AE30-79709B2A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435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BC0808-64C0-4598-B2D1-EE216CC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150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4839D27E-390C-41AC-8FEB-764CE38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055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853B3B-2F64-4E89-AF45-170BD893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76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checkbox">
            <a:extLst xmlns:a="http://schemas.openxmlformats.org/drawingml/2006/main">
              <a:ext uri="{FF2B5EF4-FFF2-40B4-BE49-F238E27FC236}">
                <a16:creationId xmlns:a16="http://schemas.microsoft.com/office/drawing/2014/main" id="{452E87DF-223F-4936-A808-43ABE6CD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674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8D509F-BAAA-4A60-A104-D6751767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6389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heckbox">
            <a:extLst xmlns:a="http://schemas.openxmlformats.org/drawingml/2006/main">
              <a:ext uri="{FF2B5EF4-FFF2-40B4-BE49-F238E27FC236}">
                <a16:creationId xmlns:a16="http://schemas.microsoft.com/office/drawing/2014/main" id="{DA10AE6C-0444-4CDF-AED4-94F555CB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8294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2C28B8-A482-4D7C-B49F-209C856F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000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C039368B-B89F-4818-97C1-6E474F396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913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256442-2279-40DE-A44D-948C6517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628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heckbox">
            <a:extLst xmlns:a="http://schemas.openxmlformats.org/drawingml/2006/main">
              <a:ext uri="{FF2B5EF4-FFF2-40B4-BE49-F238E27FC236}">
                <a16:creationId xmlns:a16="http://schemas.microsoft.com/office/drawing/2014/main" id="{042A717D-A91A-4F64-A542-655A27BC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001B37-E39F-4DF8-8D28-1090438C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724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heckbox">
            <a:extLst xmlns:a="http://schemas.openxmlformats.org/drawingml/2006/main">
              <a:ext uri="{FF2B5EF4-FFF2-40B4-BE49-F238E27FC236}">
                <a16:creationId xmlns:a16="http://schemas.microsoft.com/office/drawing/2014/main" id="{8D0AAA70-9F91-4675-A7C1-5E6961CF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152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B66EDA-765E-4E19-A4A4-8A1172DE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0867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F5DF6D0C-D15C-454C-A937-F69E5AE6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7722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72DD5C-DA1A-44FC-9B1C-C008B89F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4486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checkbox">
            <a:extLst xmlns:a="http://schemas.openxmlformats.org/drawingml/2006/main">
              <a:ext uri="{FF2B5EF4-FFF2-40B4-BE49-F238E27FC236}">
                <a16:creationId xmlns:a16="http://schemas.microsoft.com/office/drawing/2014/main" id="{5670974D-22AB-46E1-BE94-3D1560744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39175"/>
            <a:ext cx="133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529662-C115-45DB-B7CF-10F0E756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88106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NOTES">
            <a:extLst xmlns:a="http://schemas.openxmlformats.org/drawingml/2006/main">
              <a:ext uri="{FF2B5EF4-FFF2-40B4-BE49-F238E27FC236}">
                <a16:creationId xmlns:a16="http://schemas.microsoft.com/office/drawing/2014/main" id="{70AC1FB5-7C3E-43FA-A8C0-D4333E3C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9530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471A1C4-1464-4252-B79B-A43A857A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16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C99869-5BB1-43AD-9E18-287E01CF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435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842FBD-F462-4AF2-BE97-470535BA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10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712CA4-845E-4D61-B963-F2080DFF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467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9D154F-FFCF-4AF5-BDC0-B9ED210D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82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272B961-7D6C-4C99-A661-D41AD0B1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1913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8F0622-A059-45E0-A696-3D82F0D7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553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EDD819-DF77-4DF2-B1DF-2273C01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915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D10F1F-F551-4A05-BC66-CFDB28D5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277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D7EC7D-900B-4095-8DE0-D3B0A26F2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639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489F5B-8841-4286-AE10-24C571472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001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821850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1c332ed5946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E555480-7A50-4DC9-93A8-39C928008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BEAD174-DAA1-4199-BFEE-25814759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ADC30D3-134D-45A5-8ED1-C6D01086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1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70349B2-5B2D-4DFE-A4D4-120CB683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FD6D5D-95B9-44C3-8467-A146D06D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52 of 100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AC5CA211-257A-4330-B970-767A179A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8A16BA2-3145-444C-87B8-5C0BF612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65EF8A-6E25-426A-A9CA-919D860E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FD88FE-A9DE-4448-87ED-BC48F0EE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90F30E0-EB74-476F-A3CF-EB72E00B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4351B0-FD60-4D4B-B079-288254D1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B2A2E20A-565F-4570-9133-0B99BF0B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EB8D568-0809-4890-AFA6-7E5BB7D1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E62D01-EE97-451C-AEB0-C184F416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D3D6EE-D08F-4F56-BE3A-623C8D562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78692C-88A5-4470-AD1D-75BF6E2C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309BCD-26BE-412B-A64A-9AE0E409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95970033-5AD4-4F7A-B27C-0BC2B4E6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3A5D9B2-3D11-4BFF-88EA-C678DFA8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36C3FF-C1DB-4750-B801-CA6939CB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D16C87-C053-41A7-88A7-DAFC196F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177D09-50AA-40A3-BB66-B3735074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22D037-39B9-4E03-9D7D-2435FEC1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190197C6-4021-44A2-A8AF-D166FD62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6CA5C53-54E5-49FC-BFFA-BEFCEB89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0858E1-0A72-4712-AA3A-221BA5CF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A0D9C72-883F-408F-9D5F-CAFE8444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77523E-3397-4ECA-BE67-D9E9230C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7A62E9-AFEE-41B4-A25F-FE26EF1D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86819EC6-0D2E-4F23-8968-763470AD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A433591-33D0-41A5-9152-8D561E59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21AFF1-AB7C-4B60-80A2-D60DAED2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01701D-58DE-403D-9317-C97984F5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24A36A-789A-46BB-9756-90F42AA8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BDB7E1-A6E8-4F52-9C2A-5041FFE8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22B4A868-DA20-4B91-95FB-66F3E5B0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30C7F61-89DB-4C87-8669-B909064B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7FBD62-114F-4990-B187-74481366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A5491E-008D-490C-BF91-AF667643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05121F-F510-4EAC-8F2E-97C7C67B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1F9DC2-CF3F-4F2A-8F31-731F199D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371357B1-F340-411C-BEF2-6468084D2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A1FF0F4-18CC-4ADB-96A0-B09AA191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F673CA-3A12-407F-AD87-B659F04F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63F9E0-6FBF-4C9C-B9C7-16FCE36C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E703FA-910E-4398-97C6-9E67352F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5A26ED-146B-4ED4-BF2C-7145495C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516688B2-D080-4931-82E9-DCA72A07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C3C24EC-D5B2-4C8D-A5D2-ACB38ED8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FA8B73-5F14-4E01-934A-A3CE26E8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672D42-D6E4-4B5D-B6F0-6D8FA574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9FF1C1-0C6E-4121-B5F7-69E143AB1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92C6F8-473E-4B41-94B9-C20EB1A2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9823908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0b7bd396244b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CA8771B-F7F4-47AF-8E72-73DA7769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1FC8E32-87DA-4082-BF03-683D5853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076BF33-66DA-4056-8680-4525B9B5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2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BB68E86-C9B9-49FE-9739-0FA4EF53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DBC921-18A8-408C-8D67-872EFA50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53 of 100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597EBCBD-A638-4963-B293-F1FE5817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D551028-BE83-4A37-9903-7BBF80F6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F04F2E-5CA7-440C-9E3E-44D82C77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68F91A-3F4C-447F-B55B-3CEADA8B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38A604-01A0-46EA-B038-1E62B8A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E6A815-754A-494D-9722-6DDE9CD3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E8CF355E-3434-4736-B220-2952C633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1489353-EA96-4146-92B5-06839629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222180-B5C9-4FDC-80F7-9BC3E88D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7B84A1-B8F8-46C0-B557-8DF39C66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A5C790-C446-4B93-A086-4786A4D1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339D91-AEFE-4F0D-95A3-AB6A62D4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1B130432-0E32-4D2A-82E0-7AAF8171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51084BE-11A1-414B-B8C2-D41B0967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5BBAC7-396C-4EA2-A9D2-BF3D644B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BBE4FF-5F77-4B1C-AE1A-90BF1D11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1A77D3-265E-4BDF-BAFC-0CE4EBE6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E9AD32-8438-4D0E-AA30-22424955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87C51668-02F4-469C-89E8-4FDCD39A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5985BDE-9B07-4724-A974-6E6AD8B8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0ACD6B-EBF0-4C20-A17D-4733FA5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F098E1-1C1B-46DB-8E70-95445C0A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2CBC9A2-769D-4314-9BC7-FC6C8594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5C1C04-4A60-43B0-A2CB-737860EF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DAA19046-778E-4414-83CF-A85EA29A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724F494-5CB2-4619-9C4B-4ADA9595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F0DBC1-4831-44ED-9DBB-8C5A5371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82F059-61BD-41EE-9699-C95C6EBC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BC2327-329D-4321-99C5-CF95254D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41A8BA-2CFF-4F5C-A172-685AD0C6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E1C75580-BB91-4AF8-9D41-A5634B30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EAEE3DC-8DDE-4091-B1A4-95AEDB05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93CF26-CB8B-4727-B096-6AB78D42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0F3703-F057-4F9C-A463-C54A07C0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D5CA0C-3765-45FE-A511-BBF566F01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9025A8-477D-4702-A01E-8FFF90B8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83FE2891-B102-4D95-8243-3DD5ED02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883994A-C371-4A90-8185-5BDE5855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F5055C-97E2-43FE-8B66-8702BF4E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DEF367-7085-46C5-930C-EB17B0C0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7121D0D-D772-4E9B-A512-DBBE9741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6F61A2-E05A-472B-9AC2-CB2554AF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A2F1411B-85FB-46A7-8444-03F79BA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B078ADF-DBF1-4868-87D6-B6187D3A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92FA83-C8DA-4153-A3CA-6A2A26BD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43808C-A4EA-4391-9419-63F9C027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5C8359-62E7-439C-805D-4A1FE182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FF148D-1661-46BB-B1D5-BFFDAD1F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28198819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82ad5109e4aa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208D664-27A8-4215-9917-F61FD045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4363CC9-1E3A-43D5-83BB-10C5073A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44884F7-0709-4303-B2F1-0B080EA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3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6C36E9D-AFFF-4A7C-B156-248691E7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353106-2FBE-49C9-871B-CB9AB453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54 of 100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09242B61-62C1-45F1-9E51-468B2E39E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4C04128-8ADD-481B-A522-1434FB3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7886C1-2C2A-4A06-AEDF-62A13524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7E17D7-95E5-4DF8-A3E2-2B302127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A91776-1D4C-487A-99BC-3ADE97DC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C0FFEA-7DFB-4023-9516-FDDDF368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3C84C2F1-5F45-4F35-A2BE-BF583FC9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48C26FE-6402-4B60-9897-A8C2189C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ABDB28-25DA-48D3-A7A3-1AB21A24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E6CE2A-9D63-46BB-A215-794D104D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0C7DCB-D40C-4B75-9FA4-0CC008FD4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415F2D-CEF2-4F25-9030-9CD78D84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B042BA84-DEF7-4535-9AF4-149DBCD3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473AC31-D254-4540-BE99-411637B28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F2596F-FAA0-4766-9321-7FC6FCE9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586185-D285-4D7C-803F-6848F80E3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FBAE50-AA36-46D4-85E3-86A722E2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FA67F3F-548A-4FA3-92A4-7108E09E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F0308994-27C2-4649-9B98-8016531B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903A65C-ECD7-49D5-AB3A-28DFA457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42D43C-F8E4-4EB2-A7DE-4A4AA82F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2A04C6-E7D6-4E88-AA98-FBC818A8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FE3B14-E5A0-428C-A5A7-8B5A18E7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27AAABB-8907-47DE-8199-83A747B7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5860A54D-4245-4BDB-98BE-3726502D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7736784-1A32-4D16-9A7A-5D84F41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1AFF9A5-B8D7-4BCC-AF01-6DC106AB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8B868F-B595-4DAF-AFA3-8FC7D1A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2C4A628-476E-4962-9523-FDF98D58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03C6359-6B3D-40B0-84C9-7624E5C4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17803661-E617-4058-9C85-AAB1DE7C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F2F3DC8-6F02-4B66-9EF6-56E20D8B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35C8B7-353A-45BC-B4E0-ED1AC8C9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F48467-B8A2-4099-8A24-6845DE1BE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889DC1-146F-4D60-8711-EC68CC953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3F2007-8259-4F72-BFD4-21F47E7C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DBAC143E-0BD2-44FD-AA9B-6E0A12E8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B7B9CA6-1EBE-4029-A7F1-BB5EBAA2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0CFDB5-2DE4-4856-82B2-C39799D2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5FBEF3-6FF7-4019-A628-C280756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FAC6D8-C17D-4F00-B25A-808993EB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8338D5-6117-4AC8-BDDF-0C7A7FD3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860611A0-454B-4792-A7C2-A3375DE3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1D27BDE-7461-45C6-81B3-25227E036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92F958-452E-435C-B4C0-A6AE87CC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3DD924-94E4-43A8-AE4E-20CC89B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EB384BA-D5AF-4F4F-8A82-533F4AD6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FD730A-A405-4757-A97E-D4926B6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2322423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be2baa5a7426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00A603D-16D5-435B-86E9-F0699CFF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5846933-D10F-4CB0-8EEB-B42D7FCC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Weekly Planner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A85C7A8-C1F4-402D-913C-C2CC0B4C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WEEK 4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F88453C-2164-4832-9D40-1EBE00E22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B10B30-8505-4870-9230-21C94AA1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55 of 100</a:t>
            </a:r>
          </a:p>
        </p:txBody>
      </p:sp>
      <p:sp>
        <p:nvSpPr>
          <p:cNvPr id="7" name="text-MONDAY">
            <a:extLst xmlns:a="http://schemas.openxmlformats.org/drawingml/2006/main">
              <a:ext uri="{FF2B5EF4-FFF2-40B4-BE49-F238E27FC236}">
                <a16:creationId xmlns:a16="http://schemas.microsoft.com/office/drawing/2014/main" id="{F6896B4A-2C6F-4F98-96B2-87FD35340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MONDAY</a:t>
            </a:r>
          </a:p>
        </p:txBody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A53AD35-C23D-41E7-978B-6D512D7C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218FEF-1B47-4FB6-A394-0AE3F8E2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D1E86B-3899-4468-9819-6C2382D6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708531-93C4-4E64-B901-B05F987A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681F6B-7AF9-45A6-B0B6-B6687082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TUESDAY">
            <a:extLst xmlns:a="http://schemas.openxmlformats.org/drawingml/2006/main">
              <a:ext uri="{FF2B5EF4-FFF2-40B4-BE49-F238E27FC236}">
                <a16:creationId xmlns:a16="http://schemas.microsoft.com/office/drawing/2014/main" id="{D47C31EA-C977-4917-8B0D-B1BACC04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57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TUESDAY</a:t>
            </a:r>
          </a:p>
        </p:txBody>
      </p:sp>
      <p:sp>
        <p:nvSpPr>
          <p:cNvPr id="1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8C324F5-C9D5-40CD-9445-7CC47A3E1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16217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564F14-1DAA-4E09-8033-5F0C69E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050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08AF65-6612-4753-AA5D-B91E3540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7622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62CEB0-4268-4224-9EB9-CF916D17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9C6B2F-FE6F-4C69-AF8D-5254E25D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EDNESDAY">
            <a:extLst xmlns:a="http://schemas.openxmlformats.org/drawingml/2006/main">
              <a:ext uri="{FF2B5EF4-FFF2-40B4-BE49-F238E27FC236}">
                <a16:creationId xmlns:a16="http://schemas.microsoft.com/office/drawing/2014/main" id="{94D59AE3-5A63-4F0E-9AE6-0C4BAEEA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WEDNESDAY</a:t>
            </a:r>
          </a:p>
        </p:txBody>
      </p:sp>
      <p:sp>
        <p:nvSpPr>
          <p:cNvPr id="2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6C279E1-FB41-440E-B236-CA6A6474D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1D4A54-0868-4426-8224-B1CB2A62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01A64D-C4C7-4D83-80FD-9EA25887C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8090AC-DC61-41A1-8CF0-6826AA11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34F36AB-7C10-4F5D-ACE8-69FCE95F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THURSDAY">
            <a:extLst xmlns:a="http://schemas.openxmlformats.org/drawingml/2006/main">
              <a:ext uri="{FF2B5EF4-FFF2-40B4-BE49-F238E27FC236}">
                <a16:creationId xmlns:a16="http://schemas.microsoft.com/office/drawing/2014/main" id="{CBA41D3E-5EB9-4AE1-8423-E59A6F71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81000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THURSDAY</a:t>
            </a:r>
          </a:p>
        </p:txBody>
      </p:sp>
      <p:sp>
        <p:nvSpPr>
          <p:cNvPr id="2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3E9728B-F21E-4577-BB06-BA95ED834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1148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886F3A-8C16-4E4F-8EC2-78D45810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577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3170AE-2FB2-46FF-BEC5-E7342EF3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B573D5C-AE81-4283-B763-255CB768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972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85B070-70F4-4DDC-9012-61EE6802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2292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FRIDAY">
            <a:extLst xmlns:a="http://schemas.openxmlformats.org/drawingml/2006/main">
              <a:ext uri="{FF2B5EF4-FFF2-40B4-BE49-F238E27FC236}">
                <a16:creationId xmlns:a16="http://schemas.microsoft.com/office/drawing/2014/main" id="{CED586A6-D43D-4C2B-A5E7-CE120474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FRIDAY</a:t>
            </a:r>
          </a:p>
        </p:txBody>
      </p:sp>
      <p:sp>
        <p:nvSpPr>
          <p:cNvPr id="3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8F9817E-9CA0-4033-BEA3-ECCCCCA7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12AA64-FFB0-4B6F-948C-D23FCD8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A2AEB7-536D-48CE-8358-2910D539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62EBF4-D2E4-4760-9CDE-370D2A81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393DEA7-2897-41FF-BB18-AE3074A6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SATURDAY">
            <a:extLst xmlns:a="http://schemas.openxmlformats.org/drawingml/2006/main">
              <a:ext uri="{FF2B5EF4-FFF2-40B4-BE49-F238E27FC236}">
                <a16:creationId xmlns:a16="http://schemas.microsoft.com/office/drawing/2014/main" id="{ACEAB728-9084-45D0-AD72-95A05AD9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76262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SATURDAY</a:t>
            </a:r>
          </a:p>
        </p:txBody>
      </p:sp>
      <p:sp>
        <p:nvSpPr>
          <p:cNvPr id="3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4F9AE52-B4EE-4BEE-8198-C025FA6C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67425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86622C-B5E4-4384-A2CD-90F8D4F1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4103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E704E2-129D-4A99-858C-83C64CB04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6675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382E9B-A35A-4267-9F7C-4FB2A018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69246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857EF0-5C12-4D61-8230-4CE2FB85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71818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SUNDAY">
            <a:extLst xmlns:a="http://schemas.openxmlformats.org/drawingml/2006/main">
              <a:ext uri="{FF2B5EF4-FFF2-40B4-BE49-F238E27FC236}">
                <a16:creationId xmlns:a16="http://schemas.microsoft.com/office/drawing/2014/main" id="{B82FD037-9958-415B-BBA2-0030C0D33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SUNDAY</a:t>
            </a:r>
          </a:p>
        </p:txBody>
      </p:sp>
      <p:sp>
        <p:nvSpPr>
          <p:cNvPr id="44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6059B6E-262B-49D6-8ADF-F226CC31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F7FB8E-859C-46C5-A2CB-9E64E575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8E5745-C701-47AE-BEBD-03B38916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9861D6-FB50-452E-B89E-EA289AED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66B7D60-EADE-4950-916E-3430EA33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WEEKLY NOTES">
            <a:extLst xmlns:a="http://schemas.openxmlformats.org/drawingml/2006/main">
              <a:ext uri="{FF2B5EF4-FFF2-40B4-BE49-F238E27FC236}">
                <a16:creationId xmlns:a16="http://schemas.microsoft.com/office/drawing/2014/main" id="{1A14A156-AEC2-4C1C-B44B-46A4FD63F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7715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WEEKLY NOTES</a:t>
            </a:r>
          </a:p>
        </p:txBody>
      </p:sp>
      <p:sp>
        <p:nvSpPr>
          <p:cNvPr id="5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E28E007A-72E8-4728-8942-D62B047D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802005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10D244-2C49-4BA6-B5A0-F555DE38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3629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BA3F6D-ADCF-4083-9840-3D6CD335A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6201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9A5E6E-366E-4128-9F69-ABAFCD1D9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88773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7C2D2F7-9843-4175-9D30-ACA2BFEE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91344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67679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2898c40b843e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80A9516-02BF-4987-96FD-D370185C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3A99EA6-4717-4736-8CFD-2E514F05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Summary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BF52D74-A0B0-4D35-A9D9-7AF52F32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 CLEAR VIEW OF THE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04C7ACE-CD93-470D-9C29-D069EA88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8C2BD1-1B14-45A5-B382-3A943DD7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56 of 100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C12234B-1A9A-4968-B561-C1328292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text-INVITED">
            <a:extLst xmlns:a="http://schemas.openxmlformats.org/drawingml/2006/main">
              <a:ext uri="{FF2B5EF4-FFF2-40B4-BE49-F238E27FC236}">
                <a16:creationId xmlns:a16="http://schemas.microsoft.com/office/drawing/2014/main" id="{D9678668-05B6-4EEB-9CF6-252EE108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INVITED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CD5AD2-789A-41E6-B305-C6DD0F22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D0A7864-E433-4C6F-801B-192EAE9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text-ACCEPTED">
            <a:extLst xmlns:a="http://schemas.openxmlformats.org/drawingml/2006/main">
              <a:ext uri="{FF2B5EF4-FFF2-40B4-BE49-F238E27FC236}">
                <a16:creationId xmlns:a16="http://schemas.microsoft.com/office/drawing/2014/main" id="{06C41967-B5D1-4C32-8F2E-6B93D474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ACCEPTED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79C1E97-E7E0-4CD3-A42D-C065443C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35B8FA9-523B-4850-9A0A-6674A52F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DECLINED">
            <a:extLst xmlns:a="http://schemas.openxmlformats.org/drawingml/2006/main">
              <a:ext uri="{FF2B5EF4-FFF2-40B4-BE49-F238E27FC236}">
                <a16:creationId xmlns:a16="http://schemas.microsoft.com/office/drawing/2014/main" id="{8088D17C-B089-4AF2-8DD6-32B0D49E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DECLINED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7ADD85-314E-4442-8163-BFADD14D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75FAD8A-8E17-473D-B985-D82C726F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text-AWAITING RSVP">
            <a:extLst xmlns:a="http://schemas.openxmlformats.org/drawingml/2006/main">
              <a:ext uri="{FF2B5EF4-FFF2-40B4-BE49-F238E27FC236}">
                <a16:creationId xmlns:a16="http://schemas.microsoft.com/office/drawing/2014/main" id="{5C9817FE-A97C-432A-BCEF-F3A64FEB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AWAITING RSVP</a:t>
            </a:r>
          </a:p>
        </p:txBody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1D7ECB-82DA-450E-80E5-69E8F2423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AD30515-1E80-4079-B1B9-D2AF6176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ADULTS">
            <a:extLst xmlns:a="http://schemas.openxmlformats.org/drawingml/2006/main">
              <a:ext uri="{FF2B5EF4-FFF2-40B4-BE49-F238E27FC236}">
                <a16:creationId xmlns:a16="http://schemas.microsoft.com/office/drawing/2014/main" id="{413B33B4-EDAD-469F-9364-535EFCC4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ADULTS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5C96CE-FDDD-4ECD-A34A-442E67AA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8F224C7-4E80-455F-B892-0BF7E9A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3" name="text-CHILDREN">
            <a:extLst xmlns:a="http://schemas.openxmlformats.org/drawingml/2006/main">
              <a:ext uri="{FF2B5EF4-FFF2-40B4-BE49-F238E27FC236}">
                <a16:creationId xmlns:a16="http://schemas.microsoft.com/office/drawing/2014/main" id="{810073A6-2AE0-4322-8574-F508CDE3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CHILDREN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0B406C6-27F5-4E73-9CC1-B616B3C0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62352AF-0F9F-4A86-8F70-9BA83271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SPECIAL MEALS">
            <a:extLst xmlns:a="http://schemas.openxmlformats.org/drawingml/2006/main">
              <a:ext uri="{FF2B5EF4-FFF2-40B4-BE49-F238E27FC236}">
                <a16:creationId xmlns:a16="http://schemas.microsoft.com/office/drawing/2014/main" id="{0CA7ECD0-B97B-4841-8E9E-794A54FB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SPECIAL MEALS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2161DEB-A8EB-4481-9F06-2D97DFB0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703C695-8FAA-46E9-890B-E8691289D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9" name="text-ACCOMMODATION NEEDED">
            <a:extLst xmlns:a="http://schemas.openxmlformats.org/drawingml/2006/main">
              <a:ext uri="{FF2B5EF4-FFF2-40B4-BE49-F238E27FC236}">
                <a16:creationId xmlns:a16="http://schemas.microsoft.com/office/drawing/2014/main" id="{4EF4DC03-B7AA-436B-92A4-BF3556C9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ACCOMMODATION NEEDED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236D4D-33DD-4047-AD66-08F0C88E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NOTES">
            <a:extLst xmlns:a="http://schemas.openxmlformats.org/drawingml/2006/main">
              <a:ext uri="{FF2B5EF4-FFF2-40B4-BE49-F238E27FC236}">
                <a16:creationId xmlns:a16="http://schemas.microsoft.com/office/drawing/2014/main" id="{D873E81E-24D7-4B85-984B-F862D3A58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58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56F16C-3D10-4BBF-9DFB-7F7296F6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34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B96ACC-194C-4EB1-817D-3C538B21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295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FB3E9F-5369-45D9-8C85-2F1AF24D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248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00AB7A-13BF-4612-A836-C4D7895F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200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9D3E92C-F7D8-401C-B2BA-E9652F49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1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8C61FC-23C4-4FBA-96C1-2D935600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10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5E638C-01B4-46A5-BE3A-1FC67D6B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05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D2875B-F582-4236-B30D-ED52760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401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30682673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c4df257a94c6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4C0B05A-7192-495D-A0B0-C9B0E337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A05ADCF-D6B1-4E0B-9E3F-3BF09D55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List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E6894F1-C86D-465A-8E42-09A5CF742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EVERYONE WHO WILL SHARE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59933BA-160A-4508-A5AC-F763FF88C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020AF7-7346-482A-A177-F99B9757B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57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80B26F54-91CA-4174-93A2-FB540251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43D6498-FE12-4D17-BE84-5BC9C365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722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B2C77093-FD6A-4CF2-A2AF-95A7A187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CFD008CD-8C40-4B50-B29F-D943C222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5C101F01-B545-4B10-8367-472253426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014CAEA3-1488-46D5-A11B-A28F79C9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3C555F4A-BF1B-479D-8455-592BCB31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A95FE178-3128-44D1-9B96-9C4C16BE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ED75444B-1A72-4E05-BAAD-9035D26A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BBDA2E4A-31E5-43B8-8940-A1D80E873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BD2E705B-F385-46CA-BF61-711BD672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071FAC53-520E-4B29-89E5-C23B6F3F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68A9C5E2-AA7B-4DEF-BF5F-6D5E7E5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E49D63B2-1D43-4E14-8958-FA26CABC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A451E60F-BE3F-47D9-8302-3CE5F673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78F806D9-FDD0-4B97-AECE-0592F16F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33714743-44B1-4D30-A518-7A61A7E3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231FABEB-88D8-4716-81E4-AC4CB602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A0FAA417-EDBB-4102-A96E-561FC919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E9F6D0F0-D1C8-4D32-B761-28B24532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E7FD7516-3466-462D-B7CA-D3F6CE948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6E16A2F6-3CB5-4009-A447-74F50BFA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ABFD31B6-F564-45A1-899A-D4254C17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E7CD266E-0521-4B8D-A747-2C575431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A39E1030-6234-45B3-92D4-A1D8751B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9F6B0381-3125-44C8-A70D-FF46940F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ble-h">
            <a:extLst xmlns:a="http://schemas.openxmlformats.org/drawingml/2006/main">
              <a:ext uri="{FF2B5EF4-FFF2-40B4-BE49-F238E27FC236}">
                <a16:creationId xmlns:a16="http://schemas.microsoft.com/office/drawing/2014/main" id="{AC986796-EF88-413F-AE5A-674911A8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010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-h">
            <a:extLst xmlns:a="http://schemas.openxmlformats.org/drawingml/2006/main">
              <a:ext uri="{FF2B5EF4-FFF2-40B4-BE49-F238E27FC236}">
                <a16:creationId xmlns:a16="http://schemas.microsoft.com/office/drawing/2014/main" id="{D88432D8-C372-428D-8338-77F4FF4B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154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AME">
            <a:extLst xmlns:a="http://schemas.openxmlformats.org/drawingml/2006/main">
              <a:ext uri="{FF2B5EF4-FFF2-40B4-BE49-F238E27FC236}">
                <a16:creationId xmlns:a16="http://schemas.microsoft.com/office/drawing/2014/main" id="{168F17D7-2483-4B5B-BD51-4491D442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6" name="text-SIDE">
            <a:extLst xmlns:a="http://schemas.openxmlformats.org/drawingml/2006/main">
              <a:ext uri="{FF2B5EF4-FFF2-40B4-BE49-F238E27FC236}">
                <a16:creationId xmlns:a16="http://schemas.microsoft.com/office/drawing/2014/main" id="{F62302BF-D218-4512-AE88-332EE7E7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SIDE</a:t>
            </a:r>
          </a:p>
        </p:txBody>
      </p:sp>
      <p:sp>
        <p:nvSpPr>
          <p:cNvPr id="37" name="text-INVITE">
            <a:extLst xmlns:a="http://schemas.openxmlformats.org/drawingml/2006/main">
              <a:ext uri="{FF2B5EF4-FFF2-40B4-BE49-F238E27FC236}">
                <a16:creationId xmlns:a16="http://schemas.microsoft.com/office/drawing/2014/main" id="{D0B09532-6B47-411B-A961-28DD8714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INVITE</a:t>
            </a:r>
          </a:p>
        </p:txBody>
      </p:sp>
      <p:sp>
        <p:nvSpPr>
          <p:cNvPr id="38" name="text-RSVP">
            <a:extLst xmlns:a="http://schemas.openxmlformats.org/drawingml/2006/main">
              <a:ext uri="{FF2B5EF4-FFF2-40B4-BE49-F238E27FC236}">
                <a16:creationId xmlns:a16="http://schemas.microsoft.com/office/drawing/2014/main" id="{027EB17E-991C-46CC-B8D3-901C047A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RSVP</a:t>
            </a:r>
          </a:p>
        </p:txBody>
      </p:sp>
      <p:sp>
        <p:nvSpPr>
          <p:cNvPr id="39" name="text-MEAL">
            <a:extLst xmlns:a="http://schemas.openxmlformats.org/drawingml/2006/main">
              <a:ext uri="{FF2B5EF4-FFF2-40B4-BE49-F238E27FC236}">
                <a16:creationId xmlns:a16="http://schemas.microsoft.com/office/drawing/2014/main" id="{48ED5B5E-B36F-4C3A-905B-788AA3F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MEAL</a:t>
            </a:r>
          </a:p>
        </p:txBody>
      </p:sp>
    </p:spTree>
    <p:extLst>
      <p:ext uri="{BB962C8B-B14F-4D97-AF65-F5344CB8AC3E}">
        <p14:creationId xmlns:p14="http://schemas.microsoft.com/office/powerpoint/2010/main" val="498749687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4e9912f1a145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7AA2038-35DF-4DD6-9EF6-748E5AFD4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C29BD53-E55E-4E9E-AEF0-3DD28050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RSVP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036E1B6-6585-4228-AADC-ACE0DBE92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RESPONSES ORGANIZED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EA5F8D9-98A2-4AFA-A678-78CA2A6F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4D3BAA0-F4CD-4019-837B-E66F200B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58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4E581C80-72B3-4AF0-AFF4-5F5EECD3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8A9382D-8EC0-4CC6-9464-F7A793EB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722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044ED4B-3848-44FD-B949-B9F3F51D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755CDC13-636F-4962-82E2-6612F32E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C0377435-BB4E-40DF-95FF-8A05AB8F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9D3CFB72-C306-4284-A147-D709695C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908C083B-E9A5-4B29-A4B2-B7C0041E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D5A5DCAB-ADC2-41CA-BF3F-5F78B7DD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E1BB5D73-EC85-41E1-B441-E7BE5A41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8DEBF2B3-9C2F-415A-A9F7-BC67EF8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452D34F-C7C2-4860-9997-2D2F9EB1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0FE76E1F-F253-4841-928B-EB083007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081BD683-9544-4C1C-A1E9-77E41EE5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48A615AF-C817-4351-921E-99382AF7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42E1ACDA-71C9-4848-9905-71AC88C3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47A8C7A7-8659-40A9-916D-B5246779A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3DCF1F48-78B9-4B41-A1A3-E49E3CF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02CA6DF2-E130-40EC-8078-EA70F238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488D2462-DB25-4B1B-95AB-B0B08F58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809B0C6C-B6F0-44A2-9C1F-FEA2CE3B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849CA677-E2B3-477D-BA3A-D443A5AB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F25A2396-54D0-4C48-9A25-4A46B58D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55FC8DBD-B8E2-4C8E-B85D-24F77FFF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942C0AA1-8190-46F4-9CBC-871468C0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687F9759-0940-4E83-919A-8D5F5A2D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DE90906D-BB79-43EB-B8B0-BEA93928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ble-h">
            <a:extLst xmlns:a="http://schemas.openxmlformats.org/drawingml/2006/main">
              <a:ext uri="{FF2B5EF4-FFF2-40B4-BE49-F238E27FC236}">
                <a16:creationId xmlns:a16="http://schemas.microsoft.com/office/drawing/2014/main" id="{03996082-7BBC-4B55-90A0-C754D5D5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010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-h">
            <a:extLst xmlns:a="http://schemas.openxmlformats.org/drawingml/2006/main">
              <a:ext uri="{FF2B5EF4-FFF2-40B4-BE49-F238E27FC236}">
                <a16:creationId xmlns:a16="http://schemas.microsoft.com/office/drawing/2014/main" id="{FA73EE9C-0832-42AD-A2C8-63AD2314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154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GUEST">
            <a:extLst xmlns:a="http://schemas.openxmlformats.org/drawingml/2006/main">
              <a:ext uri="{FF2B5EF4-FFF2-40B4-BE49-F238E27FC236}">
                <a16:creationId xmlns:a16="http://schemas.microsoft.com/office/drawing/2014/main" id="{9400415F-32AD-434A-87B2-4FB149A6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6" name="text-SENT">
            <a:extLst xmlns:a="http://schemas.openxmlformats.org/drawingml/2006/main">
              <a:ext uri="{FF2B5EF4-FFF2-40B4-BE49-F238E27FC236}">
                <a16:creationId xmlns:a16="http://schemas.microsoft.com/office/drawing/2014/main" id="{ADD37EA8-0BCD-4418-97E9-78BF1953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SENT</a:t>
            </a:r>
          </a:p>
        </p:txBody>
      </p:sp>
      <p:sp>
        <p:nvSpPr>
          <p:cNvPr id="37" name="text-REPLY">
            <a:extLst xmlns:a="http://schemas.openxmlformats.org/drawingml/2006/main">
              <a:ext uri="{FF2B5EF4-FFF2-40B4-BE49-F238E27FC236}">
                <a16:creationId xmlns:a16="http://schemas.microsoft.com/office/drawing/2014/main" id="{73F67FEB-E856-4F36-81B3-E5E043BF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REPLY</a:t>
            </a:r>
          </a:p>
        </p:txBody>
      </p:sp>
      <p:sp>
        <p:nvSpPr>
          <p:cNvPr id="38" name="text-GUESTS">
            <a:extLst xmlns:a="http://schemas.openxmlformats.org/drawingml/2006/main">
              <a:ext uri="{FF2B5EF4-FFF2-40B4-BE49-F238E27FC236}">
                <a16:creationId xmlns:a16="http://schemas.microsoft.com/office/drawing/2014/main" id="{FB629404-FE21-45F9-90E5-CCD7021A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GUESTS</a:t>
            </a:r>
          </a:p>
        </p:txBody>
      </p:sp>
      <p:sp>
        <p:nvSpPr>
          <p:cNvPr id="39" name="text-NOTES">
            <a:extLst xmlns:a="http://schemas.openxmlformats.org/drawingml/2006/main">
              <a:ext uri="{FF2B5EF4-FFF2-40B4-BE49-F238E27FC236}">
                <a16:creationId xmlns:a16="http://schemas.microsoft.com/office/drawing/2014/main" id="{61528F42-AE19-4CF0-9FB6-9B81DE92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480806472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1088a4472e41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E9653CE-4705-4EB0-BFE4-9DE8041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B15FE5C-A710-4369-A105-EB54C133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Meal Choice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CB96E14-EF1E-4807-8912-CD654D6E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CAPTURE EVERY MEAL PREFERENCE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36FAA97-E647-4278-8043-9A6EFC65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02B616-5A78-4FFE-B344-F9416358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59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C9A85C75-90E9-4D32-8340-091040F5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EE3E0CD-CA2B-4FA9-9F6C-A1D25064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7229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D5857155-2472-41E4-99AF-918464F3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83F06606-278D-4B20-BBFF-D0AEA022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71BDD247-8692-44AF-A81B-8B71A19F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6D5C0194-9A34-4250-8EDC-644780A9B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7229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DBA4489C-B9C4-4821-82A5-5EAD219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DAA1BE19-677B-43CB-87C8-DCD4266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C4C78395-6564-4F38-8923-BFE049E5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8857FBA5-5EEB-43E8-BF24-46433651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55153F01-F9EC-4071-B67C-5FFA37D5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972586E3-CBEC-488A-A2B7-5B1B46A4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A81D76C4-587C-47B2-B744-FA3177DE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FC742B8D-A47B-40E1-86FE-A2F5FB6C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BC66103A-3674-42D4-9AD9-E45E50C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6843F2D5-DA38-41B5-BC72-F1DA9DE7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5F224DB6-5A54-447F-9080-9CEDEE91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3C59DBE7-DA39-483D-9C06-43FE18F9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513DB53E-0E40-4F02-9A3C-7F79343D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6E3EAED9-3FF8-40C0-96C8-255B4B9B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236559ED-FA2B-412D-BDAF-2A2D24F7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C380F350-F805-4D8D-9F43-B8290D29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E5047DB5-619A-434A-9677-1AFA6AA0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54C3FA95-240D-4CEA-B963-6DFC1EFA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1A46BBC8-DC24-4322-85C6-C262D236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C737828E-F0DA-4955-AFEA-6F435F80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ble-h">
            <a:extLst xmlns:a="http://schemas.openxmlformats.org/drawingml/2006/main">
              <a:ext uri="{FF2B5EF4-FFF2-40B4-BE49-F238E27FC236}">
                <a16:creationId xmlns:a16="http://schemas.microsoft.com/office/drawing/2014/main" id="{D724F9FE-B6E3-4CF4-AE14-24F971AF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010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-h">
            <a:extLst xmlns:a="http://schemas.openxmlformats.org/drawingml/2006/main">
              <a:ext uri="{FF2B5EF4-FFF2-40B4-BE49-F238E27FC236}">
                <a16:creationId xmlns:a16="http://schemas.microsoft.com/office/drawing/2014/main" id="{26F83A80-E4E2-4618-87A2-044928BE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154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GUEST">
            <a:extLst xmlns:a="http://schemas.openxmlformats.org/drawingml/2006/main">
              <a:ext uri="{FF2B5EF4-FFF2-40B4-BE49-F238E27FC236}">
                <a16:creationId xmlns:a16="http://schemas.microsoft.com/office/drawing/2014/main" id="{54284162-3934-4C65-A7AA-4D018B17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6" name="text-STARTER">
            <a:extLst xmlns:a="http://schemas.openxmlformats.org/drawingml/2006/main">
              <a:ext uri="{FF2B5EF4-FFF2-40B4-BE49-F238E27FC236}">
                <a16:creationId xmlns:a16="http://schemas.microsoft.com/office/drawing/2014/main" id="{A45E7553-FD64-4E82-890A-E8428222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37" name="text-MAIN">
            <a:extLst xmlns:a="http://schemas.openxmlformats.org/drawingml/2006/main">
              <a:ext uri="{FF2B5EF4-FFF2-40B4-BE49-F238E27FC236}">
                <a16:creationId xmlns:a16="http://schemas.microsoft.com/office/drawing/2014/main" id="{A7680B09-5F9E-4DB7-8E96-9F7F9E2B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MAIN</a:t>
            </a:r>
          </a:p>
        </p:txBody>
      </p:sp>
      <p:sp>
        <p:nvSpPr>
          <p:cNvPr id="38" name="text-DESSERT">
            <a:extLst xmlns:a="http://schemas.openxmlformats.org/drawingml/2006/main">
              <a:ext uri="{FF2B5EF4-FFF2-40B4-BE49-F238E27FC236}">
                <a16:creationId xmlns:a16="http://schemas.microsoft.com/office/drawing/2014/main" id="{ECB9D535-E05C-4FEA-944F-99F564B0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DESSERT</a:t>
            </a:r>
          </a:p>
        </p:txBody>
      </p:sp>
      <p:sp>
        <p:nvSpPr>
          <p:cNvPr id="39" name="text-DIETARY">
            <a:extLst xmlns:a="http://schemas.openxmlformats.org/drawingml/2006/main">
              <a:ext uri="{FF2B5EF4-FFF2-40B4-BE49-F238E27FC236}">
                <a16:creationId xmlns:a16="http://schemas.microsoft.com/office/drawing/2014/main" id="{2B3AC7D6-54F5-4BDA-A6D6-609184E9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DIETARY</a:t>
            </a:r>
          </a:p>
        </p:txBody>
      </p:sp>
    </p:spTree>
    <p:extLst>
      <p:ext uri="{BB962C8B-B14F-4D97-AF65-F5344CB8AC3E}">
        <p14:creationId xmlns:p14="http://schemas.microsoft.com/office/powerpoint/2010/main" val="1892279913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0c2ac5dc6f41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8BA4A24-97B1-4BA9-83C5-E8C63426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B3463F5-0571-4DDA-870F-81872728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Overview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033C37E0-062D-4452-AF4C-6753D8640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A CLEAR VIEW OF THE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BD6FCB5-5203-42E5-97CD-CCF188C4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758839-68D4-49A9-864C-6DAA5998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60 of 100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4AD2A2D-882B-42C8-B1D0-C918BCA1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text-TOTAL TABLES">
            <a:extLst xmlns:a="http://schemas.openxmlformats.org/drawingml/2006/main">
              <a:ext uri="{FF2B5EF4-FFF2-40B4-BE49-F238E27FC236}">
                <a16:creationId xmlns:a16="http://schemas.microsoft.com/office/drawing/2014/main" id="{7BB30455-1121-4837-B42E-28D41D19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TOTAL TABLES</a:t>
            </a:r>
          </a:p>
        </p:txBody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B7D2F9-D0EA-4453-A6A7-9A92F1BB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B039BF0-38C5-401A-81B6-065AA1F4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0955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1" name="text-SEATS PER TABLE">
            <a:extLst xmlns:a="http://schemas.openxmlformats.org/drawingml/2006/main">
              <a:ext uri="{FF2B5EF4-FFF2-40B4-BE49-F238E27FC236}">
                <a16:creationId xmlns:a16="http://schemas.microsoft.com/office/drawing/2014/main" id="{A5B83F31-4036-4CC4-91F5-E73710301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98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SEATS PER TABLE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A3C49A-B02D-4570-870D-259C3280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2D8D2A2-D59E-4330-9E8F-9EA1462D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FAMILY TABLES">
            <a:extLst xmlns:a="http://schemas.openxmlformats.org/drawingml/2006/main">
              <a:ext uri="{FF2B5EF4-FFF2-40B4-BE49-F238E27FC236}">
                <a16:creationId xmlns:a16="http://schemas.microsoft.com/office/drawing/2014/main" id="{D820FCE6-1783-4131-A1C9-7030DF1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FAMILY TABLES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1896064-AA40-48C5-8FA1-8CC5A162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4F2757F-0D45-4A91-BEC0-8CA9CBD3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242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7" name="text-WEDDING PARTY">
            <a:extLst xmlns:a="http://schemas.openxmlformats.org/drawingml/2006/main">
              <a:ext uri="{FF2B5EF4-FFF2-40B4-BE49-F238E27FC236}">
                <a16:creationId xmlns:a16="http://schemas.microsoft.com/office/drawing/2014/main" id="{A016F854-7AA3-4B75-A748-D5C9FF03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385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WEDDING PARTY</a:t>
            </a:r>
          </a:p>
        </p:txBody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D7A2AF-90BB-4586-8221-7AD07657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672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125E918-6B07-489E-975D-44C85FC5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CHILDREN'S SEATING">
            <a:extLst xmlns:a="http://schemas.openxmlformats.org/drawingml/2006/main">
              <a:ext uri="{FF2B5EF4-FFF2-40B4-BE49-F238E27FC236}">
                <a16:creationId xmlns:a16="http://schemas.microsoft.com/office/drawing/2014/main" id="{AEDD0664-AF61-4E37-BA0E-0591F69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CHILDREN'S SEATING</a:t>
            </a:r>
          </a:p>
        </p:txBody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6AFAF3-CD8C-48BA-8A31-FC1D06EF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C5009F6-1637-4ACB-B331-FA11ED56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530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3" name="text-ACCESSIBILITY">
            <a:extLst xmlns:a="http://schemas.openxmlformats.org/drawingml/2006/main">
              <a:ext uri="{FF2B5EF4-FFF2-40B4-BE49-F238E27FC236}">
                <a16:creationId xmlns:a16="http://schemas.microsoft.com/office/drawing/2014/main" id="{A5D3B2C4-1E02-46EA-9BA6-16639DD7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673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ACCESSIBILITY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2A338E-CC1A-4691-B5E0-0D9B3FBB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9595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F217741-DCA4-4A1E-8C5C-C8B8BF1D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HIGH CHAIRS">
            <a:extLst xmlns:a="http://schemas.openxmlformats.org/drawingml/2006/main">
              <a:ext uri="{FF2B5EF4-FFF2-40B4-BE49-F238E27FC236}">
                <a16:creationId xmlns:a16="http://schemas.microsoft.com/office/drawing/2014/main" id="{E58FF2A0-7B80-47E6-A30C-F93FF4E07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HIGH CHAIRS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CEAD3A-3482-4356-9473-52407C3B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2B39C304-F499-49D9-8FC6-D074B3D1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38175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9" name="text-OPEN SEATS">
            <a:extLst xmlns:a="http://schemas.openxmlformats.org/drawingml/2006/main">
              <a:ext uri="{FF2B5EF4-FFF2-40B4-BE49-F238E27FC236}">
                <a16:creationId xmlns:a16="http://schemas.microsoft.com/office/drawing/2014/main" id="{377EE4B4-8ED1-48DF-A079-68B9EAB6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4960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OPEN SEATS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DC632E-89D8-4B9F-9F70-B63A9AB8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7124700"/>
            <a:ext cx="171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NOTES">
            <a:extLst xmlns:a="http://schemas.openxmlformats.org/drawingml/2006/main">
              <a:ext uri="{FF2B5EF4-FFF2-40B4-BE49-F238E27FC236}">
                <a16:creationId xmlns:a16="http://schemas.microsoft.com/office/drawing/2014/main" id="{D899A842-4325-46FE-B549-B96C09A2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8580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69E680-1D67-447D-AC81-100229D8A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334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D0E915-0D41-49B2-99D2-A3D529E1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295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BD0BA5-18FC-45A0-B1A3-499CAEB5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248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D02990-F6F7-4FAA-8D85-0FA5605B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2200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A63E66-BF84-441C-B288-BEAD5E53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51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AE768E-D75F-444C-9AD8-7818484E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8106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A7FDBF-A642-4B5F-953F-6A0EA779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105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BCCA27-BD13-4B6E-885A-10CF1124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401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9081417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aa1a0054d42b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9427A89-EBA1-4175-A39A-ED4BC571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1F0C576-4647-4C8D-B69D-E1F0C767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Plan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FD0D440-B160-45AF-B7F0-8E29E9F1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TABLE 1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3F150F9-0434-4974-9419-12ADAE4B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D13D4B-1710-4B10-88E0-AA6536130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61 of 100</a:t>
            </a:r>
          </a:p>
        </p:txBody>
      </p:sp>
      <p:sp>
        <p:nvSpPr>
          <p:cNvPr id="7" name="editable-table-shape">
            <a:extLst xmlns:a="http://schemas.openxmlformats.org/drawingml/2006/main">
              <a:ext uri="{FF2B5EF4-FFF2-40B4-BE49-F238E27FC236}">
                <a16:creationId xmlns:a16="http://schemas.microsoft.com/office/drawing/2014/main" id="{957341FD-14FD-4421-9CDE-5FDEA4A1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0750"/>
            <a:ext cx="2514600" cy="2514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79B46"/>
            </a:solidFill>
            <a:prstDash val="solid"/>
          </a:ln>
        </p:spPr>
      </p:sp>
      <p:sp>
        <p:nvSpPr>
          <p:cNvPr id="8" name="text-TABLE 1">
            <a:extLst xmlns:a="http://schemas.openxmlformats.org/drawingml/2006/main">
              <a:ext uri="{FF2B5EF4-FFF2-40B4-BE49-F238E27FC236}">
                <a16:creationId xmlns:a16="http://schemas.microsoft.com/office/drawing/2014/main" id="{495EEDC8-BFE0-46B0-9CA5-504A961E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67B61"/>
                </a:solidFill>
              </a:defRPr>
            </a:pPr>
            <a:r>
              <a:rPr sz="1500" b="0" i="0">
                <a:solidFill>
                  <a:srgbClr val="667B61"/>
                </a:solidFill>
              </a:rPr>
              <a:t>TABLE 1</a:t>
            </a:r>
          </a:p>
        </p:txBody>
      </p:sp>
      <p:sp>
        <p:nvSpPr>
          <p:cNvPr id="9" name="guest-seat">
            <a:extLst xmlns:a="http://schemas.openxmlformats.org/drawingml/2006/main">
              <a:ext uri="{FF2B5EF4-FFF2-40B4-BE49-F238E27FC236}">
                <a16:creationId xmlns:a16="http://schemas.microsoft.com/office/drawing/2014/main" id="{10A45201-39D8-40E7-BDC0-6DA71FBD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DBB0219A-96C0-4FEC-9AB5-9A7EA0D6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14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</a:t>
            </a:r>
          </a:p>
        </p:txBody>
      </p:sp>
      <p:sp>
        <p:nvSpPr>
          <p:cNvPr id="11" name="guest-seat">
            <a:extLst xmlns:a="http://schemas.openxmlformats.org/drawingml/2006/main">
              <a:ext uri="{FF2B5EF4-FFF2-40B4-BE49-F238E27FC236}">
                <a16:creationId xmlns:a16="http://schemas.microsoft.com/office/drawing/2014/main" id="{67637911-9BD3-4FF3-82B6-9BD351B1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2" name="text-2">
            <a:extLst xmlns:a="http://schemas.openxmlformats.org/drawingml/2006/main">
              <a:ext uri="{FF2B5EF4-FFF2-40B4-BE49-F238E27FC236}">
                <a16:creationId xmlns:a16="http://schemas.microsoft.com/office/drawing/2014/main" id="{A9BB098E-7F50-4C1B-B82D-6017D666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</a:t>
            </a:r>
          </a:p>
        </p:txBody>
      </p:sp>
      <p:sp>
        <p:nvSpPr>
          <p:cNvPr id="13" name="guest-seat">
            <a:extLst xmlns:a="http://schemas.openxmlformats.org/drawingml/2006/main">
              <a:ext uri="{FF2B5EF4-FFF2-40B4-BE49-F238E27FC236}">
                <a16:creationId xmlns:a16="http://schemas.microsoft.com/office/drawing/2014/main" id="{632DB5BA-792D-4AF3-BE2C-B402DF61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3">
            <a:extLst xmlns:a="http://schemas.openxmlformats.org/drawingml/2006/main">
              <a:ext uri="{FF2B5EF4-FFF2-40B4-BE49-F238E27FC236}">
                <a16:creationId xmlns:a16="http://schemas.microsoft.com/office/drawing/2014/main" id="{91F0D1D9-635B-49FC-A884-BBC530ED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</a:t>
            </a:r>
          </a:p>
        </p:txBody>
      </p:sp>
      <p:sp>
        <p:nvSpPr>
          <p:cNvPr id="15" name="guest-seat">
            <a:extLst xmlns:a="http://schemas.openxmlformats.org/drawingml/2006/main">
              <a:ext uri="{FF2B5EF4-FFF2-40B4-BE49-F238E27FC236}">
                <a16:creationId xmlns:a16="http://schemas.microsoft.com/office/drawing/2014/main" id="{BBF8EE1A-500D-4D49-A21E-E6A63FE1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4">
            <a:extLst xmlns:a="http://schemas.openxmlformats.org/drawingml/2006/main">
              <a:ext uri="{FF2B5EF4-FFF2-40B4-BE49-F238E27FC236}">
                <a16:creationId xmlns:a16="http://schemas.microsoft.com/office/drawing/2014/main" id="{C1C9AAE7-1015-4747-B68C-F22379B0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</a:t>
            </a:r>
          </a:p>
        </p:txBody>
      </p:sp>
      <p:sp>
        <p:nvSpPr>
          <p:cNvPr id="17" name="guest-seat">
            <a:extLst xmlns:a="http://schemas.openxmlformats.org/drawingml/2006/main">
              <a:ext uri="{FF2B5EF4-FFF2-40B4-BE49-F238E27FC236}">
                <a16:creationId xmlns:a16="http://schemas.microsoft.com/office/drawing/2014/main" id="{1B575B0B-C3C1-44A8-8259-1FEE581D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8" name="text-5">
            <a:extLst xmlns:a="http://schemas.openxmlformats.org/drawingml/2006/main">
              <a:ext uri="{FF2B5EF4-FFF2-40B4-BE49-F238E27FC236}">
                <a16:creationId xmlns:a16="http://schemas.microsoft.com/office/drawing/2014/main" id="{BEA8192E-2BE7-4615-B789-735A4A1B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</a:t>
            </a:r>
          </a:p>
        </p:txBody>
      </p:sp>
      <p:sp>
        <p:nvSpPr>
          <p:cNvPr id="19" name="guest-seat">
            <a:extLst xmlns:a="http://schemas.openxmlformats.org/drawingml/2006/main">
              <a:ext uri="{FF2B5EF4-FFF2-40B4-BE49-F238E27FC236}">
                <a16:creationId xmlns:a16="http://schemas.microsoft.com/office/drawing/2014/main" id="{6E1B980E-2C2B-4D23-9C0D-A0727609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482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6">
            <a:extLst xmlns:a="http://schemas.openxmlformats.org/drawingml/2006/main">
              <a:ext uri="{FF2B5EF4-FFF2-40B4-BE49-F238E27FC236}">
                <a16:creationId xmlns:a16="http://schemas.microsoft.com/office/drawing/2014/main" id="{7E5860F3-3572-47B6-AC50-43D0D473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1339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</a:t>
            </a:r>
          </a:p>
        </p:txBody>
      </p:sp>
      <p:sp>
        <p:nvSpPr>
          <p:cNvPr id="21" name="guest-seat">
            <a:extLst xmlns:a="http://schemas.openxmlformats.org/drawingml/2006/main">
              <a:ext uri="{FF2B5EF4-FFF2-40B4-BE49-F238E27FC236}">
                <a16:creationId xmlns:a16="http://schemas.microsoft.com/office/drawing/2014/main" id="{AB9BDFAD-752A-41E1-889D-8F27B4607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7">
            <a:extLst xmlns:a="http://schemas.openxmlformats.org/drawingml/2006/main">
              <a:ext uri="{FF2B5EF4-FFF2-40B4-BE49-F238E27FC236}">
                <a16:creationId xmlns:a16="http://schemas.microsoft.com/office/drawing/2014/main" id="{5CF2DFDB-E84C-425D-8BEA-FF7F25CA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</a:t>
            </a:r>
          </a:p>
        </p:txBody>
      </p:sp>
      <p:sp>
        <p:nvSpPr>
          <p:cNvPr id="23" name="guest-seat">
            <a:extLst xmlns:a="http://schemas.openxmlformats.org/drawingml/2006/main">
              <a:ext uri="{FF2B5EF4-FFF2-40B4-BE49-F238E27FC236}">
                <a16:creationId xmlns:a16="http://schemas.microsoft.com/office/drawing/2014/main" id="{33D597FD-585B-4294-8BB0-122E8218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4" name="text-8">
            <a:extLst xmlns:a="http://schemas.openxmlformats.org/drawingml/2006/main">
              <a:ext uri="{FF2B5EF4-FFF2-40B4-BE49-F238E27FC236}">
                <a16:creationId xmlns:a16="http://schemas.microsoft.com/office/drawing/2014/main" id="{84540C00-1DD3-48C0-A90F-39239A15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</a:t>
            </a:r>
          </a:p>
        </p:txBody>
      </p:sp>
      <p:sp>
        <p:nvSpPr>
          <p:cNvPr id="25" name="guest-seat">
            <a:extLst xmlns:a="http://schemas.openxmlformats.org/drawingml/2006/main">
              <a:ext uri="{FF2B5EF4-FFF2-40B4-BE49-F238E27FC236}">
                <a16:creationId xmlns:a16="http://schemas.microsoft.com/office/drawing/2014/main" id="{4BCA05AF-5082-4372-85FF-9BEEBA6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9">
            <a:extLst xmlns:a="http://schemas.openxmlformats.org/drawingml/2006/main">
              <a:ext uri="{FF2B5EF4-FFF2-40B4-BE49-F238E27FC236}">
                <a16:creationId xmlns:a16="http://schemas.microsoft.com/office/drawing/2014/main" id="{358B30A6-65D2-49AA-A394-7BB09A50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</a:t>
            </a:r>
          </a:p>
        </p:txBody>
      </p:sp>
      <p:sp>
        <p:nvSpPr>
          <p:cNvPr id="27" name="guest-seat">
            <a:extLst xmlns:a="http://schemas.openxmlformats.org/drawingml/2006/main">
              <a:ext uri="{FF2B5EF4-FFF2-40B4-BE49-F238E27FC236}">
                <a16:creationId xmlns:a16="http://schemas.microsoft.com/office/drawing/2014/main" id="{2246533A-0BED-422D-9BC9-1DA25BFA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10">
            <a:extLst xmlns:a="http://schemas.openxmlformats.org/drawingml/2006/main">
              <a:ext uri="{FF2B5EF4-FFF2-40B4-BE49-F238E27FC236}">
                <a16:creationId xmlns:a16="http://schemas.microsoft.com/office/drawing/2014/main" id="{3EFA7AA5-7CE8-452D-AE07-74EFF189A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</a:t>
            </a:r>
          </a:p>
        </p:txBody>
      </p:sp>
      <p:sp>
        <p:nvSpPr>
          <p:cNvPr id="29" name="text-GUEST NAMES">
            <a:extLst xmlns:a="http://schemas.openxmlformats.org/drawingml/2006/main">
              <a:ext uri="{FF2B5EF4-FFF2-40B4-BE49-F238E27FC236}">
                <a16:creationId xmlns:a16="http://schemas.microsoft.com/office/drawing/2014/main" id="{6CACFB38-839A-4761-976A-9B4A8A7F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GUEST NAMES</a:t>
            </a:r>
          </a:p>
        </p:txBody>
      </p:sp>
      <p:sp>
        <p:nvSpPr>
          <p:cNvPr id="30" name="text-1.">
            <a:extLst xmlns:a="http://schemas.openxmlformats.org/drawingml/2006/main">
              <a:ext uri="{FF2B5EF4-FFF2-40B4-BE49-F238E27FC236}">
                <a16:creationId xmlns:a16="http://schemas.microsoft.com/office/drawing/2014/main" id="{0BEF2C01-3EE8-4383-A037-0FBD4491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6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1.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8DD7CE-1883-4D28-A645-87A86DAD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675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.">
            <a:extLst xmlns:a="http://schemas.openxmlformats.org/drawingml/2006/main">
              <a:ext uri="{FF2B5EF4-FFF2-40B4-BE49-F238E27FC236}">
                <a16:creationId xmlns:a16="http://schemas.microsoft.com/office/drawing/2014/main" id="{69254355-1F76-4421-A78F-60A0BF24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627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2.</a:t>
            </a:r>
          </a:p>
        </p:txBody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5F6E8A-5F87-419E-9165-BEBD2E80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628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.">
            <a:extLst xmlns:a="http://schemas.openxmlformats.org/drawingml/2006/main">
              <a:ext uri="{FF2B5EF4-FFF2-40B4-BE49-F238E27FC236}">
                <a16:creationId xmlns:a16="http://schemas.microsoft.com/office/drawing/2014/main" id="{CCBC4FB1-82CB-45D1-AD25-BF8FC01D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58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3.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554B82-3F26-468F-8BFF-7056E1B6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580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4.">
            <a:extLst xmlns:a="http://schemas.openxmlformats.org/drawingml/2006/main">
              <a:ext uri="{FF2B5EF4-FFF2-40B4-BE49-F238E27FC236}">
                <a16:creationId xmlns:a16="http://schemas.microsoft.com/office/drawing/2014/main" id="{D765BECD-11D8-46BA-A79F-78A9EFC1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4.</a:t>
            </a:r>
          </a:p>
        </p:txBody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588666-BFFC-41E7-B835-D3CB0616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533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5.">
            <a:extLst xmlns:a="http://schemas.openxmlformats.org/drawingml/2006/main">
              <a:ext uri="{FF2B5EF4-FFF2-40B4-BE49-F238E27FC236}">
                <a16:creationId xmlns:a16="http://schemas.microsoft.com/office/drawing/2014/main" id="{E243B789-A2A3-4AE4-BEC4-77D0E6AF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48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5.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78C4F5-92A7-483A-899E-17F8A6927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486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6.">
            <a:extLst xmlns:a="http://schemas.openxmlformats.org/drawingml/2006/main">
              <a:ext uri="{FF2B5EF4-FFF2-40B4-BE49-F238E27FC236}">
                <a16:creationId xmlns:a16="http://schemas.microsoft.com/office/drawing/2014/main" id="{49EBE7CD-978E-471B-95D7-E884B8DC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43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6.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9C7C55-671B-4287-8AD4-355404F7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439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7.">
            <a:extLst xmlns:a="http://schemas.openxmlformats.org/drawingml/2006/main">
              <a:ext uri="{FF2B5EF4-FFF2-40B4-BE49-F238E27FC236}">
                <a16:creationId xmlns:a16="http://schemas.microsoft.com/office/drawing/2014/main" id="{890B0B62-AA47-40FB-BA2E-1634CDBC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39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7.</a:t>
            </a:r>
          </a:p>
        </p:txBody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675DB7-6A83-48F6-87A2-3141A39B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6391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8.">
            <a:extLst xmlns:a="http://schemas.openxmlformats.org/drawingml/2006/main">
              <a:ext uri="{FF2B5EF4-FFF2-40B4-BE49-F238E27FC236}">
                <a16:creationId xmlns:a16="http://schemas.microsoft.com/office/drawing/2014/main" id="{D50BF02A-73A5-4A37-AE9C-553D7153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344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8.</a:t>
            </a:r>
          </a:p>
        </p:txBody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403F9F-5DDD-4DB2-ACA8-609A8316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9344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9.">
            <a:extLst xmlns:a="http://schemas.openxmlformats.org/drawingml/2006/main">
              <a:ext uri="{FF2B5EF4-FFF2-40B4-BE49-F238E27FC236}">
                <a16:creationId xmlns:a16="http://schemas.microsoft.com/office/drawing/2014/main" id="{2C4AA417-5175-438E-8DA0-55EDBEE7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29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9.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44A903-E4F2-410B-96C2-1E128249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2297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10.">
            <a:extLst xmlns:a="http://schemas.openxmlformats.org/drawingml/2006/main">
              <a:ext uri="{FF2B5EF4-FFF2-40B4-BE49-F238E27FC236}">
                <a16:creationId xmlns:a16="http://schemas.microsoft.com/office/drawing/2014/main" id="{9F898843-87D8-4BAD-AA80-38060AB69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2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10.</a:t>
            </a:r>
          </a:p>
        </p:txBody>
      </p:sp>
      <p:sp>
        <p:nvSpPr>
          <p:cNvPr id="4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7946131-50C3-437D-B3C2-716877E3E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5250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NOTES">
            <a:extLst xmlns:a="http://schemas.openxmlformats.org/drawingml/2006/main">
              <a:ext uri="{FF2B5EF4-FFF2-40B4-BE49-F238E27FC236}">
                <a16:creationId xmlns:a16="http://schemas.microsoft.com/office/drawing/2014/main" id="{8FE39DD3-8C0D-4C48-BD09-D65180A8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9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2EADF36-9986-44CD-A24A-EF3A5316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675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EFD74C-9FFA-496D-853F-F2DE6754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62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59FC17-8D5C-4F69-B987-134EE217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258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C472C1-FB64-4B60-8495-44390DC8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5533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9C0978-DA35-4D40-B704-5BA25B2C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8486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72D617-2223-4493-9EE7-7D8DA69B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143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2C291D-85E0-4966-888A-DDC38408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439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9C62CA-6922-4A74-AACE-668B3254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7344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697AA72-A479-4ED1-A492-A4ECDADB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029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605ED2C-0633-4D12-B827-B183A489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24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6422711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1412d9ea046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C25EF99-DBC9-40E7-9250-ECDEDF9B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14D437E-7D0B-4E73-89D8-2435BA47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Plan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5E0227F-744D-4BF4-87C5-A745B1BE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TABLE 2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583EBEE-ACB0-4A14-ADBA-E49B204E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A04B1A-AAC1-4FC9-A248-C070E94D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62 of 100</a:t>
            </a:r>
          </a:p>
        </p:txBody>
      </p:sp>
      <p:sp>
        <p:nvSpPr>
          <p:cNvPr id="7" name="editable-table-shape">
            <a:extLst xmlns:a="http://schemas.openxmlformats.org/drawingml/2006/main">
              <a:ext uri="{FF2B5EF4-FFF2-40B4-BE49-F238E27FC236}">
                <a16:creationId xmlns:a16="http://schemas.microsoft.com/office/drawing/2014/main" id="{10036C07-F0DB-46B3-AAB8-21848CA9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190750"/>
            <a:ext cx="2514600" cy="2514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C79B46"/>
            </a:solidFill>
            <a:prstDash val="solid"/>
          </a:ln>
        </p:spPr>
      </p:sp>
      <p:sp>
        <p:nvSpPr>
          <p:cNvPr id="8" name="text-TABLE 2">
            <a:extLst xmlns:a="http://schemas.openxmlformats.org/drawingml/2006/main">
              <a:ext uri="{FF2B5EF4-FFF2-40B4-BE49-F238E27FC236}">
                <a16:creationId xmlns:a16="http://schemas.microsoft.com/office/drawing/2014/main" id="{34B404A9-2AD5-4010-BD0B-353757FF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1432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67B61"/>
                </a:solidFill>
              </a:defRPr>
            </a:pPr>
            <a:r>
              <a:rPr sz="1500" b="0" i="0">
                <a:solidFill>
                  <a:srgbClr val="667B61"/>
                </a:solidFill>
              </a:rPr>
              <a:t>TABLE 2</a:t>
            </a:r>
          </a:p>
        </p:txBody>
      </p:sp>
      <p:sp>
        <p:nvSpPr>
          <p:cNvPr id="9" name="guest-seat">
            <a:extLst xmlns:a="http://schemas.openxmlformats.org/drawingml/2006/main">
              <a:ext uri="{FF2B5EF4-FFF2-40B4-BE49-F238E27FC236}">
                <a16:creationId xmlns:a16="http://schemas.microsoft.com/office/drawing/2014/main" id="{E66FD2F4-43AC-4ADE-BE1E-8903CE50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4287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6BE4733D-1428-4E52-9A0B-26816599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144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</a:t>
            </a:r>
          </a:p>
        </p:txBody>
      </p:sp>
      <p:sp>
        <p:nvSpPr>
          <p:cNvPr id="11" name="guest-seat">
            <a:extLst xmlns:a="http://schemas.openxmlformats.org/drawingml/2006/main">
              <a:ext uri="{FF2B5EF4-FFF2-40B4-BE49-F238E27FC236}">
                <a16:creationId xmlns:a16="http://schemas.microsoft.com/office/drawing/2014/main" id="{7873510F-3834-44CB-8079-754CC646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2" name="text-2">
            <a:extLst xmlns:a="http://schemas.openxmlformats.org/drawingml/2006/main">
              <a:ext uri="{FF2B5EF4-FFF2-40B4-BE49-F238E27FC236}">
                <a16:creationId xmlns:a16="http://schemas.microsoft.com/office/drawing/2014/main" id="{CC56469E-032A-4E35-A15D-E1109DBA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</a:t>
            </a:r>
          </a:p>
        </p:txBody>
      </p:sp>
      <p:sp>
        <p:nvSpPr>
          <p:cNvPr id="13" name="guest-seat">
            <a:extLst xmlns:a="http://schemas.openxmlformats.org/drawingml/2006/main">
              <a:ext uri="{FF2B5EF4-FFF2-40B4-BE49-F238E27FC236}">
                <a16:creationId xmlns:a16="http://schemas.microsoft.com/office/drawing/2014/main" id="{F4450143-A682-42E1-BF53-F8764725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4" name="text-3">
            <a:extLst xmlns:a="http://schemas.openxmlformats.org/drawingml/2006/main">
              <a:ext uri="{FF2B5EF4-FFF2-40B4-BE49-F238E27FC236}">
                <a16:creationId xmlns:a16="http://schemas.microsoft.com/office/drawing/2014/main" id="{7A173446-011F-44D7-8D11-0B235414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</a:t>
            </a:r>
          </a:p>
        </p:txBody>
      </p:sp>
      <p:sp>
        <p:nvSpPr>
          <p:cNvPr id="15" name="guest-seat">
            <a:extLst xmlns:a="http://schemas.openxmlformats.org/drawingml/2006/main">
              <a:ext uri="{FF2B5EF4-FFF2-40B4-BE49-F238E27FC236}">
                <a16:creationId xmlns:a16="http://schemas.microsoft.com/office/drawing/2014/main" id="{792251F7-479E-4FEB-B54C-76FE4410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27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4">
            <a:extLst xmlns:a="http://schemas.openxmlformats.org/drawingml/2006/main">
              <a:ext uri="{FF2B5EF4-FFF2-40B4-BE49-F238E27FC236}">
                <a16:creationId xmlns:a16="http://schemas.microsoft.com/office/drawing/2014/main" id="{3AC0985E-6C79-4427-8C77-FB8CF53B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15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</a:t>
            </a:r>
          </a:p>
        </p:txBody>
      </p:sp>
      <p:sp>
        <p:nvSpPr>
          <p:cNvPr id="17" name="guest-seat">
            <a:extLst xmlns:a="http://schemas.openxmlformats.org/drawingml/2006/main">
              <a:ext uri="{FF2B5EF4-FFF2-40B4-BE49-F238E27FC236}">
                <a16:creationId xmlns:a16="http://schemas.microsoft.com/office/drawing/2014/main" id="{DAA9D1B0-1B36-48C5-90E7-EEFEFD44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0844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8" name="text-5">
            <a:extLst xmlns:a="http://schemas.openxmlformats.org/drawingml/2006/main">
              <a:ext uri="{FF2B5EF4-FFF2-40B4-BE49-F238E27FC236}">
                <a16:creationId xmlns:a16="http://schemas.microsoft.com/office/drawing/2014/main" id="{1BFD9C2A-0DB2-460C-A735-92F34C8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719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</a:t>
            </a:r>
          </a:p>
        </p:txBody>
      </p:sp>
      <p:sp>
        <p:nvSpPr>
          <p:cNvPr id="19" name="guest-seat">
            <a:extLst xmlns:a="http://schemas.openxmlformats.org/drawingml/2006/main">
              <a:ext uri="{FF2B5EF4-FFF2-40B4-BE49-F238E27FC236}">
                <a16:creationId xmlns:a16="http://schemas.microsoft.com/office/drawing/2014/main" id="{BDD13F8B-8A28-422B-B76C-79D8D3A3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048250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0" name="text-6">
            <a:extLst xmlns:a="http://schemas.openxmlformats.org/drawingml/2006/main">
              <a:ext uri="{FF2B5EF4-FFF2-40B4-BE49-F238E27FC236}">
                <a16:creationId xmlns:a16="http://schemas.microsoft.com/office/drawing/2014/main" id="{2131F733-C996-4065-96BB-0E5D5F64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133975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</a:t>
            </a:r>
          </a:p>
        </p:txBody>
      </p:sp>
      <p:sp>
        <p:nvSpPr>
          <p:cNvPr id="21" name="guest-seat">
            <a:extLst xmlns:a="http://schemas.openxmlformats.org/drawingml/2006/main">
              <a:ext uri="{FF2B5EF4-FFF2-40B4-BE49-F238E27FC236}">
                <a16:creationId xmlns:a16="http://schemas.microsoft.com/office/drawing/2014/main" id="{829EE4C1-1534-4257-B5F3-B6422F9F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4702619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7">
            <a:extLst xmlns:a="http://schemas.openxmlformats.org/drawingml/2006/main">
              <a:ext uri="{FF2B5EF4-FFF2-40B4-BE49-F238E27FC236}">
                <a16:creationId xmlns:a16="http://schemas.microsoft.com/office/drawing/2014/main" id="{AC8DA3DF-4E35-4285-9977-7D96F872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4788344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</a:t>
            </a:r>
          </a:p>
        </p:txBody>
      </p:sp>
      <p:sp>
        <p:nvSpPr>
          <p:cNvPr id="23" name="guest-seat">
            <a:extLst xmlns:a="http://schemas.openxmlformats.org/drawingml/2006/main">
              <a:ext uri="{FF2B5EF4-FFF2-40B4-BE49-F238E27FC236}">
                <a16:creationId xmlns:a16="http://schemas.microsoft.com/office/drawing/2014/main" id="{897DB5E1-09BD-4950-82FF-BE3FF297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3797744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4" name="text-8">
            <a:extLst xmlns:a="http://schemas.openxmlformats.org/drawingml/2006/main">
              <a:ext uri="{FF2B5EF4-FFF2-40B4-BE49-F238E27FC236}">
                <a16:creationId xmlns:a16="http://schemas.microsoft.com/office/drawing/2014/main" id="{F2F09A72-D849-488E-AC9D-113FFD9E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3883469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</a:t>
            </a:r>
          </a:p>
        </p:txBody>
      </p:sp>
      <p:sp>
        <p:nvSpPr>
          <p:cNvPr id="25" name="guest-seat">
            <a:extLst xmlns:a="http://schemas.openxmlformats.org/drawingml/2006/main">
              <a:ext uri="{FF2B5EF4-FFF2-40B4-BE49-F238E27FC236}">
                <a16:creationId xmlns:a16="http://schemas.microsoft.com/office/drawing/2014/main" id="{545174A0-EAEC-4FAF-B941-8C5458EF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925" y="2679256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6" name="text-9">
            <a:extLst xmlns:a="http://schemas.openxmlformats.org/drawingml/2006/main">
              <a:ext uri="{FF2B5EF4-FFF2-40B4-BE49-F238E27FC236}">
                <a16:creationId xmlns:a16="http://schemas.microsoft.com/office/drawing/2014/main" id="{F430D449-11DC-48DB-AC9E-10FD6BEBB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800" y="2764981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</a:t>
            </a:r>
          </a:p>
        </p:txBody>
      </p:sp>
      <p:sp>
        <p:nvSpPr>
          <p:cNvPr id="27" name="guest-seat">
            <a:extLst xmlns:a="http://schemas.openxmlformats.org/drawingml/2006/main">
              <a:ext uri="{FF2B5EF4-FFF2-40B4-BE49-F238E27FC236}">
                <a16:creationId xmlns:a16="http://schemas.microsoft.com/office/drawing/2014/main" id="{FD39846D-5186-4466-A25D-D360E42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356" y="1774381"/>
            <a:ext cx="628650" cy="4191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10">
            <a:extLst xmlns:a="http://schemas.openxmlformats.org/drawingml/2006/main">
              <a:ext uri="{FF2B5EF4-FFF2-40B4-BE49-F238E27FC236}">
                <a16:creationId xmlns:a16="http://schemas.microsoft.com/office/drawing/2014/main" id="{1FA49568-C944-442A-8D66-DF40E92A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6231" y="1860106"/>
            <a:ext cx="342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</a:t>
            </a:r>
          </a:p>
        </p:txBody>
      </p:sp>
      <p:sp>
        <p:nvSpPr>
          <p:cNvPr id="29" name="text-GUEST NAMES">
            <a:extLst xmlns:a="http://schemas.openxmlformats.org/drawingml/2006/main">
              <a:ext uri="{FF2B5EF4-FFF2-40B4-BE49-F238E27FC236}">
                <a16:creationId xmlns:a16="http://schemas.microsoft.com/office/drawing/2014/main" id="{AD3272D8-EBC2-4E47-B5B5-F8B3922B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19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GUEST NAMES</a:t>
            </a:r>
          </a:p>
        </p:txBody>
      </p:sp>
      <p:sp>
        <p:nvSpPr>
          <p:cNvPr id="30" name="text-1.">
            <a:extLst xmlns:a="http://schemas.openxmlformats.org/drawingml/2006/main">
              <a:ext uri="{FF2B5EF4-FFF2-40B4-BE49-F238E27FC236}">
                <a16:creationId xmlns:a16="http://schemas.microsoft.com/office/drawing/2014/main" id="{64CFA76A-AE41-43A8-B002-8EAD992F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667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1.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4EACF05-3214-48EA-A5B7-555066BF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8675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2.">
            <a:extLst xmlns:a="http://schemas.openxmlformats.org/drawingml/2006/main">
              <a:ext uri="{FF2B5EF4-FFF2-40B4-BE49-F238E27FC236}">
                <a16:creationId xmlns:a16="http://schemas.microsoft.com/office/drawing/2014/main" id="{C5EEE5DB-E3E0-46BD-8954-70435CBAF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627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2.</a:t>
            </a:r>
          </a:p>
        </p:txBody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5BB630-5312-46F9-8A37-6DC948179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1628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3.">
            <a:extLst xmlns:a="http://schemas.openxmlformats.org/drawingml/2006/main">
              <a:ext uri="{FF2B5EF4-FFF2-40B4-BE49-F238E27FC236}">
                <a16:creationId xmlns:a16="http://schemas.microsoft.com/office/drawing/2014/main" id="{23293528-BA82-4E22-90CE-2FBE4E34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580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3.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AD45EE-AA26-4172-B8CF-ED711066F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4580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-4.">
            <a:extLst xmlns:a="http://schemas.openxmlformats.org/drawingml/2006/main">
              <a:ext uri="{FF2B5EF4-FFF2-40B4-BE49-F238E27FC236}">
                <a16:creationId xmlns:a16="http://schemas.microsoft.com/office/drawing/2014/main" id="{77C296B2-5C7E-4210-8222-9213CE57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5533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4.</a:t>
            </a:r>
          </a:p>
        </p:txBody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C3FBE6E-BFB0-497F-BB27-AF0684ED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7533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5.">
            <a:extLst xmlns:a="http://schemas.openxmlformats.org/drawingml/2006/main">
              <a:ext uri="{FF2B5EF4-FFF2-40B4-BE49-F238E27FC236}">
                <a16:creationId xmlns:a16="http://schemas.microsoft.com/office/drawing/2014/main" id="{471E6547-E275-452B-8FC4-2172D5B33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48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5.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DA414F-FD83-47D9-A52A-7193C8BC3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0486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ext-6.">
            <a:extLst xmlns:a="http://schemas.openxmlformats.org/drawingml/2006/main">
              <a:ext uri="{FF2B5EF4-FFF2-40B4-BE49-F238E27FC236}">
                <a16:creationId xmlns:a16="http://schemas.microsoft.com/office/drawing/2014/main" id="{6D30DB44-E7DD-4D9E-90C6-512A0F89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143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6.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B540A7-8FA3-4B00-B1BC-BCFA4D0F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3439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7.">
            <a:extLst xmlns:a="http://schemas.openxmlformats.org/drawingml/2006/main">
              <a:ext uri="{FF2B5EF4-FFF2-40B4-BE49-F238E27FC236}">
                <a16:creationId xmlns:a16="http://schemas.microsoft.com/office/drawing/2014/main" id="{40377ED9-7F2E-45B2-A834-D95CE254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4391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7.</a:t>
            </a:r>
          </a:p>
        </p:txBody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2D5E73-B532-4AE7-8CDE-44FF6B2C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63917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8.">
            <a:extLst xmlns:a="http://schemas.openxmlformats.org/drawingml/2006/main">
              <a:ext uri="{FF2B5EF4-FFF2-40B4-BE49-F238E27FC236}">
                <a16:creationId xmlns:a16="http://schemas.microsoft.com/office/drawing/2014/main" id="{A29E1263-DE14-45F0-B4CA-7A5C3638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7344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8.</a:t>
            </a:r>
          </a:p>
        </p:txBody>
      </p:sp>
      <p:sp>
        <p:nvSpPr>
          <p:cNvPr id="4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3AAA5B-A45F-41E4-996D-052ACF3D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893445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9.">
            <a:extLst xmlns:a="http://schemas.openxmlformats.org/drawingml/2006/main">
              <a:ext uri="{FF2B5EF4-FFF2-40B4-BE49-F238E27FC236}">
                <a16:creationId xmlns:a16="http://schemas.microsoft.com/office/drawing/2014/main" id="{B92D56DA-6C8D-4053-88B7-7C55471D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0297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9.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97C7D54-DFAA-4446-9BA6-E720407E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229725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ext-10.">
            <a:extLst xmlns:a="http://schemas.openxmlformats.org/drawingml/2006/main">
              <a:ext uri="{FF2B5EF4-FFF2-40B4-BE49-F238E27FC236}">
                <a16:creationId xmlns:a16="http://schemas.microsoft.com/office/drawing/2014/main" id="{62A22EAF-A366-4549-8776-0AA82DF0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3249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667B61"/>
                </a:solidFill>
              </a:defRPr>
            </a:pPr>
            <a:r>
              <a:rPr sz="825" b="0" i="0">
                <a:solidFill>
                  <a:srgbClr val="667B61"/>
                </a:solidFill>
              </a:rPr>
              <a:t>10.</a:t>
            </a:r>
          </a:p>
        </p:txBody>
      </p:sp>
      <p:sp>
        <p:nvSpPr>
          <p:cNvPr id="4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477DA3-E1D2-43A2-AF8A-FCC25BBC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525000"/>
            <a:ext cx="2238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-NOTES">
            <a:extLst xmlns:a="http://schemas.openxmlformats.org/drawingml/2006/main">
              <a:ext uri="{FF2B5EF4-FFF2-40B4-BE49-F238E27FC236}">
                <a16:creationId xmlns:a16="http://schemas.microsoft.com/office/drawing/2014/main" id="{2325B916-7FE3-400F-8383-375D6190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191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4ECB71-F731-4138-8830-8B9F629D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6675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E2D7C4-7547-4758-A04C-E695262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9627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9CED53-A13F-4AA1-A112-422BF308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2580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11B299C-6149-4A5D-B78F-8853C799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5533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AAF934-F4D2-43AA-A439-EAEE96B0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78486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F049DF-14FE-43C5-B3CA-14B244BF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1438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01979E-B29C-49B6-897D-8465A217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4391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FDEBC5-4676-431B-BC85-8017E44A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73442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AD1F26-A32C-4B5F-BA20-1F4D2359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029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7DC6B7-70A4-4A37-BAFE-35FBD77B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324975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3167266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5ced1cc8244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B2FF7F5-AD6B-443F-BF99-E5744086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BD17150-9AF1-4885-9DDC-2690CBE6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Accommodation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1F7AD9F-9D26-437E-B298-398CE6D8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MAKE EVERY STAY STRAIGHTFORWARD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F2475C0-EA2D-4CD9-82E6-4649D676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FEB7BE9-3648-4E7A-8C0B-292919FC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63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C7761666-7FD3-44AA-8F46-4C34DBB11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1F0109E-73D4-4E4A-9901-B982E971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FFAAE9DA-44C0-41EE-9401-65EE3E49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075141B7-7ADA-4A98-8306-0CE65D90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11E55F35-8982-4C1F-9003-A218B3B8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E15788DF-889A-4D57-B7F9-881613EA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6A23DE29-A25D-4DEE-AA3D-06660065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360F8CE9-39EE-458D-92A6-B5ABA1E2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A48576A2-BB0C-4FCB-9D10-C7CAE294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AFF00481-E97B-45EE-9B2A-576F44CE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234C6D49-DA47-42FD-B2B5-0185968C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08073BAA-BE94-40E1-9EDF-A6F26359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C0B144E-53F0-4194-BD87-5E632530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B0692A72-5214-41CA-8831-ABCD8B89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C54D11B5-9034-48AF-AEB8-45845D37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305DAAE5-C3A0-4B91-8B04-21022565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01E114C-20EA-4D15-8568-5503AEFC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A82BC320-06C6-47D2-B8F9-920566C7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51CFDE3A-910C-40AD-82D8-CBA905DE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A96FB3EB-B921-4A90-9550-9CD95AFF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63D75F5E-7635-4060-97FC-9B7470A9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4BD9F902-7CEB-4814-BF3B-34B432FD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CEE836FD-D9CB-4631-BB07-0A40893E7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D5980939-C59D-489D-86E9-99FB2E3A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028B08DC-5F72-4AC3-B483-73DB10A5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C8796410-8C77-442D-BB00-3DEBE570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GUEST">
            <a:extLst xmlns:a="http://schemas.openxmlformats.org/drawingml/2006/main">
              <a:ext uri="{FF2B5EF4-FFF2-40B4-BE49-F238E27FC236}">
                <a16:creationId xmlns:a16="http://schemas.microsoft.com/office/drawing/2014/main" id="{996CD8ED-B134-4CB4-BC0E-71DBDAAC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4" name="text-HOTEL">
            <a:extLst xmlns:a="http://schemas.openxmlformats.org/drawingml/2006/main">
              <a:ext uri="{FF2B5EF4-FFF2-40B4-BE49-F238E27FC236}">
                <a16:creationId xmlns:a16="http://schemas.microsoft.com/office/drawing/2014/main" id="{D54711A3-7E02-4F0C-937A-BA623540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HOTEL</a:t>
            </a:r>
          </a:p>
        </p:txBody>
      </p:sp>
      <p:sp>
        <p:nvSpPr>
          <p:cNvPr id="35" name="text-CHECK-IN">
            <a:extLst xmlns:a="http://schemas.openxmlformats.org/drawingml/2006/main">
              <a:ext uri="{FF2B5EF4-FFF2-40B4-BE49-F238E27FC236}">
                <a16:creationId xmlns:a16="http://schemas.microsoft.com/office/drawing/2014/main" id="{B3C1C0F0-6162-404A-B2EB-3DEC4CFB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CHECK-IN</a:t>
            </a:r>
          </a:p>
        </p:txBody>
      </p:sp>
      <p:sp>
        <p:nvSpPr>
          <p:cNvPr id="36" name="text-CHECK-OUT">
            <a:extLst xmlns:a="http://schemas.openxmlformats.org/drawingml/2006/main">
              <a:ext uri="{FF2B5EF4-FFF2-40B4-BE49-F238E27FC236}">
                <a16:creationId xmlns:a16="http://schemas.microsoft.com/office/drawing/2014/main" id="{6A0CFACB-2B1F-49CA-8433-A155F23B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CHECK-OUT</a:t>
            </a:r>
          </a:p>
        </p:txBody>
      </p:sp>
      <p:sp>
        <p:nvSpPr>
          <p:cNvPr id="37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0D29DEF4-90DD-4986-98CC-8E05C2B2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314294797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b1ce3c6c9f41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7EB174B-0A45-4043-A0D6-E53598301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80E3AD4-C60F-41AF-900E-55014286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Guest Travel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5326238-E9FC-4C08-83C2-C7BA5A98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COORDINATE ARRIVALS AND DEPARTURES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FE115B6-6F98-4BE9-B822-03A027E1B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9CA2AFF-72B0-4C7F-9A10-5B8FF8AB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64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EF6FF890-A309-43CA-A3FD-60B7A2C7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9212958-E046-4C09-AAA1-C656B506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72A86966-F6FA-4D28-8339-76FF783D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B23CDE5D-2212-46C9-92D7-B7B67004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49A9B20F-F739-4E98-9CBE-FF8D07BE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495B29E3-80AD-4D4D-AA92-91648D47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D3252794-05CB-4438-951C-07F265BD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6D222F17-E56F-46C5-92B8-AE101700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5809ED03-98B1-4F4C-8B51-F39A957AA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2586F94E-78EF-4D62-9FBA-29366070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D29FC85-352F-4385-80EF-A5CE4CF2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E9FAF2A4-BE27-4CF4-8207-2CB00620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DE34776-C9BA-4C96-89A2-4618361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39754188-009C-4ECC-9B45-63F17580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E9864C94-57C3-43BF-9AC0-CA04FE10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B54D277D-2EA1-434A-AE2A-6FA15F4C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3B9E5F58-1047-47AC-89AC-BA7D59522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2C2C61AF-2817-4350-8B5D-401497EF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BC1F3EDB-C974-44BA-A7CE-F6EBAFE5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46A6ACC1-17EF-49FA-801B-6AFE5860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2C5F5FA6-2CD2-420E-9418-8914E7BC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8784EBB0-ADA8-41DE-BE73-800FFA24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6767E590-4A10-4FB4-B9DC-8ACF11E8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CA52B1E0-4F9C-4A3F-8530-B92688CC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2B97787C-9CFB-454D-93AE-B40D0DC3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AAE5FDE1-638E-43DF-B918-DECDB032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GUEST">
            <a:extLst xmlns:a="http://schemas.openxmlformats.org/drawingml/2006/main">
              <a:ext uri="{FF2B5EF4-FFF2-40B4-BE49-F238E27FC236}">
                <a16:creationId xmlns:a16="http://schemas.microsoft.com/office/drawing/2014/main" id="{AE947B1A-BEE8-40E7-827F-02AC9216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4" name="text-ARRIVAL">
            <a:extLst xmlns:a="http://schemas.openxmlformats.org/drawingml/2006/main">
              <a:ext uri="{FF2B5EF4-FFF2-40B4-BE49-F238E27FC236}">
                <a16:creationId xmlns:a16="http://schemas.microsoft.com/office/drawing/2014/main" id="{B452F7BE-758D-442C-9DEF-7EF66988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ARRIVAL</a:t>
            </a:r>
          </a:p>
        </p:txBody>
      </p:sp>
      <p:sp>
        <p:nvSpPr>
          <p:cNvPr id="35" name="text-DEPARTURE">
            <a:extLst xmlns:a="http://schemas.openxmlformats.org/drawingml/2006/main">
              <a:ext uri="{FF2B5EF4-FFF2-40B4-BE49-F238E27FC236}">
                <a16:creationId xmlns:a16="http://schemas.microsoft.com/office/drawing/2014/main" id="{D5EBBA88-EC71-43C2-8A2F-C3C5E4D6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DEPARTURE</a:t>
            </a:r>
          </a:p>
        </p:txBody>
      </p:sp>
      <p:sp>
        <p:nvSpPr>
          <p:cNvPr id="36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F3F7A82A-9D4A-44FB-9246-E356FA4F8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TRANSPORT</a:t>
            </a:r>
          </a:p>
        </p:txBody>
      </p:sp>
      <p:sp>
        <p:nvSpPr>
          <p:cNvPr id="37" name="text-NOTES">
            <a:extLst xmlns:a="http://schemas.openxmlformats.org/drawingml/2006/main">
              <a:ext uri="{FF2B5EF4-FFF2-40B4-BE49-F238E27FC236}">
                <a16:creationId xmlns:a16="http://schemas.microsoft.com/office/drawing/2014/main" id="{E44A21B2-BDB2-4B3F-A239-1A8584B7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236354787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28d40035f4f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E8C3E2C-9A80-447B-B86A-862758A2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8D64F85-6E81-401F-BAE8-ECAF7137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Gift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233A0BB-76EA-435E-86F5-27CD3766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REMEMBER EVERY GENEROUS GESTURE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7F23D86-E8D3-4F70-AC38-21BFBBF0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0B5B77-5DE0-4A99-914A-F0A3E478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65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2FDDD1CE-66F1-454D-AA67-DA3FD5DB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0379145-6E84-45F3-84A9-9BFBC3A4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AB4612B2-9ED1-4FB0-8714-27B78686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D190519E-0888-48BA-88D0-E3629278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6FDF44E4-9074-4D3E-8D9F-AECCEC23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230897DE-C8ED-4665-A771-BC71AD9D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05B79703-CBC8-4759-A7A3-880861C7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18B0E5FA-C1FF-4020-BFAB-EA154B86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42E1CE0F-F0F3-4CCD-84EE-21C1BC0C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5390A27C-DE5F-4620-8564-5A7F6A91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8BD89063-E289-4D59-8408-8ACA99EE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150A07F8-E6BB-4466-8592-A03DB3B6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24BE5D58-2C33-4EF4-871E-E2E24B1F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0E76BAF6-EFDD-41E8-B44C-01709EF7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36A9765-3FAF-4CAA-A0D7-8BB30E42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BB88259E-884C-4E0E-B6AE-AB58A47A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FEB72A8D-B3AB-4617-9C62-AF9FD355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9FD0A507-D680-4603-931C-831E4861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A03E25C6-2FA7-40BB-9DD6-A88AF67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C8D8BFFB-E3BA-46C3-BFE6-3F27EED3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48505063-86CC-4391-AB2B-E9A0B2A0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2C9920ED-EFB3-4361-9F04-09DF4A9E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BFC7F8DE-C3E5-4738-9949-E0DBF70B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5332A9D0-4DF3-493F-81F1-356547C9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18B5B7CF-5F93-4D10-ACF4-1D876072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46CD1500-6023-45B2-BBF5-CE179073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GUEST">
            <a:extLst xmlns:a="http://schemas.openxmlformats.org/drawingml/2006/main">
              <a:ext uri="{FF2B5EF4-FFF2-40B4-BE49-F238E27FC236}">
                <a16:creationId xmlns:a16="http://schemas.microsoft.com/office/drawing/2014/main" id="{EE1E82E2-71F1-4E6E-A582-3D5C8325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GUEST</a:t>
            </a:r>
          </a:p>
        </p:txBody>
      </p:sp>
      <p:sp>
        <p:nvSpPr>
          <p:cNvPr id="34" name="text-GIFT">
            <a:extLst xmlns:a="http://schemas.openxmlformats.org/drawingml/2006/main">
              <a:ext uri="{FF2B5EF4-FFF2-40B4-BE49-F238E27FC236}">
                <a16:creationId xmlns:a16="http://schemas.microsoft.com/office/drawing/2014/main" id="{D829DB69-8BCD-42F5-BA12-73CD6900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GIFT</a:t>
            </a:r>
          </a:p>
        </p:txBody>
      </p:sp>
      <p:sp>
        <p:nvSpPr>
          <p:cNvPr id="35" name="text-RECEIVED">
            <a:extLst xmlns:a="http://schemas.openxmlformats.org/drawingml/2006/main">
              <a:ext uri="{FF2B5EF4-FFF2-40B4-BE49-F238E27FC236}">
                <a16:creationId xmlns:a16="http://schemas.microsoft.com/office/drawing/2014/main" id="{C803BCE2-34B0-4E8F-9458-C83C5000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RECEIVED</a:t>
            </a:r>
          </a:p>
        </p:txBody>
      </p:sp>
      <p:sp>
        <p:nvSpPr>
          <p:cNvPr id="36" name="text-THANK-YOU">
            <a:extLst xmlns:a="http://schemas.openxmlformats.org/drawingml/2006/main">
              <a:ext uri="{FF2B5EF4-FFF2-40B4-BE49-F238E27FC236}">
                <a16:creationId xmlns:a16="http://schemas.microsoft.com/office/drawing/2014/main" id="{32CD0CAA-6148-41EB-B3C1-81AEE98D3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THANK-YOU</a:t>
            </a:r>
          </a:p>
        </p:txBody>
      </p:sp>
      <p:sp>
        <p:nvSpPr>
          <p:cNvPr id="37" name="text-DATE">
            <a:extLst xmlns:a="http://schemas.openxmlformats.org/drawingml/2006/main">
              <a:ext uri="{FF2B5EF4-FFF2-40B4-BE49-F238E27FC236}">
                <a16:creationId xmlns:a16="http://schemas.microsoft.com/office/drawing/2014/main" id="{E00E5AE1-DAC6-4702-A298-0E71986A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183460738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4703553f04f3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BA2B121-50CA-43B7-B0E6-319A09D0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65D6F43-988F-4EF7-8218-67A5CCE8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Directory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E3589BD-18C8-4F31-9D9D-2EE3640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EVERY VENDOR IN ONE PLACE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D19B8EF-4294-4B23-93C8-E004BAE2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3ACC0DF-0A28-4779-9A1A-4CCF63C73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66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0F7B620F-5F5A-4293-9FE6-7EE62118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58349D7-9C5E-446A-8AD0-5808F0E1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B65D1747-9482-4A41-8AFD-60BFDB30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99178426-5956-437D-9709-A1AD6A450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B978FBD3-B274-4816-ACBE-97024A8F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BB7C8741-6289-4F23-A924-2C09F5DC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B2750506-A6F9-4F56-919A-7A3B0774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3990F906-75D0-49EF-BB49-102008E7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003CC469-FB12-4228-8157-BDE0B598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E9C97992-265B-46B1-9513-8733BF25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FFD7B107-207D-41A0-87E5-051A9DF5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4C260080-B31B-493B-9E54-773B6B09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8C7341AB-4B34-4B48-81E8-77542708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1BEB3C1C-3D6F-4FCD-A94F-EDE33BBA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CD85AC69-5295-4171-9B88-DCB01F32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0335C2D1-9C13-46E4-8562-E3F05BD1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AE0D181E-5D4F-4E12-ADDE-A7481D7B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DC04A98E-F051-4BDE-9CCF-B39CA70E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209122AD-8F42-4C2E-870E-CBF9B190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F3F71ECE-1736-405E-9D60-BC7A754DE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09BDF61F-DD80-4A09-A5A1-4E7270CE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5B5BCCF9-97C6-4988-A06E-FE345DA0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AE9A4F2D-7680-428A-AB39-6FFDC887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48E7FE9E-098B-43FE-9942-771DC187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927D4D09-6435-42A5-92D3-3FF03B41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SERVICE">
            <a:extLst xmlns:a="http://schemas.openxmlformats.org/drawingml/2006/main">
              <a:ext uri="{FF2B5EF4-FFF2-40B4-BE49-F238E27FC236}">
                <a16:creationId xmlns:a16="http://schemas.microsoft.com/office/drawing/2014/main" id="{D9343AA7-149A-4D94-BA54-4D8512DD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SERVICE</a:t>
            </a:r>
          </a:p>
        </p:txBody>
      </p:sp>
      <p:sp>
        <p:nvSpPr>
          <p:cNvPr id="33" name="text-BUSINESS">
            <a:extLst xmlns:a="http://schemas.openxmlformats.org/drawingml/2006/main">
              <a:ext uri="{FF2B5EF4-FFF2-40B4-BE49-F238E27FC236}">
                <a16:creationId xmlns:a16="http://schemas.microsoft.com/office/drawing/2014/main" id="{4E9E958D-E263-401C-83E5-A5B56F93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BUSINESS</a:t>
            </a:r>
          </a:p>
        </p:txBody>
      </p:sp>
      <p:sp>
        <p:nvSpPr>
          <p:cNvPr id="34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D2C596DF-11CF-42FE-858D-8AED0598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  <p:sp>
        <p:nvSpPr>
          <p:cNvPr id="35" name="text-PHONE / EMAIL">
            <a:extLst xmlns:a="http://schemas.openxmlformats.org/drawingml/2006/main">
              <a:ext uri="{FF2B5EF4-FFF2-40B4-BE49-F238E27FC236}">
                <a16:creationId xmlns:a16="http://schemas.microsoft.com/office/drawing/2014/main" id="{22946045-143C-475F-B522-9CA192A6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PHONE / EMAIL</a:t>
            </a:r>
          </a:p>
        </p:txBody>
      </p:sp>
      <p:sp>
        <p:nvSpPr>
          <p:cNvPr id="36" name="text-Venue">
            <a:extLst xmlns:a="http://schemas.openxmlformats.org/drawingml/2006/main">
              <a:ext uri="{FF2B5EF4-FFF2-40B4-BE49-F238E27FC236}">
                <a16:creationId xmlns:a16="http://schemas.microsoft.com/office/drawing/2014/main" id="{A8407EE2-2206-47B1-B898-F94BBBDE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37" name="text-Catering">
            <a:extLst xmlns:a="http://schemas.openxmlformats.org/drawingml/2006/main">
              <a:ext uri="{FF2B5EF4-FFF2-40B4-BE49-F238E27FC236}">
                <a16:creationId xmlns:a16="http://schemas.microsoft.com/office/drawing/2014/main" id="{6E85D441-2074-48E8-82C7-30B8D47E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Catering</a:t>
            </a:r>
          </a:p>
        </p:txBody>
      </p:sp>
      <p:sp>
        <p:nvSpPr>
          <p:cNvPr id="38" name="text-Photography">
            <a:extLst xmlns:a="http://schemas.openxmlformats.org/drawingml/2006/main">
              <a:ext uri="{FF2B5EF4-FFF2-40B4-BE49-F238E27FC236}">
                <a16:creationId xmlns:a16="http://schemas.microsoft.com/office/drawing/2014/main" id="{8CDAC4DD-F271-4C7E-81A7-C85D6E032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Photography</a:t>
            </a:r>
          </a:p>
        </p:txBody>
      </p:sp>
      <p:sp>
        <p:nvSpPr>
          <p:cNvPr id="39" name="text-Videography">
            <a:extLst xmlns:a="http://schemas.openxmlformats.org/drawingml/2006/main">
              <a:ext uri="{FF2B5EF4-FFF2-40B4-BE49-F238E27FC236}">
                <a16:creationId xmlns:a16="http://schemas.microsoft.com/office/drawing/2014/main" id="{DAF88A89-C9D0-41C3-8793-FDDD81F5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Videography</a:t>
            </a:r>
          </a:p>
        </p:txBody>
      </p:sp>
      <p:sp>
        <p:nvSpPr>
          <p:cNvPr id="40" name="text-Florist">
            <a:extLst xmlns:a="http://schemas.openxmlformats.org/drawingml/2006/main">
              <a:ext uri="{FF2B5EF4-FFF2-40B4-BE49-F238E27FC236}">
                <a16:creationId xmlns:a16="http://schemas.microsoft.com/office/drawing/2014/main" id="{66128641-A7DB-44C2-B79C-A918624E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Florist</a:t>
            </a:r>
          </a:p>
        </p:txBody>
      </p:sp>
      <p:sp>
        <p:nvSpPr>
          <p:cNvPr id="41" name="text-Music">
            <a:extLst xmlns:a="http://schemas.openxmlformats.org/drawingml/2006/main">
              <a:ext uri="{FF2B5EF4-FFF2-40B4-BE49-F238E27FC236}">
                <a16:creationId xmlns:a16="http://schemas.microsoft.com/office/drawing/2014/main" id="{BF234FC2-1DE8-4ACD-9C9F-A0A0C5F9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Music</a:t>
            </a:r>
          </a:p>
        </p:txBody>
      </p:sp>
      <p:sp>
        <p:nvSpPr>
          <p:cNvPr id="42" name="text-Cake">
            <a:extLst xmlns:a="http://schemas.openxmlformats.org/drawingml/2006/main">
              <a:ext uri="{FF2B5EF4-FFF2-40B4-BE49-F238E27FC236}">
                <a16:creationId xmlns:a16="http://schemas.microsoft.com/office/drawing/2014/main" id="{5A6350E3-DFCD-451B-8414-69264227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43" name="text-Stationery">
            <a:extLst xmlns:a="http://schemas.openxmlformats.org/drawingml/2006/main">
              <a:ext uri="{FF2B5EF4-FFF2-40B4-BE49-F238E27FC236}">
                <a16:creationId xmlns:a16="http://schemas.microsoft.com/office/drawing/2014/main" id="{9B2DD9FB-FF86-45E5-8D95-2C12850D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Stationery</a:t>
            </a:r>
          </a:p>
        </p:txBody>
      </p:sp>
      <p:sp>
        <p:nvSpPr>
          <p:cNvPr id="44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0201AD6F-175D-4A71-A29A-C4D2E87E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45" name="text-Beauty">
            <a:extLst xmlns:a="http://schemas.openxmlformats.org/drawingml/2006/main">
              <a:ext uri="{FF2B5EF4-FFF2-40B4-BE49-F238E27FC236}">
                <a16:creationId xmlns:a16="http://schemas.microsoft.com/office/drawing/2014/main" id="{C864D87D-2EC1-4090-B396-6DC4F3C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Beauty</a:t>
            </a:r>
          </a:p>
        </p:txBody>
      </p:sp>
      <p:sp>
        <p:nvSpPr>
          <p:cNvPr id="46" name="text-Rentals">
            <a:extLst xmlns:a="http://schemas.openxmlformats.org/drawingml/2006/main">
              <a:ext uri="{FF2B5EF4-FFF2-40B4-BE49-F238E27FC236}">
                <a16:creationId xmlns:a16="http://schemas.microsoft.com/office/drawing/2014/main" id="{9EFF11FE-C6A9-475F-AC28-EA52A93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Rentals</a:t>
            </a:r>
          </a:p>
        </p:txBody>
      </p:sp>
      <p:sp>
        <p:nvSpPr>
          <p:cNvPr id="47" name="text-Accommodation">
            <a:extLst xmlns:a="http://schemas.openxmlformats.org/drawingml/2006/main">
              <a:ext uri="{FF2B5EF4-FFF2-40B4-BE49-F238E27FC236}">
                <a16:creationId xmlns:a16="http://schemas.microsoft.com/office/drawing/2014/main" id="{16295EEE-8C31-4212-8CD7-5C173211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Accommodation</a:t>
            </a:r>
          </a:p>
        </p:txBody>
      </p:sp>
    </p:spTree>
    <p:extLst>
      <p:ext uri="{BB962C8B-B14F-4D97-AF65-F5344CB8AC3E}">
        <p14:creationId xmlns:p14="http://schemas.microsoft.com/office/powerpoint/2010/main" val="1039145829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8a389bce56467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2C42FDD0-7C1D-47E3-9C87-209E5CD3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ACEC123-841F-4C5D-B117-B5F72F7B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Comparison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66ADFDA-B479-4E89-8291-E628AC0D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COMPARE BEFORE YOU COMMIT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486685F-36E7-49D6-A10E-2A543AA6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217EEB-6885-418F-8C71-4ACC672B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67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692AB007-8750-469F-B7C1-AEA78A4C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6D3F971-14E2-4636-A301-9D13B568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B800BD33-FD39-47B1-8C3E-8AA2E0EF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A0E833B5-5798-4AE7-80B7-232C83E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7AFFA822-EFFC-490A-B6E2-0B9CF1443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h">
            <a:extLst xmlns:a="http://schemas.openxmlformats.org/drawingml/2006/main">
              <a:ext uri="{FF2B5EF4-FFF2-40B4-BE49-F238E27FC236}">
                <a16:creationId xmlns:a16="http://schemas.microsoft.com/office/drawing/2014/main" id="{259822B0-8CB5-4064-8E68-187F007C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2596BF19-FD19-46F2-906B-322BCC5E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61427803-ED50-4D04-A37D-F149D892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897D5139-D3B2-4D2D-8FA4-49453407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E6726478-6BAD-4274-A4C7-356D8B93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B094CFE8-203E-414C-BF4A-805D671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C779ADF5-B4B2-4B4B-9722-CD209447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CDDE84E-F911-4809-B840-49D51DE5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6A492BAA-797E-49A1-9D0C-5167DF71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C08BBE9F-25AC-40F5-9725-98051B86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D753735B-B195-41EA-AEF5-8E9C24F2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32F806D8-965A-4F76-9BAE-B2A03092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B00AD907-82B1-40D5-A2E2-0559D252D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8B522F75-E43B-4FFF-BB9F-1E2DD721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5EA0B5C5-D273-4EFD-BF2D-955C1E60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D118246F-8170-4260-BC3E-E9D6D26A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-CRITERIA">
            <a:extLst xmlns:a="http://schemas.openxmlformats.org/drawingml/2006/main">
              <a:ext uri="{FF2B5EF4-FFF2-40B4-BE49-F238E27FC236}">
                <a16:creationId xmlns:a16="http://schemas.microsoft.com/office/drawing/2014/main" id="{371320C5-EFD6-49C1-B4C1-1B750A30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CRITERIA</a:t>
            </a:r>
          </a:p>
        </p:txBody>
      </p:sp>
      <p:sp>
        <p:nvSpPr>
          <p:cNvPr id="29" name="text-OPTION 1">
            <a:extLst xmlns:a="http://schemas.openxmlformats.org/drawingml/2006/main">
              <a:ext uri="{FF2B5EF4-FFF2-40B4-BE49-F238E27FC236}">
                <a16:creationId xmlns:a16="http://schemas.microsoft.com/office/drawing/2014/main" id="{67AED76F-7ADC-40E1-89D1-BE79E8AE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7913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OPTION 1</a:t>
            </a:r>
          </a:p>
        </p:txBody>
      </p:sp>
      <p:sp>
        <p:nvSpPr>
          <p:cNvPr id="30" name="text-OPTION 2">
            <a:extLst xmlns:a="http://schemas.openxmlformats.org/drawingml/2006/main">
              <a:ext uri="{FF2B5EF4-FFF2-40B4-BE49-F238E27FC236}">
                <a16:creationId xmlns:a16="http://schemas.microsoft.com/office/drawing/2014/main" id="{ACFC3AF4-D852-4E2E-97AC-995D7009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OPTION 2</a:t>
            </a:r>
          </a:p>
        </p:txBody>
      </p:sp>
      <p:sp>
        <p:nvSpPr>
          <p:cNvPr id="31" name="text-OPTION 3">
            <a:extLst xmlns:a="http://schemas.openxmlformats.org/drawingml/2006/main">
              <a:ext uri="{FF2B5EF4-FFF2-40B4-BE49-F238E27FC236}">
                <a16:creationId xmlns:a16="http://schemas.microsoft.com/office/drawing/2014/main" id="{C5CABE91-EB66-4FD0-AC86-E8EF22FD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2000250"/>
            <a:ext cx="143351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OPTION 3</a:t>
            </a:r>
          </a:p>
        </p:txBody>
      </p:sp>
      <p:sp>
        <p:nvSpPr>
          <p:cNvPr id="32" name="text-Name">
            <a:extLst xmlns:a="http://schemas.openxmlformats.org/drawingml/2006/main">
              <a:ext uri="{FF2B5EF4-FFF2-40B4-BE49-F238E27FC236}">
                <a16:creationId xmlns:a16="http://schemas.microsoft.com/office/drawing/2014/main" id="{F2F16A62-75E7-41B9-97F0-D1F80EB0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3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0875F9B3-CEE4-45F8-9194-82D00073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Contact</a:t>
            </a:r>
          </a:p>
        </p:txBody>
      </p:sp>
      <p:sp>
        <p:nvSpPr>
          <p:cNvPr id="34" name="text-Price">
            <a:extLst xmlns:a="http://schemas.openxmlformats.org/drawingml/2006/main">
              <a:ext uri="{FF2B5EF4-FFF2-40B4-BE49-F238E27FC236}">
                <a16:creationId xmlns:a16="http://schemas.microsoft.com/office/drawing/2014/main" id="{C8D16754-4CE8-49D2-977A-62912733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432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Price</a:t>
            </a:r>
          </a:p>
        </p:txBody>
      </p:sp>
      <p:sp>
        <p:nvSpPr>
          <p:cNvPr id="35" name="text-Availability">
            <a:extLst xmlns:a="http://schemas.openxmlformats.org/drawingml/2006/main">
              <a:ext uri="{FF2B5EF4-FFF2-40B4-BE49-F238E27FC236}">
                <a16:creationId xmlns:a16="http://schemas.microsoft.com/office/drawing/2014/main" id="{58940917-03E7-43C0-B2B8-827F044C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575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Availability</a:t>
            </a:r>
          </a:p>
        </p:txBody>
      </p:sp>
      <p:sp>
        <p:nvSpPr>
          <p:cNvPr id="36" name="text-Style">
            <a:extLst xmlns:a="http://schemas.openxmlformats.org/drawingml/2006/main">
              <a:ext uri="{FF2B5EF4-FFF2-40B4-BE49-F238E27FC236}">
                <a16:creationId xmlns:a16="http://schemas.microsoft.com/office/drawing/2014/main" id="{B7841BC7-62F4-4F91-8C48-45AEFBEC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718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Style</a:t>
            </a:r>
          </a:p>
        </p:txBody>
      </p:sp>
      <p:sp>
        <p:nvSpPr>
          <p:cNvPr id="37" name="text-Package">
            <a:extLst xmlns:a="http://schemas.openxmlformats.org/drawingml/2006/main">
              <a:ext uri="{FF2B5EF4-FFF2-40B4-BE49-F238E27FC236}">
                <a16:creationId xmlns:a16="http://schemas.microsoft.com/office/drawing/2014/main" id="{D1F4DBDA-315C-4B31-AF2F-22D33632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862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Package</a:t>
            </a:r>
          </a:p>
        </p:txBody>
      </p:sp>
      <p:sp>
        <p:nvSpPr>
          <p:cNvPr id="38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B0F4F7B7-FE3E-4AC3-A966-69BCA937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005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Deposit</a:t>
            </a:r>
          </a:p>
        </p:txBody>
      </p:sp>
      <p:sp>
        <p:nvSpPr>
          <p:cNvPr id="39" name="text-Cancellation">
            <a:extLst xmlns:a="http://schemas.openxmlformats.org/drawingml/2006/main">
              <a:ext uri="{FF2B5EF4-FFF2-40B4-BE49-F238E27FC236}">
                <a16:creationId xmlns:a16="http://schemas.microsoft.com/office/drawing/2014/main" id="{0FB0101F-CB3C-44DA-9534-16895BA1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Cancellation</a:t>
            </a:r>
          </a:p>
        </p:txBody>
      </p:sp>
      <p:sp>
        <p:nvSpPr>
          <p:cNvPr id="40" name="text-Travel">
            <a:extLst xmlns:a="http://schemas.openxmlformats.org/drawingml/2006/main">
              <a:ext uri="{FF2B5EF4-FFF2-40B4-BE49-F238E27FC236}">
                <a16:creationId xmlns:a16="http://schemas.microsoft.com/office/drawing/2014/main" id="{A3D182E4-6A5E-41CC-8E7C-11322988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291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Travel</a:t>
            </a:r>
          </a:p>
        </p:txBody>
      </p:sp>
      <p:sp>
        <p:nvSpPr>
          <p:cNvPr id="41" name="text-Setup">
            <a:extLst xmlns:a="http://schemas.openxmlformats.org/drawingml/2006/main">
              <a:ext uri="{FF2B5EF4-FFF2-40B4-BE49-F238E27FC236}">
                <a16:creationId xmlns:a16="http://schemas.microsoft.com/office/drawing/2014/main" id="{356E972B-8284-4C4C-94A6-3ECD3007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Setup</a:t>
            </a:r>
          </a:p>
        </p:txBody>
      </p:sp>
      <p:sp>
        <p:nvSpPr>
          <p:cNvPr id="42" name="text-Experience">
            <a:extLst xmlns:a="http://schemas.openxmlformats.org/drawingml/2006/main">
              <a:ext uri="{FF2B5EF4-FFF2-40B4-BE49-F238E27FC236}">
                <a16:creationId xmlns:a16="http://schemas.microsoft.com/office/drawing/2014/main" id="{C64C4618-2E85-404A-A1E7-A89C079B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578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Experience</a:t>
            </a:r>
          </a:p>
        </p:txBody>
      </p:sp>
      <p:sp>
        <p:nvSpPr>
          <p:cNvPr id="43" name="text-Reviews">
            <a:extLst xmlns:a="http://schemas.openxmlformats.org/drawingml/2006/main">
              <a:ext uri="{FF2B5EF4-FFF2-40B4-BE49-F238E27FC236}">
                <a16:creationId xmlns:a16="http://schemas.microsoft.com/office/drawing/2014/main" id="{D0E7B8E6-99AB-48FB-BD8F-971A9C33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721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Reviews</a:t>
            </a:r>
          </a:p>
        </p:txBody>
      </p:sp>
      <p:sp>
        <p:nvSpPr>
          <p:cNvPr id="44" name="text-Pros">
            <a:extLst xmlns:a="http://schemas.openxmlformats.org/drawingml/2006/main">
              <a:ext uri="{FF2B5EF4-FFF2-40B4-BE49-F238E27FC236}">
                <a16:creationId xmlns:a16="http://schemas.microsoft.com/office/drawing/2014/main" id="{71424A42-B816-4DEC-99E5-42A7BE10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8647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Pros</a:t>
            </a:r>
          </a:p>
        </p:txBody>
      </p:sp>
      <p:sp>
        <p:nvSpPr>
          <p:cNvPr id="45" name="text-Cons">
            <a:extLst xmlns:a="http://schemas.openxmlformats.org/drawingml/2006/main">
              <a:ext uri="{FF2B5EF4-FFF2-40B4-BE49-F238E27FC236}">
                <a16:creationId xmlns:a16="http://schemas.microsoft.com/office/drawing/2014/main" id="{E1FB3C2F-54FA-4077-BE12-C118C3B15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0080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Cons</a:t>
            </a:r>
          </a:p>
        </p:txBody>
      </p:sp>
      <p:sp>
        <p:nvSpPr>
          <p:cNvPr id="46" name="text-Questions">
            <a:extLst xmlns:a="http://schemas.openxmlformats.org/drawingml/2006/main">
              <a:ext uri="{FF2B5EF4-FFF2-40B4-BE49-F238E27FC236}">
                <a16:creationId xmlns:a16="http://schemas.microsoft.com/office/drawing/2014/main" id="{0F943478-875F-4DB8-81AD-86D0AC82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Questions</a:t>
            </a:r>
          </a:p>
        </p:txBody>
      </p:sp>
      <p:sp>
        <p:nvSpPr>
          <p:cNvPr id="47" name="text-Decision">
            <a:extLst xmlns:a="http://schemas.openxmlformats.org/drawingml/2006/main">
              <a:ext uri="{FF2B5EF4-FFF2-40B4-BE49-F238E27FC236}">
                <a16:creationId xmlns:a16="http://schemas.microsoft.com/office/drawing/2014/main" id="{F119CEAA-2775-4A03-AA51-3B3F935C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029450"/>
            <a:ext cx="126206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 i="1">
                <a:solidFill>
                  <a:srgbClr val="667B61"/>
                </a:solidFill>
              </a:defRPr>
            </a:pPr>
            <a:r>
              <a:rPr sz="900" b="0" i="1">
                <a:solidFill>
                  <a:srgbClr val="667B61"/>
                </a:solidFill>
              </a:rPr>
              <a:t>Decision</a:t>
            </a:r>
          </a:p>
        </p:txBody>
      </p:sp>
    </p:spTree>
    <p:extLst>
      <p:ext uri="{BB962C8B-B14F-4D97-AF65-F5344CB8AC3E}">
        <p14:creationId xmlns:p14="http://schemas.microsoft.com/office/powerpoint/2010/main" val="110951179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29ea764187481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BDE85D4-0011-4BA1-A357-B2BA607B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5376ADC-F2C2-4E90-A9C1-34E924C5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Contacts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ED6A867-B5E9-490B-BF75-4683B2FB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NAMES, NUMBERS AND KEY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D5E0913-FD8F-47FC-926C-9E6816FD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7B7715-65CE-4960-96EA-B85AFA6C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68 of 100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892C6784-D2F5-4226-91C8-E69D12DC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8" name="text-VENUE">
            <a:extLst xmlns:a="http://schemas.openxmlformats.org/drawingml/2006/main">
              <a:ext uri="{FF2B5EF4-FFF2-40B4-BE49-F238E27FC236}">
                <a16:creationId xmlns:a16="http://schemas.microsoft.com/office/drawing/2014/main" id="{BB2D7BB5-775C-4E2C-8136-2AEC8B19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9" name="text-Name">
            <a:extLst xmlns:a="http://schemas.openxmlformats.org/drawingml/2006/main">
              <a:ext uri="{FF2B5EF4-FFF2-40B4-BE49-F238E27FC236}">
                <a16:creationId xmlns:a16="http://schemas.microsoft.com/office/drawing/2014/main" id="{F2BB4B0B-5D63-403B-9E0E-F11DF5AF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EEA5641-E028-41B2-BBB9-DD53CD1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hone">
            <a:extLst xmlns:a="http://schemas.openxmlformats.org/drawingml/2006/main">
              <a:ext uri="{FF2B5EF4-FFF2-40B4-BE49-F238E27FC236}">
                <a16:creationId xmlns:a16="http://schemas.microsoft.com/office/drawing/2014/main" id="{97ED2C44-78F1-4F34-880F-6BDC0C01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F0114D-D613-4AA4-A339-6764588C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Email">
            <a:extLst xmlns:a="http://schemas.openxmlformats.org/drawingml/2006/main">
              <a:ext uri="{FF2B5EF4-FFF2-40B4-BE49-F238E27FC236}">
                <a16:creationId xmlns:a16="http://schemas.microsoft.com/office/drawing/2014/main" id="{4A60B1A5-B2BC-4480-A662-2DF49F7D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C4E1CE-0DCA-4663-B620-9C7573F7B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Notes">
            <a:extLst xmlns:a="http://schemas.openxmlformats.org/drawingml/2006/main">
              <a:ext uri="{FF2B5EF4-FFF2-40B4-BE49-F238E27FC236}">
                <a16:creationId xmlns:a16="http://schemas.microsoft.com/office/drawing/2014/main" id="{407927D5-E233-409E-8696-A89B217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F915C6-8E62-4279-99F6-62C4DDF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22272E3-BC31-4D8A-A3E1-6C723780C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8" name="text-CATERER">
            <a:extLst xmlns:a="http://schemas.openxmlformats.org/drawingml/2006/main">
              <a:ext uri="{FF2B5EF4-FFF2-40B4-BE49-F238E27FC236}">
                <a16:creationId xmlns:a16="http://schemas.microsoft.com/office/drawing/2014/main" id="{CC953734-48D6-4271-9266-2FBAE7ED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CATERER</a:t>
            </a:r>
          </a:p>
        </p:txBody>
      </p:sp>
      <p:sp>
        <p:nvSpPr>
          <p:cNvPr id="19" name="text-Name">
            <a:extLst xmlns:a="http://schemas.openxmlformats.org/drawingml/2006/main">
              <a:ext uri="{FF2B5EF4-FFF2-40B4-BE49-F238E27FC236}">
                <a16:creationId xmlns:a16="http://schemas.microsoft.com/office/drawing/2014/main" id="{689D3325-BCF5-4DCA-BE97-CB03A37F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9046820-CE93-4ECA-AFE7-E52053AD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Phone">
            <a:extLst xmlns:a="http://schemas.openxmlformats.org/drawingml/2006/main">
              <a:ext uri="{FF2B5EF4-FFF2-40B4-BE49-F238E27FC236}">
                <a16:creationId xmlns:a16="http://schemas.microsoft.com/office/drawing/2014/main" id="{D0078BE0-F2E8-4ECE-9265-005D087C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CF100F-6AC2-49AE-8057-D331EDA8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Email">
            <a:extLst xmlns:a="http://schemas.openxmlformats.org/drawingml/2006/main">
              <a:ext uri="{FF2B5EF4-FFF2-40B4-BE49-F238E27FC236}">
                <a16:creationId xmlns:a16="http://schemas.microsoft.com/office/drawing/2014/main" id="{6FCB4757-6308-43C3-8C85-30F82A75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4F57C1-C162-42EC-8A88-1C4B842F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Notes">
            <a:extLst xmlns:a="http://schemas.openxmlformats.org/drawingml/2006/main">
              <a:ext uri="{FF2B5EF4-FFF2-40B4-BE49-F238E27FC236}">
                <a16:creationId xmlns:a16="http://schemas.microsoft.com/office/drawing/2014/main" id="{07D5030D-00E9-4B11-ADCD-45D74F5C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75481D9-3B64-42BC-8CF1-F252F5C8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FBC5DCB-D0CF-456A-A6BA-334411CFE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8" name="text-PHOTOGRAPHER">
            <a:extLst xmlns:a="http://schemas.openxmlformats.org/drawingml/2006/main">
              <a:ext uri="{FF2B5EF4-FFF2-40B4-BE49-F238E27FC236}">
                <a16:creationId xmlns:a16="http://schemas.microsoft.com/office/drawing/2014/main" id="{EE33C962-0BE8-444F-9DF6-26E4BD19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PHOTOGRAPHER</a:t>
            </a:r>
          </a:p>
        </p:txBody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4879C5E9-C372-4008-B397-65EECE60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A74304-D785-4DE8-8F76-89381687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Phone">
            <a:extLst xmlns:a="http://schemas.openxmlformats.org/drawingml/2006/main">
              <a:ext uri="{FF2B5EF4-FFF2-40B4-BE49-F238E27FC236}">
                <a16:creationId xmlns:a16="http://schemas.microsoft.com/office/drawing/2014/main" id="{461F5102-DF50-43C3-9C5F-CDB18A4E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833A38-DA3A-4D72-BD70-6566E0F0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Email">
            <a:extLst xmlns:a="http://schemas.openxmlformats.org/drawingml/2006/main">
              <a:ext uri="{FF2B5EF4-FFF2-40B4-BE49-F238E27FC236}">
                <a16:creationId xmlns:a16="http://schemas.microsoft.com/office/drawing/2014/main" id="{75B6DB5A-83CD-4F6E-BB00-DD5A77B2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1CAB03-E137-4089-9AC2-7CDD1D3D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otes">
            <a:extLst xmlns:a="http://schemas.openxmlformats.org/drawingml/2006/main">
              <a:ext uri="{FF2B5EF4-FFF2-40B4-BE49-F238E27FC236}">
                <a16:creationId xmlns:a16="http://schemas.microsoft.com/office/drawing/2014/main" id="{8FCA73D4-2911-4D29-BA0D-F7EBA1C0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1AF2D1-D357-416C-92BE-EA2169DC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D42628D-CB3B-4A68-AF02-CA079039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8" name="text-FLORIST">
            <a:extLst xmlns:a="http://schemas.openxmlformats.org/drawingml/2006/main">
              <a:ext uri="{FF2B5EF4-FFF2-40B4-BE49-F238E27FC236}">
                <a16:creationId xmlns:a16="http://schemas.microsoft.com/office/drawing/2014/main" id="{068527EF-7D33-4678-A27C-B648DB52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FLORIST</a:t>
            </a:r>
          </a:p>
        </p:txBody>
      </p:sp>
      <p:sp>
        <p:nvSpPr>
          <p:cNvPr id="39" name="text-Name">
            <a:extLst xmlns:a="http://schemas.openxmlformats.org/drawingml/2006/main">
              <a:ext uri="{FF2B5EF4-FFF2-40B4-BE49-F238E27FC236}">
                <a16:creationId xmlns:a16="http://schemas.microsoft.com/office/drawing/2014/main" id="{DDD07937-0D17-4B93-BAFD-3967F5C8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02BE95A-9AAE-4C03-AA13-2F31D305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Phone">
            <a:extLst xmlns:a="http://schemas.openxmlformats.org/drawingml/2006/main">
              <a:ext uri="{FF2B5EF4-FFF2-40B4-BE49-F238E27FC236}">
                <a16:creationId xmlns:a16="http://schemas.microsoft.com/office/drawing/2014/main" id="{3EB1FB3F-1F33-424B-BF57-C3BECD8C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D1A1AB-4FBD-49A8-AE9B-FADFE73A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Email">
            <a:extLst xmlns:a="http://schemas.openxmlformats.org/drawingml/2006/main">
              <a:ext uri="{FF2B5EF4-FFF2-40B4-BE49-F238E27FC236}">
                <a16:creationId xmlns:a16="http://schemas.microsoft.com/office/drawing/2014/main" id="{D6267152-03DE-4EA0-89D3-D5551FEB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8F3DC1-9D40-4F50-8F14-4E7AD441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Notes">
            <a:extLst xmlns:a="http://schemas.openxmlformats.org/drawingml/2006/main">
              <a:ext uri="{FF2B5EF4-FFF2-40B4-BE49-F238E27FC236}">
                <a16:creationId xmlns:a16="http://schemas.microsoft.com/office/drawing/2014/main" id="{C382EAC6-2ECF-49E5-BA0F-D8FE11C7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5D21349-9C35-4A3C-8AF4-8E9C3F85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56674EA-DECC-4131-B0A0-391BD284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8" name="text-ENTERTAINMENT">
            <a:extLst xmlns:a="http://schemas.openxmlformats.org/drawingml/2006/main">
              <a:ext uri="{FF2B5EF4-FFF2-40B4-BE49-F238E27FC236}">
                <a16:creationId xmlns:a16="http://schemas.microsoft.com/office/drawing/2014/main" id="{ACEEE6A5-69B3-4C24-A0AA-FB616149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ENTERTAINMENT</a:t>
            </a:r>
          </a:p>
        </p:txBody>
      </p:sp>
      <p:sp>
        <p:nvSpPr>
          <p:cNvPr id="49" name="text-Name">
            <a:extLst xmlns:a="http://schemas.openxmlformats.org/drawingml/2006/main">
              <a:ext uri="{FF2B5EF4-FFF2-40B4-BE49-F238E27FC236}">
                <a16:creationId xmlns:a16="http://schemas.microsoft.com/office/drawing/2014/main" id="{C9C03547-D7DB-443C-A149-25554D78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717D99-D933-4B50-8499-9C2EE360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Phone">
            <a:extLst xmlns:a="http://schemas.openxmlformats.org/drawingml/2006/main">
              <a:ext uri="{FF2B5EF4-FFF2-40B4-BE49-F238E27FC236}">
                <a16:creationId xmlns:a16="http://schemas.microsoft.com/office/drawing/2014/main" id="{3F9DF8D5-DE3C-4C8A-A36B-8289E968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0237F9-8727-4C28-8E49-F2E74AC5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Email">
            <a:extLst xmlns:a="http://schemas.openxmlformats.org/drawingml/2006/main">
              <a:ext uri="{FF2B5EF4-FFF2-40B4-BE49-F238E27FC236}">
                <a16:creationId xmlns:a16="http://schemas.microsoft.com/office/drawing/2014/main" id="{DE7372A1-561B-47E1-A95E-02B2641D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B8CB9E-74E0-4E79-8922-18A8C91D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Notes">
            <a:extLst xmlns:a="http://schemas.openxmlformats.org/drawingml/2006/main">
              <a:ext uri="{FF2B5EF4-FFF2-40B4-BE49-F238E27FC236}">
                <a16:creationId xmlns:a16="http://schemas.microsoft.com/office/drawing/2014/main" id="{EDFF1157-CAA5-4E3C-B2B1-0947D09F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06EE05-ACDD-4F72-92C4-27A3BA70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1CE2CEC-E1EC-4BEC-8FF2-CABB6F90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8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F4F538FE-66EF-4A21-976C-7E0F11F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59" name="text-Name">
            <a:extLst xmlns:a="http://schemas.openxmlformats.org/drawingml/2006/main">
              <a:ext uri="{FF2B5EF4-FFF2-40B4-BE49-F238E27FC236}">
                <a16:creationId xmlns:a16="http://schemas.microsoft.com/office/drawing/2014/main" id="{E7FEC874-B7BD-4F81-9F0E-E1CE4DF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A9640F-7F0F-40D2-B340-30BC1579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Phone">
            <a:extLst xmlns:a="http://schemas.openxmlformats.org/drawingml/2006/main">
              <a:ext uri="{FF2B5EF4-FFF2-40B4-BE49-F238E27FC236}">
                <a16:creationId xmlns:a16="http://schemas.microsoft.com/office/drawing/2014/main" id="{151512B8-B396-4CDC-8375-B4E5A029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1A3B5BE-0B49-426A-876B-25512AA2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Email">
            <a:extLst xmlns:a="http://schemas.openxmlformats.org/drawingml/2006/main">
              <a:ext uri="{FF2B5EF4-FFF2-40B4-BE49-F238E27FC236}">
                <a16:creationId xmlns:a16="http://schemas.microsoft.com/office/drawing/2014/main" id="{B9E105E1-EBB4-4932-8166-DCFA6D00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6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8D4D0F-3415-452F-AA9B-3856D5E1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-Notes">
            <a:extLst xmlns:a="http://schemas.openxmlformats.org/drawingml/2006/main">
              <a:ext uri="{FF2B5EF4-FFF2-40B4-BE49-F238E27FC236}">
                <a16:creationId xmlns:a16="http://schemas.microsoft.com/office/drawing/2014/main" id="{E1A12EE3-787B-443A-8E08-5821CB32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6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D048C4-07A0-493A-AA16-10673CBB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B1E8AC6-0E13-4DB1-8C4D-04A3137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68" name="text-CAKE">
            <a:extLst xmlns:a="http://schemas.openxmlformats.org/drawingml/2006/main">
              <a:ext uri="{FF2B5EF4-FFF2-40B4-BE49-F238E27FC236}">
                <a16:creationId xmlns:a16="http://schemas.microsoft.com/office/drawing/2014/main" id="{1C06D33E-D52B-4A37-9FFD-6D78935E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CAKE</a:t>
            </a:r>
          </a:p>
        </p:txBody>
      </p:sp>
      <p:sp>
        <p:nvSpPr>
          <p:cNvPr id="69" name="text-Name">
            <a:extLst xmlns:a="http://schemas.openxmlformats.org/drawingml/2006/main">
              <a:ext uri="{FF2B5EF4-FFF2-40B4-BE49-F238E27FC236}">
                <a16:creationId xmlns:a16="http://schemas.microsoft.com/office/drawing/2014/main" id="{34B0BF6B-4D8A-464B-945B-72B1BFB0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7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1B0D255-CFF4-4EF5-90C5-32C464EA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ext-Phone">
            <a:extLst xmlns:a="http://schemas.openxmlformats.org/drawingml/2006/main">
              <a:ext uri="{FF2B5EF4-FFF2-40B4-BE49-F238E27FC236}">
                <a16:creationId xmlns:a16="http://schemas.microsoft.com/office/drawing/2014/main" id="{3F5EA239-5176-4A31-85AC-4FF3652BB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7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5E67DE-99F0-4C89-8CF1-50D343F2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-Email">
            <a:extLst xmlns:a="http://schemas.openxmlformats.org/drawingml/2006/main">
              <a:ext uri="{FF2B5EF4-FFF2-40B4-BE49-F238E27FC236}">
                <a16:creationId xmlns:a16="http://schemas.microsoft.com/office/drawing/2014/main" id="{E73E3E87-4096-47CB-A202-5A83D764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D3C144-1ADC-4B98-AF16-3B71C82E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Notes">
            <a:extLst xmlns:a="http://schemas.openxmlformats.org/drawingml/2006/main">
              <a:ext uri="{FF2B5EF4-FFF2-40B4-BE49-F238E27FC236}">
                <a16:creationId xmlns:a16="http://schemas.microsoft.com/office/drawing/2014/main" id="{0059C397-FFB8-4997-B2A6-41B8A692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7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F9DF99-FBEB-4292-A8AD-330CC57C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7A0B1AEB-20EF-416E-B032-2EE2FBF5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78" name="text-BEAUTY">
            <a:extLst xmlns:a="http://schemas.openxmlformats.org/drawingml/2006/main">
              <a:ext uri="{FF2B5EF4-FFF2-40B4-BE49-F238E27FC236}">
                <a16:creationId xmlns:a16="http://schemas.microsoft.com/office/drawing/2014/main" id="{B15837D1-A2A7-46C1-9BB6-4AA8A30F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BEAUTY</a:t>
            </a:r>
          </a:p>
        </p:txBody>
      </p:sp>
      <p:sp>
        <p:nvSpPr>
          <p:cNvPr id="79" name="text-Name">
            <a:extLst xmlns:a="http://schemas.openxmlformats.org/drawingml/2006/main">
              <a:ext uri="{FF2B5EF4-FFF2-40B4-BE49-F238E27FC236}">
                <a16:creationId xmlns:a16="http://schemas.microsoft.com/office/drawing/2014/main" id="{710A740E-5628-49FB-AD40-DEDB2DF9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1F1C0D6-18F5-4046-A32A-677EBA837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ext-Phone">
            <a:extLst xmlns:a="http://schemas.openxmlformats.org/drawingml/2006/main">
              <a:ext uri="{FF2B5EF4-FFF2-40B4-BE49-F238E27FC236}">
                <a16:creationId xmlns:a16="http://schemas.microsoft.com/office/drawing/2014/main" id="{74E2B87E-526B-4FB5-95ED-2B780E34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8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258E80-4661-4580-9E24-A64C3BFE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Email">
            <a:extLst xmlns:a="http://schemas.openxmlformats.org/drawingml/2006/main">
              <a:ext uri="{FF2B5EF4-FFF2-40B4-BE49-F238E27FC236}">
                <a16:creationId xmlns:a16="http://schemas.microsoft.com/office/drawing/2014/main" id="{2BE01FC7-0A8C-43CE-A621-F76F28A9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8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833816-A45C-4A3D-B7B7-051D1B83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Notes">
            <a:extLst xmlns:a="http://schemas.openxmlformats.org/drawingml/2006/main">
              <a:ext uri="{FF2B5EF4-FFF2-40B4-BE49-F238E27FC236}">
                <a16:creationId xmlns:a16="http://schemas.microsoft.com/office/drawing/2014/main" id="{F56A7E57-4E33-406A-847B-AB280D7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D718F9-06F9-4EC7-BEB9-2177321B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9923311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fcd9a93f6457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1247019-6D51-4243-B54C-9551E9CE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3EF1D50F-37A4-4BED-B417-274D1B9A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Contract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95F4998-A67D-45FA-B9FC-90C970D5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PAPERWORK UNDER CONTROL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ED2F05F-463B-4B38-A2C9-0DF5331A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B92609-448F-4774-8E2E-8142453B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69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7E0F95CE-4DF1-48EA-88E0-B10A3E3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248800B-5A6D-4076-A282-AA358B48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5792A212-89D9-4D0C-B3F8-AC9AFC66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4AEC3BBA-99CE-4C43-B86D-E8A4BAD12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0FC55E05-16D6-4AA1-A79A-CD70D8AD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B4441340-6C34-49F7-85AF-B8BD161C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DB4950A0-5BE8-4355-8281-367C1087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4BFA313E-09F9-472B-A584-3FCAA27F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31199575-9B86-4EB1-B99F-FC6E7C58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FC40084B-FB07-4E51-B903-5A0A08A8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51427C01-063E-45D6-BBCB-EE9F872E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C8EA1182-4BD0-4FCB-B6EA-C9D91543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EF3B2BCA-57A0-4E52-98B8-CE6A7C39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0CC56C65-764E-4D12-8CC2-C7C4AEA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3E871EEB-D940-45BD-AC79-0D9BF9D3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89E4AF49-52D9-4A49-81F1-B5889944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0431DE67-6F4D-4B92-9043-819FC610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9CFB9975-854F-47EF-B8D1-BD095E31D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6DC1FC0E-4236-4CDA-B4FF-2C2997AD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F8A122C0-B7A1-4C3E-8E1A-1B36D2AB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4D4E8C9D-2DCA-4EA3-82CC-29456BD6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9B30A775-D253-45BA-BCA5-0EE9EF48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9EAC9AB6-CDE4-4D64-B797-4796B9AF8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E2162A5A-3123-4F48-96BE-ACB62929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FCB1C8A2-6715-4C27-9C86-197C5ED5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4B032AF6-2AD2-4FCB-B682-9E0F034F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VENDOR">
            <a:extLst xmlns:a="http://schemas.openxmlformats.org/drawingml/2006/main">
              <a:ext uri="{FF2B5EF4-FFF2-40B4-BE49-F238E27FC236}">
                <a16:creationId xmlns:a16="http://schemas.microsoft.com/office/drawing/2014/main" id="{9F53B37E-4225-4F08-8C65-3ED17995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34" name="text-SIGNED">
            <a:extLst xmlns:a="http://schemas.openxmlformats.org/drawingml/2006/main">
              <a:ext uri="{FF2B5EF4-FFF2-40B4-BE49-F238E27FC236}">
                <a16:creationId xmlns:a16="http://schemas.microsoft.com/office/drawing/2014/main" id="{8EED02C8-9C16-4CD2-8A6B-44A3E673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SIGNED</a:t>
            </a:r>
          </a:p>
        </p:txBody>
      </p:sp>
      <p:sp>
        <p:nvSpPr>
          <p:cNvPr id="35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A7C2ADDE-24A4-484E-A64B-D0416B23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36" name="text-INSURANCE">
            <a:extLst xmlns:a="http://schemas.openxmlformats.org/drawingml/2006/main">
              <a:ext uri="{FF2B5EF4-FFF2-40B4-BE49-F238E27FC236}">
                <a16:creationId xmlns:a16="http://schemas.microsoft.com/office/drawing/2014/main" id="{C3B62F44-A384-420E-85BF-51AABC70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INSURANCE</a:t>
            </a:r>
          </a:p>
        </p:txBody>
      </p:sp>
      <p:sp>
        <p:nvSpPr>
          <p:cNvPr id="37" name="text-NOTES">
            <a:extLst xmlns:a="http://schemas.openxmlformats.org/drawingml/2006/main">
              <a:ext uri="{FF2B5EF4-FFF2-40B4-BE49-F238E27FC236}">
                <a16:creationId xmlns:a16="http://schemas.microsoft.com/office/drawing/2014/main" id="{E0123CC9-AB65-4411-8C4E-8FFB4FA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663641453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bc7bd749d45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C3A2221-9B7D-48DA-8F28-AB1FC428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295C4B0-531A-497F-8E45-9FEA5C99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Vendor Payment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DF25195-34B5-496E-A489-40FFEEFA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EVERY PAYMENT VISIBLE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97DF3CB-1FC8-4EB4-8F21-4C48B9E0A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41136B-3C35-45BE-A979-979326C5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70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816FA962-C231-4108-B436-3A15A322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BC0A5AE-B542-409A-8B82-36232934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972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D1E444BB-8F9E-4ABC-BE02-EAB7160A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866737E2-C482-498D-AC01-45B9D0B9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EFEBB5DF-6FBF-4BFF-A9B4-40EA5B2C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45DCEAE5-872E-4657-9AC9-127695D4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972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ECC96E93-B592-4419-83D2-EE0BDEA4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66576067-A283-47E2-AF6A-B22D9BE6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42506773-D98C-4655-A292-4474B4F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BF3DBC06-1270-4459-9DAE-5011E6E5C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ACF21C40-1B35-4349-B36F-99871496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AF8DBE19-D248-40F1-A334-D54FEC56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5D93E850-D635-494D-9034-A26CE325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AFF3D730-ABEC-4759-8A75-BAD401B7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D0B8A823-F658-4E1B-86D9-C465182C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CF4EACF2-9728-41BB-9C14-732AD04B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6D2EB322-88A8-4E7C-99B7-DE502991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B73874F9-8A0D-4749-A2DA-16B92913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37893EFE-C484-4378-B9DF-BE47A68E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D8A8FE55-412B-40E3-9C17-644D772A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7577CA7A-3C34-42E2-851E-9BCB84B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956933E0-B83B-415D-856C-12FA3DC4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B20C4A18-A129-4BE3-BF8F-9317E617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90CF3FB1-E11D-476B-8E25-0B2D1C9A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VENDOR">
            <a:extLst xmlns:a="http://schemas.openxmlformats.org/drawingml/2006/main">
              <a:ext uri="{FF2B5EF4-FFF2-40B4-BE49-F238E27FC236}">
                <a16:creationId xmlns:a16="http://schemas.microsoft.com/office/drawing/2014/main" id="{AEA2ACAD-0F3E-479C-975C-23359A80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VENDOR</a:t>
            </a:r>
          </a:p>
        </p:txBody>
      </p:sp>
      <p:sp>
        <p:nvSpPr>
          <p:cNvPr id="32" name="text-DEPOSIT">
            <a:extLst xmlns:a="http://schemas.openxmlformats.org/drawingml/2006/main">
              <a:ext uri="{FF2B5EF4-FFF2-40B4-BE49-F238E27FC236}">
                <a16:creationId xmlns:a16="http://schemas.microsoft.com/office/drawing/2014/main" id="{F43AFFD6-9B5E-4F6B-AFFD-E28FD5AC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DEPOSIT</a:t>
            </a:r>
          </a:p>
        </p:txBody>
      </p:sp>
      <p:sp>
        <p:nvSpPr>
          <p:cNvPr id="33" name="text-BALANCE">
            <a:extLst xmlns:a="http://schemas.openxmlformats.org/drawingml/2006/main">
              <a:ext uri="{FF2B5EF4-FFF2-40B4-BE49-F238E27FC236}">
                <a16:creationId xmlns:a16="http://schemas.microsoft.com/office/drawing/2014/main" id="{4666D474-E767-44F4-ACA4-B8D1E551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BALANCE</a:t>
            </a:r>
          </a:p>
        </p:txBody>
      </p:sp>
      <p:sp>
        <p:nvSpPr>
          <p:cNvPr id="34" name="text-DUE DATE">
            <a:extLst xmlns:a="http://schemas.openxmlformats.org/drawingml/2006/main">
              <a:ext uri="{FF2B5EF4-FFF2-40B4-BE49-F238E27FC236}">
                <a16:creationId xmlns:a16="http://schemas.microsoft.com/office/drawing/2014/main" id="{4D490464-E71C-4547-BF5E-42A8208F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DUE DATE</a:t>
            </a:r>
          </a:p>
        </p:txBody>
      </p:sp>
      <p:sp>
        <p:nvSpPr>
          <p:cNvPr id="35" name="text-STATUS">
            <a:extLst xmlns:a="http://schemas.openxmlformats.org/drawingml/2006/main">
              <a:ext uri="{FF2B5EF4-FFF2-40B4-BE49-F238E27FC236}">
                <a16:creationId xmlns:a16="http://schemas.microsoft.com/office/drawing/2014/main" id="{506C4D74-E95B-478C-A426-B5F355D7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3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5F5AFE4B-E11B-4A7B-9268-F3F00091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003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34344614-1E09-427D-B882-F0DAB9E5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427E9A9B-BC6E-4B57-B9A0-2129841B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289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7AAE3EFB-1FC8-4F3C-BEC5-1034C585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432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C10E264D-9EF3-4B9E-976C-B557DDDA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576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B47764D1-1128-4C93-B7D7-E206D028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4C0BB01B-7365-4EDC-9066-31BA1A76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862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B2B4C4A2-13CD-4D50-A18A-FEFD3F90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4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4EBDF5C8-8A54-4D42-9B41-B30AC811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149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5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7AA3EBA6-7B33-41AA-B7DD-82A21749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292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229E341C-6D53-4C55-B6A6-88835338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5435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7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6D2C6716-6451-44E6-BF32-67D281BA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8578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8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0D1645D3-5BF3-445D-929C-974CA5F3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1722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62658D0D-F4D9-4DC1-8F49-2D979B63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4865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0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2DD7EB16-614A-432A-9801-3372E05B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80085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1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06496567-0337-410E-9789-15F13702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11517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D5F506B6-DB9E-4C50-B591-D8BE8B74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429500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3" name="status-circle">
            <a:extLst xmlns:a="http://schemas.openxmlformats.org/drawingml/2006/main">
              <a:ext uri="{FF2B5EF4-FFF2-40B4-BE49-F238E27FC236}">
                <a16:creationId xmlns:a16="http://schemas.microsoft.com/office/drawing/2014/main" id="{01F8D390-25D1-4C69-8F37-9C079B3F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743825"/>
            <a:ext cx="133350" cy="133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4932731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3cba20c4e46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C849C103-6DD6-4DC2-AADB-D717A86C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D791595-CA6A-434D-9B0D-FE9C5E771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Venue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541B3C7-F0A5-4BED-819C-BB22C82A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032F2DB-AD80-4104-8BCF-6CE72EA7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E52AC4-8F7B-4585-BD0A-62868E25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71 of 100</a:t>
            </a:r>
          </a:p>
        </p:txBody>
      </p:sp>
      <p:sp>
        <p:nvSpPr>
          <p:cNvPr id="7" name="text-SPACES AND CAPACITY">
            <a:extLst xmlns:a="http://schemas.openxmlformats.org/drawingml/2006/main">
              <a:ext uri="{FF2B5EF4-FFF2-40B4-BE49-F238E27FC236}">
                <a16:creationId xmlns:a16="http://schemas.microsoft.com/office/drawing/2014/main" id="{22D8F5B3-F69D-42ED-A9DB-FBC21F46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SPACES AND CAPACITY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DD05A16-6F34-414E-989B-1B549FED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F48715-5016-488E-A0DC-5947A22F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250B81-3D4E-410D-A1E6-829A0383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ACCESS AND TIMINGS">
            <a:extLst xmlns:a="http://schemas.openxmlformats.org/drawingml/2006/main">
              <a:ext uri="{FF2B5EF4-FFF2-40B4-BE49-F238E27FC236}">
                <a16:creationId xmlns:a16="http://schemas.microsoft.com/office/drawing/2014/main" id="{5C2A82D4-21A6-4B5D-BBEA-CE8DB5CD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ACCESS AND TIMINGS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B5471E4-1978-4E6B-B6E7-09BAEBE7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DB4C77-20D8-492F-9CF0-26FC1E52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B1AACC8-ACF1-4620-B5FF-2471301F5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INCLUDED SERVICES">
            <a:extLst xmlns:a="http://schemas.openxmlformats.org/drawingml/2006/main">
              <a:ext uri="{FF2B5EF4-FFF2-40B4-BE49-F238E27FC236}">
                <a16:creationId xmlns:a16="http://schemas.microsoft.com/office/drawing/2014/main" id="{176F8365-DB70-4D88-9586-722634CC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INCLUDED SERVICES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0BF439-611F-494E-8264-7425531E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A542A9-BA15-45EF-9E79-4E145B16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ED718F-48DB-41BD-BD1B-E99FF908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QUESTIONS AND DECISIONS">
            <a:extLst xmlns:a="http://schemas.openxmlformats.org/drawingml/2006/main">
              <a:ext uri="{FF2B5EF4-FFF2-40B4-BE49-F238E27FC236}">
                <a16:creationId xmlns:a16="http://schemas.microsoft.com/office/drawing/2014/main" id="{9E74E5E0-A88C-4213-A211-E6FDF6CB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QUESTIONS AND DECISIONS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B7652A-7636-4C59-A347-C0859233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530B258-1FCB-41D7-9022-10337A694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6A0A62-8F16-448A-8A10-14BC8906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E7D5F8BE-4AAC-45F8-979B-EBC865AE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B2C354-2E01-4B2A-855C-37DAF993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4C449A-B81B-40C5-951F-6250D5FE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B46F25-0FF2-44D0-AAFB-D8422006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0284902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053c2cea2844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2117CF0-15B4-4A22-914E-0FF440B8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09292A67-2832-4458-9856-1468CD9C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Catering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908BE9F3-64F1-41B8-A281-B02A78B2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48B9B7E-9D65-47CE-A771-DF5CE249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ECEB33-B417-432D-85AA-DBF0EF70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72 of 100</a:t>
            </a:r>
          </a:p>
        </p:txBody>
      </p:sp>
      <p:sp>
        <p:nvSpPr>
          <p:cNvPr id="7" name="text-MENU DIRECTION">
            <a:extLst xmlns:a="http://schemas.openxmlformats.org/drawingml/2006/main">
              <a:ext uri="{FF2B5EF4-FFF2-40B4-BE49-F238E27FC236}">
                <a16:creationId xmlns:a16="http://schemas.microsoft.com/office/drawing/2014/main" id="{C9C2E8CA-E369-41A1-A2B8-A0B9239F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MENU DIRECTION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D68835-420D-4B2B-A239-B3060CAF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740F64-3E2F-489D-9C98-7F0185B5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0884CA-4A51-4ED2-B9E4-15ED70F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DIETARY REQUIREMENTS">
            <a:extLst xmlns:a="http://schemas.openxmlformats.org/drawingml/2006/main">
              <a:ext uri="{FF2B5EF4-FFF2-40B4-BE49-F238E27FC236}">
                <a16:creationId xmlns:a16="http://schemas.microsoft.com/office/drawing/2014/main" id="{9298EB2F-8B65-4E70-B14F-777FDD75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DIETARY REQUIREMENTS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0F7EA9-6D80-4F4C-AF70-59618A47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720117-3D61-41BC-83EF-CD5B4966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AE0916-66C4-4380-8B63-F026647A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DRINKS AND SERVICE">
            <a:extLst xmlns:a="http://schemas.openxmlformats.org/drawingml/2006/main">
              <a:ext uri="{FF2B5EF4-FFF2-40B4-BE49-F238E27FC236}">
                <a16:creationId xmlns:a16="http://schemas.microsoft.com/office/drawing/2014/main" id="{9AEB52FE-797D-4B49-977C-8D96EDED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DRINKS AND SERVICE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AC041A-DD0A-4201-8FB4-90611449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E148CA-45AE-49DD-95FD-FE888519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CCECB4-A14C-4FC6-BE0C-BB7151B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TASTINGS AND DECISIONS">
            <a:extLst xmlns:a="http://schemas.openxmlformats.org/drawingml/2006/main">
              <a:ext uri="{FF2B5EF4-FFF2-40B4-BE49-F238E27FC236}">
                <a16:creationId xmlns:a16="http://schemas.microsoft.com/office/drawing/2014/main" id="{ADFE6EC6-DAFD-4501-918F-C0CE2BC0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TASTINGS AND DECISIONS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FBD98E-3780-486F-A4ED-655565F7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B8D94E-7E81-4C03-A47E-E64D7C08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F750BB-2F0F-407A-B6A6-E5E85B81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59616B15-4CC9-4315-9197-D0072625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4E721F-9BB2-42C3-94ED-D4FD0353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1F2BD8-75E4-41E3-BC70-6A530C7EE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FEFBFC-A31C-4E94-BE47-3ED39399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4052918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f0975483b4e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0B46A38-8C11-4FC3-A9C1-C96B8E98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C623976-696A-45DF-967D-8D1EB466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Photography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DD158E5F-2A0E-4D34-A6FA-A7D32AD7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15A07B6-DF4D-42A2-923B-4CCC4A1A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ED2324-2AAA-452E-966F-3203051B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73 of 100</a:t>
            </a:r>
          </a:p>
        </p:txBody>
      </p:sp>
      <p:sp>
        <p:nvSpPr>
          <p:cNvPr id="7" name="text-STYLE AND PRIORITIES">
            <a:extLst xmlns:a="http://schemas.openxmlformats.org/drawingml/2006/main">
              <a:ext uri="{FF2B5EF4-FFF2-40B4-BE49-F238E27FC236}">
                <a16:creationId xmlns:a16="http://schemas.microsoft.com/office/drawing/2014/main" id="{3404AE41-107C-4FF3-A016-A50041CE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STYLE AND PRIORITIES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886C59-88A2-4BA4-B740-5BC9695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B1EB15-69EF-426B-9986-7E0E42E6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BA763EC-AABF-4E59-9156-B1DE38DC3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MUST-HAVE SHOTS">
            <a:extLst xmlns:a="http://schemas.openxmlformats.org/drawingml/2006/main">
              <a:ext uri="{FF2B5EF4-FFF2-40B4-BE49-F238E27FC236}">
                <a16:creationId xmlns:a16="http://schemas.microsoft.com/office/drawing/2014/main" id="{C3BFE12E-EAE9-4BCE-9424-43466A0B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MUST-HAVE SHOTS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BBD23A-5750-4029-9548-F0BBEDA70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D0DD03B-06DF-44F3-93E7-0DBFBFB8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0F783A-35C9-40F8-A296-70D3C1C4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FAMILY GROUPINGS">
            <a:extLst xmlns:a="http://schemas.openxmlformats.org/drawingml/2006/main">
              <a:ext uri="{FF2B5EF4-FFF2-40B4-BE49-F238E27FC236}">
                <a16:creationId xmlns:a16="http://schemas.microsoft.com/office/drawing/2014/main" id="{C666A9B2-5D52-4658-8F0F-AA6A51B6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FAMILY GROUPINGS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CC1CA3F-20E9-4FEC-A729-47A2C8E5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E75AF6-AB9B-4E97-986B-1BE4A03F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AE7BA2-1BDD-4376-B08E-DBFC797B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LOCATIONS AND LIGHT">
            <a:extLst xmlns:a="http://schemas.openxmlformats.org/drawingml/2006/main">
              <a:ext uri="{FF2B5EF4-FFF2-40B4-BE49-F238E27FC236}">
                <a16:creationId xmlns:a16="http://schemas.microsoft.com/office/drawing/2014/main" id="{68DC9FE9-5399-4E41-8D1C-324402124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LOCATIONS AND LIGHT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AAB507-EE32-4398-BCE7-4BF695E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FB170F-EB6B-4AF2-8C20-28E8A81D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8AC9FC-FD1E-4A99-9F4E-0CECEE53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3A5B22BC-4ABE-47A6-B47C-C64F821D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E5E898-3433-4FB3-8DF1-AF2959CB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FFBCB8-5D64-464D-8A51-4025ADA4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04C67C4-002A-415B-9EF9-3207DAF8F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39478540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28bcc9130a447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2C124B1-7B63-49F5-824D-62CD26AF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F131B89-B8C7-4FB5-B3DB-0CCFDA9E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Videography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8E31C4A-34E6-4FDC-8E5D-AE931CCD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97282CDF-DC26-4729-9E59-13BEDABC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8DA9AC-29CB-4D7E-B345-71C1D5F8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74 of 100</a:t>
            </a:r>
          </a:p>
        </p:txBody>
      </p:sp>
      <p:sp>
        <p:nvSpPr>
          <p:cNvPr id="7" name="text-FILM STYLE">
            <a:extLst xmlns:a="http://schemas.openxmlformats.org/drawingml/2006/main">
              <a:ext uri="{FF2B5EF4-FFF2-40B4-BE49-F238E27FC236}">
                <a16:creationId xmlns:a16="http://schemas.microsoft.com/office/drawing/2014/main" id="{93207870-18C2-46C8-8169-7CF18DFD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FILM STYLE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1E9FB3-D2E2-44E9-BB1C-E670F936E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79E5F51-7903-4139-B994-78AEE845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F7457E-3335-4B7D-8C54-DF908A0A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AUDIO AND SPEECHES">
            <a:extLst xmlns:a="http://schemas.openxmlformats.org/drawingml/2006/main">
              <a:ext uri="{FF2B5EF4-FFF2-40B4-BE49-F238E27FC236}">
                <a16:creationId xmlns:a16="http://schemas.microsoft.com/office/drawing/2014/main" id="{EA3960B6-32FD-4CC9-8E92-F44FC166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AUDIO AND SPEECHES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AB1317-F213-45B9-B465-1BBC645E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D4EE71-F367-4057-B176-F58EAA1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51162D-14F5-41CD-8EC2-BAE283C3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KEY MOMENTS">
            <a:extLst xmlns:a="http://schemas.openxmlformats.org/drawingml/2006/main">
              <a:ext uri="{FF2B5EF4-FFF2-40B4-BE49-F238E27FC236}">
                <a16:creationId xmlns:a16="http://schemas.microsoft.com/office/drawing/2014/main" id="{20A492A3-DE7D-4E5F-9F09-5B49D4B2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KEY MOMENTS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8FE260-749A-4052-B247-192447D4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4EBF9F-E1E8-41A0-91E2-2BFB765C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97EB1E-3C11-4993-91CD-D8B73213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DELIVERY AND EDITS">
            <a:extLst xmlns:a="http://schemas.openxmlformats.org/drawingml/2006/main">
              <a:ext uri="{FF2B5EF4-FFF2-40B4-BE49-F238E27FC236}">
                <a16:creationId xmlns:a16="http://schemas.microsoft.com/office/drawing/2014/main" id="{2308BEC1-8D34-4A35-B23C-CC27F7BE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DELIVERY AND EDITS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13CA58-D171-466D-9CE7-2B304B75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8F530B-F8E9-4BBE-AF62-07DBB03B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ED0229-A989-4A4B-961F-ED277FD70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6A63B9BB-6F7D-466E-92B6-A296FC6D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8179BF3-8618-4398-B93C-8B097C29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FD7F231-21E1-4C76-AC51-B14EF112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7C74E5E-5DE7-4ED8-84B5-DDD5A585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5398943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88a58b1564d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7148DFC0-3C70-47FB-B00B-31C0B4B2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569E113-553D-4EC8-9C15-3D8F75F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Florist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BEFFEB9-75C1-4FF2-B1C1-34A02664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2A380C1-FE4D-4E30-BC7A-230618D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9BB7341-AC44-46B5-93F1-4B9EFDED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75 of 100</a:t>
            </a:r>
          </a:p>
        </p:txBody>
      </p:sp>
      <p:sp>
        <p:nvSpPr>
          <p:cNvPr id="7" name="text-BOUQUETS AND PERSONAL FLOWER">
            <a:extLst xmlns:a="http://schemas.openxmlformats.org/drawingml/2006/main">
              <a:ext uri="{FF2B5EF4-FFF2-40B4-BE49-F238E27FC236}">
                <a16:creationId xmlns:a16="http://schemas.microsoft.com/office/drawing/2014/main" id="{C8DBF970-BCC5-4860-80E1-3D173AB6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BOUQUETS AND PERSONAL FLOWERS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44744A-DDEA-4E58-813D-528AF186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9EFD83-B9D3-4A8F-A861-1B22AA0E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6FC7EA0-BE2F-4D84-B8A7-3072AA0E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CEREMONY FLOWERS">
            <a:extLst xmlns:a="http://schemas.openxmlformats.org/drawingml/2006/main">
              <a:ext uri="{FF2B5EF4-FFF2-40B4-BE49-F238E27FC236}">
                <a16:creationId xmlns:a16="http://schemas.microsoft.com/office/drawing/2014/main" id="{687274AA-7D55-45D6-B7D5-684891E3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 FLOWERS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F5C429F-7AD0-4219-AF1C-EB26C3C7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6F54E4-C2B3-4F54-AC87-52179611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C4A43E4-2C08-4103-8F5E-D5F251E1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ECEPTION FLOWERS">
            <a:extLst xmlns:a="http://schemas.openxmlformats.org/drawingml/2006/main">
              <a:ext uri="{FF2B5EF4-FFF2-40B4-BE49-F238E27FC236}">
                <a16:creationId xmlns:a16="http://schemas.microsoft.com/office/drawing/2014/main" id="{214A3817-F11A-4D01-8418-2FA6C124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 FLOWERS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DCB0FB-3509-4260-A044-6E75C7F7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FF38D6-EB01-47D5-B4AD-4907C1238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2D4C41-1C4C-4F98-8C30-8E98F7C6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SEASONAL ALTERNATIVES">
            <a:extLst xmlns:a="http://schemas.openxmlformats.org/drawingml/2006/main">
              <a:ext uri="{FF2B5EF4-FFF2-40B4-BE49-F238E27FC236}">
                <a16:creationId xmlns:a16="http://schemas.microsoft.com/office/drawing/2014/main" id="{93C2F90A-8419-4E1E-911B-2E35B1D1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SEASONAL ALTERNATIVES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63234D-72A4-47EC-BDC2-3CF18C76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B9E0072-4990-4EEB-AC39-F25470AB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3247D64-FB8E-47FF-83C4-3A5513FA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83505D1C-9185-4C19-BB2A-4C30AA4B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3E569D4-1965-4E3E-B639-1D5B1058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6254F03-AF2D-4805-9852-B51FCE14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6261B3-D2EA-446D-8C06-AB227DBC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27272858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a5fdcacca4a7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3DE194A6-1757-42BE-B321-C0D8B578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6B9F701-56AA-43D1-A09C-546F81D9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Music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EA194CF-0B2E-46BE-9A62-97B2FB7C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6EC64DE-905F-4B51-B3F8-0D358A8A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0B875C0-23DF-4F53-944D-7B82C072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76 of 100</a:t>
            </a:r>
          </a:p>
        </p:txBody>
      </p:sp>
      <p:sp>
        <p:nvSpPr>
          <p:cNvPr id="7" name="text-CEREMONY MUSIC">
            <a:extLst xmlns:a="http://schemas.openxmlformats.org/drawingml/2006/main">
              <a:ext uri="{FF2B5EF4-FFF2-40B4-BE49-F238E27FC236}">
                <a16:creationId xmlns:a16="http://schemas.microsoft.com/office/drawing/2014/main" id="{C7AF7AF1-4F7B-4647-AA60-2499CD9E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 MUSIC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EAEAD9-7445-4E1F-B678-1A0471A1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90BAA6-64DC-4F67-8808-0BEFC517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1D0154A-23D8-437A-8A8D-898C13E5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COCKTAIL HOUR">
            <a:extLst xmlns:a="http://schemas.openxmlformats.org/drawingml/2006/main">
              <a:ext uri="{FF2B5EF4-FFF2-40B4-BE49-F238E27FC236}">
                <a16:creationId xmlns:a16="http://schemas.microsoft.com/office/drawing/2014/main" id="{93CD768E-1A6A-4F34-BB1D-4166E6E2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COCKTAIL HOUR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451A99-1D15-4BB6-8252-C79A8DD2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6C85CC3-4D9C-4DF2-8BFB-54F98025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A4062B-7F58-42B7-8DEE-52EE4E34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ECEPTION PLAYLIST">
            <a:extLst xmlns:a="http://schemas.openxmlformats.org/drawingml/2006/main">
              <a:ext uri="{FF2B5EF4-FFF2-40B4-BE49-F238E27FC236}">
                <a16:creationId xmlns:a16="http://schemas.microsoft.com/office/drawing/2014/main" id="{0AB96495-14F1-4553-8E62-C444B6B4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 PLAYLIST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5A7C8E9-65E6-421E-BE20-D29EFE67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1B8541-0F38-44D6-AB18-F58A6D40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18DD5F-581D-4FFB-88DA-94F3FC40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DO-NOT-PLAY LIST">
            <a:extLst xmlns:a="http://schemas.openxmlformats.org/drawingml/2006/main">
              <a:ext uri="{FF2B5EF4-FFF2-40B4-BE49-F238E27FC236}">
                <a16:creationId xmlns:a16="http://schemas.microsoft.com/office/drawing/2014/main" id="{008DBB1F-511A-45D8-89AC-ED406C71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DO-NOT-PLAY LIST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E59D30-08BF-4FDE-B013-D01D8A43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1E4B61-CC78-4BB6-ADD7-A88DA254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AAA4DE-AD0D-45E2-9E2A-4277B095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F7AFD7BD-5B76-4A7C-B123-C4EFFB87E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89E34F-D4B8-497B-9992-15EB0D53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08611B-3269-4CCA-A748-08DFF932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C6D653-BF8C-457C-AE0F-292DA041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144626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ee5466fa6043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D13E82C-A931-4D61-A94C-E477269E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5A04148-53DD-4730-84E5-78E7FC69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Cake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3E4D0F9D-CE6E-480E-9D44-3A8BD279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29DE9CD1-4784-47B1-B2B8-ABC42F9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87A824B-C563-42BF-8A89-B1AC65F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77 of 100</a:t>
            </a:r>
          </a:p>
        </p:txBody>
      </p:sp>
      <p:sp>
        <p:nvSpPr>
          <p:cNvPr id="7" name="text-FLAVOURS AND FILLINGS">
            <a:extLst xmlns:a="http://schemas.openxmlformats.org/drawingml/2006/main">
              <a:ext uri="{FF2B5EF4-FFF2-40B4-BE49-F238E27FC236}">
                <a16:creationId xmlns:a16="http://schemas.microsoft.com/office/drawing/2014/main" id="{EB7D0C1C-7C3C-4963-8EF4-3223EFE7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FLAVOURS AND FILLINGS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E877AD-734C-4FE4-9D4E-111E4A84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CDE399-EF68-4443-AE6C-984FE59D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AD2585-0B95-4674-88E1-4A9DBE4C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DESIGN DIRECTION">
            <a:extLst xmlns:a="http://schemas.openxmlformats.org/drawingml/2006/main">
              <a:ext uri="{FF2B5EF4-FFF2-40B4-BE49-F238E27FC236}">
                <a16:creationId xmlns:a16="http://schemas.microsoft.com/office/drawing/2014/main" id="{786C9CD9-AA60-4664-856B-B473EE31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DESIGN DIRECTION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DFA993-889F-49BD-A70B-0509AAAD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03F82B-104D-42B6-AF1B-685A0A4C1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F24218-8562-495A-9E11-6A53E0D3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SIZE AND SERVINGS">
            <a:extLst xmlns:a="http://schemas.openxmlformats.org/drawingml/2006/main">
              <a:ext uri="{FF2B5EF4-FFF2-40B4-BE49-F238E27FC236}">
                <a16:creationId xmlns:a16="http://schemas.microsoft.com/office/drawing/2014/main" id="{C59964EF-292B-46AE-83AD-CBDD3C65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SIZE AND SERVINGS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BEF9A1-652B-4C32-9EF7-3F8A1C74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D776B2-0957-423E-9C2B-EEA56EC7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30C02A-7783-4076-A2B3-9627A5D3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DELIVERY AND DISPLAY">
            <a:extLst xmlns:a="http://schemas.openxmlformats.org/drawingml/2006/main">
              <a:ext uri="{FF2B5EF4-FFF2-40B4-BE49-F238E27FC236}">
                <a16:creationId xmlns:a16="http://schemas.microsoft.com/office/drawing/2014/main" id="{24F242CC-46AA-4B35-909C-7F352398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DELIVERY AND DISPLAY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FE2714B-6C7E-4806-AAD7-55B23B499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BBA324F-BBD9-48FA-9CC4-B576C937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A26A42E-03D1-4CCA-B8F2-81627F718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E138B936-3442-46D8-9581-8F3D2DFA7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9354E4-F2C2-4AAD-A508-323DC3E2B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220E86D-3F2A-4C00-97F4-3F77AB00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6897FB9-DA63-41D1-B6E8-90B50006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9945390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b1ddd355c1436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C73DE78-6449-4DE7-8034-B21A5F18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5E96B91-C8C6-49A8-B16F-98143B0E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Stationery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AC170E84-9910-47E3-AD82-D58C646E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3AC1C92-6313-4530-B489-9C269F2B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FA9430B-89E0-4470-8F8F-608CEB2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78 of 100</a:t>
            </a:r>
          </a:p>
        </p:txBody>
      </p:sp>
      <p:sp>
        <p:nvSpPr>
          <p:cNvPr id="7" name="text-SAVE-THE-DATES">
            <a:extLst xmlns:a="http://schemas.openxmlformats.org/drawingml/2006/main">
              <a:ext uri="{FF2B5EF4-FFF2-40B4-BE49-F238E27FC236}">
                <a16:creationId xmlns:a16="http://schemas.microsoft.com/office/drawing/2014/main" id="{B92A8A11-686F-4562-B803-A3E2EA32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SAVE-THE-DATES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2E5213-28E2-4460-BC26-69A10C20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AA822A-3C4F-4350-92D5-09623DEA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76E464-9CB9-4FF1-8D95-C0DF3DB1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INVITATIONS">
            <a:extLst xmlns:a="http://schemas.openxmlformats.org/drawingml/2006/main">
              <a:ext uri="{FF2B5EF4-FFF2-40B4-BE49-F238E27FC236}">
                <a16:creationId xmlns:a16="http://schemas.microsoft.com/office/drawing/2014/main" id="{2923CF52-F5E5-40AD-958D-016DBEB55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INVITATIONS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1EBA84-4158-46D8-8BF2-EF1FB454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4B78E92-A6B0-484A-85CB-8CF0B007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EC7DC8-BA65-4961-A80C-803EA47A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DAY-OF STATIONERY">
            <a:extLst xmlns:a="http://schemas.openxmlformats.org/drawingml/2006/main">
              <a:ext uri="{FF2B5EF4-FFF2-40B4-BE49-F238E27FC236}">
                <a16:creationId xmlns:a16="http://schemas.microsoft.com/office/drawing/2014/main" id="{46DAD54A-A5D1-4F32-8A25-2A4DD675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DAY-OF STATIONERY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60CD88-A0BE-4195-BEF7-E311B695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E5EA3A-DE52-4DC4-A973-5DFA1D6D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424718-69A5-4F4C-AF30-87882C36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WORDING AND ADDRESSES">
            <a:extLst xmlns:a="http://schemas.openxmlformats.org/drawingml/2006/main">
              <a:ext uri="{FF2B5EF4-FFF2-40B4-BE49-F238E27FC236}">
                <a16:creationId xmlns:a16="http://schemas.microsoft.com/office/drawing/2014/main" id="{7319B75A-7ED3-40EE-96ED-34E07BAE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WORDING AND ADDRESSES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608730-65DD-4164-9302-6D687C0F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983389-8931-40E8-AE25-13D0B29F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BAE51C-0F94-491B-8F2B-4ACB88E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E6AD12B9-9DCD-494B-BA9C-535CC7B0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D934A0-8ADD-4335-A030-EC214668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889E406-F6F3-4B78-9F26-A26662E7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838EC1-36DF-4977-8C1E-9EC00688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87969680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4feba603845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6AF5A55-E444-435D-B71B-17B06AF9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5BE3808-BD08-4487-838B-D88D3F51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Transportation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D6AB4DB-A491-4D1C-B501-3EF19DCD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AF7C7CA5-BF0F-4585-B342-6F193253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7CFC6BA-EC7C-4047-A68A-D113B8F4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79 of 100</a:t>
            </a:r>
          </a:p>
        </p:txBody>
      </p:sp>
      <p:sp>
        <p:nvSpPr>
          <p:cNvPr id="7" name="text-WEDDING PARTY TRAVEL">
            <a:extLst xmlns:a="http://schemas.openxmlformats.org/drawingml/2006/main">
              <a:ext uri="{FF2B5EF4-FFF2-40B4-BE49-F238E27FC236}">
                <a16:creationId xmlns:a16="http://schemas.microsoft.com/office/drawing/2014/main" id="{60666856-4EC1-4132-85C6-06C1F895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PARTY TRAVEL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D92B71-8F5A-4765-95F4-222A64B8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528BCC4-48AC-4BA4-A487-7C752E92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643958-E6FA-41B9-9119-E74D9DF59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GUEST TRANSPORT">
            <a:extLst xmlns:a="http://schemas.openxmlformats.org/drawingml/2006/main">
              <a:ext uri="{FF2B5EF4-FFF2-40B4-BE49-F238E27FC236}">
                <a16:creationId xmlns:a16="http://schemas.microsoft.com/office/drawing/2014/main" id="{89EF1492-6E34-47AC-8203-B3AC600C2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TRANSPORT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2D6F823-FC2B-41B6-897C-A25780D6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BED984-4FB8-4289-97AE-3DDF3FA8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8A824B-C057-45E6-86C0-A07A815C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OUTES AND TIMINGS">
            <a:extLst xmlns:a="http://schemas.openxmlformats.org/drawingml/2006/main">
              <a:ext uri="{FF2B5EF4-FFF2-40B4-BE49-F238E27FC236}">
                <a16:creationId xmlns:a16="http://schemas.microsoft.com/office/drawing/2014/main" id="{3E819564-A3F3-4550-8980-FE588CE0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ROUTES AND TIMINGS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729E365-0138-4804-BE52-D03115D1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55653FE-D738-4677-9444-41BDBA3E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DEA61E-E845-4367-AA78-F9929C69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BACKUP ARRANGEMENTS">
            <a:extLst xmlns:a="http://schemas.openxmlformats.org/drawingml/2006/main">
              <a:ext uri="{FF2B5EF4-FFF2-40B4-BE49-F238E27FC236}">
                <a16:creationId xmlns:a16="http://schemas.microsoft.com/office/drawing/2014/main" id="{1DA8BB33-3DDF-462B-9888-E590A32B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BACKUP ARRANGEMENTS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99D538A-28F0-4003-877D-B79D31EF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D781EB-1EF9-4441-B7B1-A03675FE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29EFD4-7050-4061-A0F9-ECBF6182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FFEB8335-6454-4959-A904-2A8752F5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61A89D6-FF1F-4DAF-899C-C2288911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A952E9A-74C6-4BDA-AD70-8DD5F99D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6B9F598-9500-4B38-BB55-0B1E70B0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6305338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b5445b06940e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E315653-0FEF-498F-B921-7A6B7161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5BF70F8-C1E7-4004-90DD-E76E405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Beauty Notes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8BADFCD-D4BD-47C7-ACFD-B034021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DD497AF-E0AF-4A03-85D9-6BBE6058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ADF8791-CBC2-4962-BC20-58605E72C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80 of 100</a:t>
            </a:r>
          </a:p>
        </p:txBody>
      </p:sp>
      <p:sp>
        <p:nvSpPr>
          <p:cNvPr id="7" name="text-HAIR DIRECTION">
            <a:extLst xmlns:a="http://schemas.openxmlformats.org/drawingml/2006/main">
              <a:ext uri="{FF2B5EF4-FFF2-40B4-BE49-F238E27FC236}">
                <a16:creationId xmlns:a16="http://schemas.microsoft.com/office/drawing/2014/main" id="{36771B8A-1CCB-40AF-B9FE-64C02E27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HAIR DIRECTION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F4AEF3-AC69-438A-995A-2AF12883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1897DD-0BB1-49E5-B019-9ADEE4AA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85A9FA-3E62-4F29-A1E7-6A6AFB87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MAKEUP DIRECTION">
            <a:extLst xmlns:a="http://schemas.openxmlformats.org/drawingml/2006/main">
              <a:ext uri="{FF2B5EF4-FFF2-40B4-BE49-F238E27FC236}">
                <a16:creationId xmlns:a16="http://schemas.microsoft.com/office/drawing/2014/main" id="{C9D3282C-6C52-48F2-8C13-CFBD75B4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MAKEUP DIRECTION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466DA5-DA16-474F-9A66-E28E3FD2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674531-CC58-43D9-B365-BD461E2B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A9D3B75-7628-4A6B-85FF-D55D3F36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TRIALS AND APPOINTMENTS">
            <a:extLst xmlns:a="http://schemas.openxmlformats.org/drawingml/2006/main">
              <a:ext uri="{FF2B5EF4-FFF2-40B4-BE49-F238E27FC236}">
                <a16:creationId xmlns:a16="http://schemas.microsoft.com/office/drawing/2014/main" id="{EE610D38-8882-4897-BC2E-4FFD160B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TRIALS AND APPOINTMENTS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36C1FD6-F8BF-4055-A7EE-579E65B0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44AD12-1400-47E7-B2DC-8097B32E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DB23446-BC47-4F83-ACE4-D52DC346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PRODUCTS AND TOUCH-UPS">
            <a:extLst xmlns:a="http://schemas.openxmlformats.org/drawingml/2006/main">
              <a:ext uri="{FF2B5EF4-FFF2-40B4-BE49-F238E27FC236}">
                <a16:creationId xmlns:a16="http://schemas.microsoft.com/office/drawing/2014/main" id="{923A92CB-888A-4BBC-8C2F-E89AD551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PRODUCTS AND TOUCH-UPS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65F803-8878-466A-A351-890C6898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F9E440-4092-421E-BE15-B33780F9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6F08025-8667-4BF5-815F-351B2867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NOTES">
            <a:extLst xmlns:a="http://schemas.openxmlformats.org/drawingml/2006/main">
              <a:ext uri="{FF2B5EF4-FFF2-40B4-BE49-F238E27FC236}">
                <a16:creationId xmlns:a16="http://schemas.microsoft.com/office/drawing/2014/main" id="{5BBACA8B-9476-4AD2-9949-458266B9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NOTES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E519E02-535F-4BE7-85C3-E36C1243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A2C82F9-4C19-4634-AC02-52607CFC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BC127A-1A15-4DC8-A2B9-7143C21A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87446437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79c1b4f5d4d2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D8F9AF9-51B9-4913-8DB2-3F4B4112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C14119C-2881-4762-8CEC-50928C0B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Party Contacts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203D6BD-8044-403B-878C-B11946BE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NAMES, NUMBERS AND KEY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28FF42D-F72E-4588-973E-C2286E8F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EDFC50D-6CEF-47BB-9989-82593089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81 of 100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49FE5ACD-AA8C-43B1-9AEA-D5444A75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8" name="text-MAID OF HONOR">
            <a:extLst xmlns:a="http://schemas.openxmlformats.org/drawingml/2006/main">
              <a:ext uri="{FF2B5EF4-FFF2-40B4-BE49-F238E27FC236}">
                <a16:creationId xmlns:a16="http://schemas.microsoft.com/office/drawing/2014/main" id="{1B428E73-B4DE-4791-9EE2-3D54CEB6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MAID OF HONOR</a:t>
            </a:r>
          </a:p>
        </p:txBody>
      </p:sp>
      <p:sp>
        <p:nvSpPr>
          <p:cNvPr id="9" name="text-Name">
            <a:extLst xmlns:a="http://schemas.openxmlformats.org/drawingml/2006/main">
              <a:ext uri="{FF2B5EF4-FFF2-40B4-BE49-F238E27FC236}">
                <a16:creationId xmlns:a16="http://schemas.microsoft.com/office/drawing/2014/main" id="{C13B6E4B-22D7-43CC-9BD2-68CE174A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36B8E5-8AFD-4A32-9CA3-21CD86AC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hone">
            <a:extLst xmlns:a="http://schemas.openxmlformats.org/drawingml/2006/main">
              <a:ext uri="{FF2B5EF4-FFF2-40B4-BE49-F238E27FC236}">
                <a16:creationId xmlns:a16="http://schemas.microsoft.com/office/drawing/2014/main" id="{962B4510-5555-42B7-B5F1-4B391DC4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EEA7C1-139A-435F-AE8D-44933D3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Email">
            <a:extLst xmlns:a="http://schemas.openxmlformats.org/drawingml/2006/main">
              <a:ext uri="{FF2B5EF4-FFF2-40B4-BE49-F238E27FC236}">
                <a16:creationId xmlns:a16="http://schemas.microsoft.com/office/drawing/2014/main" id="{858786A1-5250-4B1C-B9BC-E6FCD765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EC2163-1984-4CD3-B733-6F528303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Notes">
            <a:extLst xmlns:a="http://schemas.openxmlformats.org/drawingml/2006/main">
              <a:ext uri="{FF2B5EF4-FFF2-40B4-BE49-F238E27FC236}">
                <a16:creationId xmlns:a16="http://schemas.microsoft.com/office/drawing/2014/main" id="{A0E7CDCD-13A2-4C73-8A1A-86D9BCE6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B04479-9957-435A-803C-D3B1F322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84284AC-A8CF-4680-8C15-CB370893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8" name="text-BEST PERSON">
            <a:extLst xmlns:a="http://schemas.openxmlformats.org/drawingml/2006/main">
              <a:ext uri="{FF2B5EF4-FFF2-40B4-BE49-F238E27FC236}">
                <a16:creationId xmlns:a16="http://schemas.microsoft.com/office/drawing/2014/main" id="{1F8934D9-6F92-4715-A385-8982D50E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BEST PERSON</a:t>
            </a:r>
          </a:p>
        </p:txBody>
      </p:sp>
      <p:sp>
        <p:nvSpPr>
          <p:cNvPr id="19" name="text-Name">
            <a:extLst xmlns:a="http://schemas.openxmlformats.org/drawingml/2006/main">
              <a:ext uri="{FF2B5EF4-FFF2-40B4-BE49-F238E27FC236}">
                <a16:creationId xmlns:a16="http://schemas.microsoft.com/office/drawing/2014/main" id="{FA106C40-E67F-4BE3-BC7A-03735C1E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89B645-1132-4EAC-937E-034D1644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Phone">
            <a:extLst xmlns:a="http://schemas.openxmlformats.org/drawingml/2006/main">
              <a:ext uri="{FF2B5EF4-FFF2-40B4-BE49-F238E27FC236}">
                <a16:creationId xmlns:a16="http://schemas.microsoft.com/office/drawing/2014/main" id="{E76F1CD4-46E5-4061-A3F8-B1AF149F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6918A7-B69E-4D40-9D1C-11625159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Email">
            <a:extLst xmlns:a="http://schemas.openxmlformats.org/drawingml/2006/main">
              <a:ext uri="{FF2B5EF4-FFF2-40B4-BE49-F238E27FC236}">
                <a16:creationId xmlns:a16="http://schemas.microsoft.com/office/drawing/2014/main" id="{3321F32C-ED68-4B05-A6F3-3B8724CA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151015-BC97-497C-A4F4-0F3C6FBF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Notes">
            <a:extLst xmlns:a="http://schemas.openxmlformats.org/drawingml/2006/main">
              <a:ext uri="{FF2B5EF4-FFF2-40B4-BE49-F238E27FC236}">
                <a16:creationId xmlns:a16="http://schemas.microsoft.com/office/drawing/2014/main" id="{EFC46D92-5CB5-4165-927C-E9A712AF7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F71D4C-7D03-4468-884C-8A6A20F4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BBC10850-CBD8-4FA8-9C94-332EBB31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8" name="text-BRIDESMAID 1">
            <a:extLst xmlns:a="http://schemas.openxmlformats.org/drawingml/2006/main">
              <a:ext uri="{FF2B5EF4-FFF2-40B4-BE49-F238E27FC236}">
                <a16:creationId xmlns:a16="http://schemas.microsoft.com/office/drawing/2014/main" id="{FE437D28-D3A6-4662-8AFE-9867E521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BRIDESMAID 1</a:t>
            </a:r>
          </a:p>
        </p:txBody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005E644F-2A99-4858-A43F-1B8FD01E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986D100-7E7A-4BE6-9FA5-FC1617F2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Phone">
            <a:extLst xmlns:a="http://schemas.openxmlformats.org/drawingml/2006/main">
              <a:ext uri="{FF2B5EF4-FFF2-40B4-BE49-F238E27FC236}">
                <a16:creationId xmlns:a16="http://schemas.microsoft.com/office/drawing/2014/main" id="{ECDE3F4F-2EBE-4140-846F-6C03843C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6B2B71-1E60-4C6E-9A59-DFFD2A9F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Email">
            <a:extLst xmlns:a="http://schemas.openxmlformats.org/drawingml/2006/main">
              <a:ext uri="{FF2B5EF4-FFF2-40B4-BE49-F238E27FC236}">
                <a16:creationId xmlns:a16="http://schemas.microsoft.com/office/drawing/2014/main" id="{D4A8CD1D-BB4B-4F23-B08E-3832E520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90D3868-F3D0-436C-8D4D-2E704076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otes">
            <a:extLst xmlns:a="http://schemas.openxmlformats.org/drawingml/2006/main">
              <a:ext uri="{FF2B5EF4-FFF2-40B4-BE49-F238E27FC236}">
                <a16:creationId xmlns:a16="http://schemas.microsoft.com/office/drawing/2014/main" id="{C0930283-744D-4F58-B3FF-392C55D8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2B497B8-42C0-4F30-890F-30BCACFC5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2ABEC17-3222-4888-9101-0AA58057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8" name="text-BRIDESMAID 2">
            <a:extLst xmlns:a="http://schemas.openxmlformats.org/drawingml/2006/main">
              <a:ext uri="{FF2B5EF4-FFF2-40B4-BE49-F238E27FC236}">
                <a16:creationId xmlns:a16="http://schemas.microsoft.com/office/drawing/2014/main" id="{71E1878D-D041-4239-9920-A1370BC7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BRIDESMAID 2</a:t>
            </a:r>
          </a:p>
        </p:txBody>
      </p:sp>
      <p:sp>
        <p:nvSpPr>
          <p:cNvPr id="39" name="text-Name">
            <a:extLst xmlns:a="http://schemas.openxmlformats.org/drawingml/2006/main">
              <a:ext uri="{FF2B5EF4-FFF2-40B4-BE49-F238E27FC236}">
                <a16:creationId xmlns:a16="http://schemas.microsoft.com/office/drawing/2014/main" id="{8F19C04D-6940-4FCA-BB39-5A2C040B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948B33-B5B1-4216-AA49-A7EF7616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Phone">
            <a:extLst xmlns:a="http://schemas.openxmlformats.org/drawingml/2006/main">
              <a:ext uri="{FF2B5EF4-FFF2-40B4-BE49-F238E27FC236}">
                <a16:creationId xmlns:a16="http://schemas.microsoft.com/office/drawing/2014/main" id="{30C4B03C-9B7D-47D2-8103-AF701F4D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111034-75F8-4F5F-A1CF-851F313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Email">
            <a:extLst xmlns:a="http://schemas.openxmlformats.org/drawingml/2006/main">
              <a:ext uri="{FF2B5EF4-FFF2-40B4-BE49-F238E27FC236}">
                <a16:creationId xmlns:a16="http://schemas.microsoft.com/office/drawing/2014/main" id="{EA407C96-B911-4FCF-BAEB-A594BE1F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9D4240A-D81A-463C-9E7F-B5A832B3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Notes">
            <a:extLst xmlns:a="http://schemas.openxmlformats.org/drawingml/2006/main">
              <a:ext uri="{FF2B5EF4-FFF2-40B4-BE49-F238E27FC236}">
                <a16:creationId xmlns:a16="http://schemas.microsoft.com/office/drawing/2014/main" id="{0CB1C325-C010-419F-BF33-F53907EF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807BCF-12E1-47BF-8509-48196F19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7E5E9E2-A871-455D-8CD7-6A3A756F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8" name="text-GROOMSMAN 1">
            <a:extLst xmlns:a="http://schemas.openxmlformats.org/drawingml/2006/main">
              <a:ext uri="{FF2B5EF4-FFF2-40B4-BE49-F238E27FC236}">
                <a16:creationId xmlns:a16="http://schemas.microsoft.com/office/drawing/2014/main" id="{CB9B4E46-406B-46F2-A067-6463D923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GROOMSMAN 1</a:t>
            </a:r>
          </a:p>
        </p:txBody>
      </p:sp>
      <p:sp>
        <p:nvSpPr>
          <p:cNvPr id="49" name="text-Name">
            <a:extLst xmlns:a="http://schemas.openxmlformats.org/drawingml/2006/main">
              <a:ext uri="{FF2B5EF4-FFF2-40B4-BE49-F238E27FC236}">
                <a16:creationId xmlns:a16="http://schemas.microsoft.com/office/drawing/2014/main" id="{971F762F-775F-4400-B1AC-8792018C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52BE293-29FA-4A2D-8BC9-DAF06D08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Phone">
            <a:extLst xmlns:a="http://schemas.openxmlformats.org/drawingml/2006/main">
              <a:ext uri="{FF2B5EF4-FFF2-40B4-BE49-F238E27FC236}">
                <a16:creationId xmlns:a16="http://schemas.microsoft.com/office/drawing/2014/main" id="{F28DC81E-384A-4F3A-A0C7-94EADD6D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3D3399-73E6-41EE-94D7-B919720E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Email">
            <a:extLst xmlns:a="http://schemas.openxmlformats.org/drawingml/2006/main">
              <a:ext uri="{FF2B5EF4-FFF2-40B4-BE49-F238E27FC236}">
                <a16:creationId xmlns:a16="http://schemas.microsoft.com/office/drawing/2014/main" id="{D57A6D8E-C3F9-4895-BA31-56A7DC6B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0F44A5-45E6-4181-B30B-034288C4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Notes">
            <a:extLst xmlns:a="http://schemas.openxmlformats.org/drawingml/2006/main">
              <a:ext uri="{FF2B5EF4-FFF2-40B4-BE49-F238E27FC236}">
                <a16:creationId xmlns:a16="http://schemas.microsoft.com/office/drawing/2014/main" id="{86966CA4-8B2F-4EE2-9871-8F3A26D8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72CD6C-B4AF-426D-918E-6DB54C60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3DFBB6A-1470-42CF-A73E-5BE26CBE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8" name="text-GROOMSMAN 2">
            <a:extLst xmlns:a="http://schemas.openxmlformats.org/drawingml/2006/main">
              <a:ext uri="{FF2B5EF4-FFF2-40B4-BE49-F238E27FC236}">
                <a16:creationId xmlns:a16="http://schemas.microsoft.com/office/drawing/2014/main" id="{961FDC23-8595-4565-957A-A86FDD02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GROOMSMAN 2</a:t>
            </a:r>
          </a:p>
        </p:txBody>
      </p:sp>
      <p:sp>
        <p:nvSpPr>
          <p:cNvPr id="59" name="text-Name">
            <a:extLst xmlns:a="http://schemas.openxmlformats.org/drawingml/2006/main">
              <a:ext uri="{FF2B5EF4-FFF2-40B4-BE49-F238E27FC236}">
                <a16:creationId xmlns:a16="http://schemas.microsoft.com/office/drawing/2014/main" id="{6CD5125B-7847-4102-92F4-18C9E104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55C92AF-7F3D-482B-9A22-0AD65192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Phone">
            <a:extLst xmlns:a="http://schemas.openxmlformats.org/drawingml/2006/main">
              <a:ext uri="{FF2B5EF4-FFF2-40B4-BE49-F238E27FC236}">
                <a16:creationId xmlns:a16="http://schemas.microsoft.com/office/drawing/2014/main" id="{33F4D479-8B1B-4885-A0FC-72B615DA8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CB9010-1F89-4769-9CC3-33ED67E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Email">
            <a:extLst xmlns:a="http://schemas.openxmlformats.org/drawingml/2006/main">
              <a:ext uri="{FF2B5EF4-FFF2-40B4-BE49-F238E27FC236}">
                <a16:creationId xmlns:a16="http://schemas.microsoft.com/office/drawing/2014/main" id="{67A918EC-C544-435D-8569-CD6DC2F1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6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65B826C-684A-49DD-BB51-32D774DC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-Notes">
            <a:extLst xmlns:a="http://schemas.openxmlformats.org/drawingml/2006/main">
              <a:ext uri="{FF2B5EF4-FFF2-40B4-BE49-F238E27FC236}">
                <a16:creationId xmlns:a16="http://schemas.microsoft.com/office/drawing/2014/main" id="{39892CFA-0FCA-4DC4-B2F9-5CAF62C0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6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E7F3DD-FA0C-4782-9618-7DB98369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888354A-A559-489F-9101-654674FA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68" name="text-PARENT CONTACT">
            <a:extLst xmlns:a="http://schemas.openxmlformats.org/drawingml/2006/main">
              <a:ext uri="{FF2B5EF4-FFF2-40B4-BE49-F238E27FC236}">
                <a16:creationId xmlns:a16="http://schemas.microsoft.com/office/drawing/2014/main" id="{22E48318-341B-48BC-961E-39E1CF4B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PARENT CONTACT</a:t>
            </a:r>
          </a:p>
        </p:txBody>
      </p:sp>
      <p:sp>
        <p:nvSpPr>
          <p:cNvPr id="69" name="text-Name">
            <a:extLst xmlns:a="http://schemas.openxmlformats.org/drawingml/2006/main">
              <a:ext uri="{FF2B5EF4-FFF2-40B4-BE49-F238E27FC236}">
                <a16:creationId xmlns:a16="http://schemas.microsoft.com/office/drawing/2014/main" id="{B0F3A4C3-8055-4187-B130-03D26933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7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834EFC6-2C45-43A9-A456-97A863B77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ext-Phone">
            <a:extLst xmlns:a="http://schemas.openxmlformats.org/drawingml/2006/main">
              <a:ext uri="{FF2B5EF4-FFF2-40B4-BE49-F238E27FC236}">
                <a16:creationId xmlns:a16="http://schemas.microsoft.com/office/drawing/2014/main" id="{9EE175FE-932F-440C-AC5E-EA8FA9AAC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7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7BB911-63AF-4E34-B9ED-76BE27FCC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-Email">
            <a:extLst xmlns:a="http://schemas.openxmlformats.org/drawingml/2006/main">
              <a:ext uri="{FF2B5EF4-FFF2-40B4-BE49-F238E27FC236}">
                <a16:creationId xmlns:a16="http://schemas.microsoft.com/office/drawing/2014/main" id="{6DA75673-CE8C-4E27-BDC8-35B13EE9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52DE11-D23C-4A1F-AF9F-17461AEA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Notes">
            <a:extLst xmlns:a="http://schemas.openxmlformats.org/drawingml/2006/main">
              <a:ext uri="{FF2B5EF4-FFF2-40B4-BE49-F238E27FC236}">
                <a16:creationId xmlns:a16="http://schemas.microsoft.com/office/drawing/2014/main" id="{C2FE7D1F-12FA-4877-83B6-582DC90B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7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A9D258-EA44-4257-A8DE-E28ED26E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E6FF75B-C837-448A-89D0-EFDF5461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78" name="text-EMERGENCY LEAD">
            <a:extLst xmlns:a="http://schemas.openxmlformats.org/drawingml/2006/main">
              <a:ext uri="{FF2B5EF4-FFF2-40B4-BE49-F238E27FC236}">
                <a16:creationId xmlns:a16="http://schemas.microsoft.com/office/drawing/2014/main" id="{833AEB25-6061-4481-A32D-92744086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EMERGENCY LEAD</a:t>
            </a:r>
          </a:p>
        </p:txBody>
      </p:sp>
      <p:sp>
        <p:nvSpPr>
          <p:cNvPr id="79" name="text-Name">
            <a:extLst xmlns:a="http://schemas.openxmlformats.org/drawingml/2006/main">
              <a:ext uri="{FF2B5EF4-FFF2-40B4-BE49-F238E27FC236}">
                <a16:creationId xmlns:a16="http://schemas.microsoft.com/office/drawing/2014/main" id="{2896C75E-7CD3-4C82-8C4E-BDDA99F94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EAB9F63-4365-43B0-AAA5-B06300B7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ext-Phone">
            <a:extLst xmlns:a="http://schemas.openxmlformats.org/drawingml/2006/main">
              <a:ext uri="{FF2B5EF4-FFF2-40B4-BE49-F238E27FC236}">
                <a16:creationId xmlns:a16="http://schemas.microsoft.com/office/drawing/2014/main" id="{F10575E5-208F-4611-B643-1450EDF3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8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8ECE14A-F423-4930-9BCC-DE6EC7F2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Email">
            <a:extLst xmlns:a="http://schemas.openxmlformats.org/drawingml/2006/main">
              <a:ext uri="{FF2B5EF4-FFF2-40B4-BE49-F238E27FC236}">
                <a16:creationId xmlns:a16="http://schemas.microsoft.com/office/drawing/2014/main" id="{2AAC9148-ED2E-4076-B493-46502B46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8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B21211-621A-43FF-B22E-48B866440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Notes">
            <a:extLst xmlns:a="http://schemas.openxmlformats.org/drawingml/2006/main">
              <a:ext uri="{FF2B5EF4-FFF2-40B4-BE49-F238E27FC236}">
                <a16:creationId xmlns:a16="http://schemas.microsoft.com/office/drawing/2014/main" id="{4C833959-8CF2-4D27-8EF4-4747C22B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60358A-88B7-4A30-8368-50076D0B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2853954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90c9a09ad541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2C9236A-5F33-4A30-AEDA-70125FC2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3E4D3B0-A953-4CF4-94C0-001A2CC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Bridesmaid Details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DFA42E5-A894-4F65-8C45-1FFFE7AD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THE BRIDAL PARTY COORDINATED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2978CB4-24D3-4DBD-AB63-9483E6D3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AF02D3-B463-44B6-9DA8-1EA5CB15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82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2E8FA316-AEC4-4EB2-87B6-3097EDB4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04732F7-1267-4CCB-AE51-47B385D15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FD4B98B8-D5D9-408E-8E15-49E11BB7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8484225-80A1-46FB-A7A5-B3C02828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E87752F7-4703-47B3-80E8-8E97B63D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2E21EF47-A379-43D4-A4B9-4AE946BE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0A1D4A4D-3E4F-4E5C-9A16-B4704C5F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1204180E-F095-4A86-8F6E-DE1A2440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1FDB4522-65CD-4209-BDF9-C8A67FE9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A9857274-722E-4540-9B84-DBE4963B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4A941D1B-AA60-4C19-8D2C-408F8D6D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B1AE6E84-8C91-4130-B530-C427DFC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30718B70-A3E1-4E4D-8FE4-07415F78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D3B157CB-43F7-4292-B7BC-33120A82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CDC1CD2E-BC6D-4C26-B3FB-F5DEB336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A331218C-ED0A-4774-A0AA-9AE76EB0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00756B7B-14C8-4ACA-9CE1-9319829E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6847DFC7-6643-4168-B65C-B331E8623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A82031A5-9EB0-4C63-AAD7-B659C3D1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33A6533F-2BFB-46EA-9A12-8E5171E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65D9B357-47C4-4439-B220-847ECF80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D6064C73-05F2-478D-A312-EDF7BA29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1C56B481-581C-4B59-855C-FC743A06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0" name="text-ROLE">
            <a:extLst xmlns:a="http://schemas.openxmlformats.org/drawingml/2006/main">
              <a:ext uri="{FF2B5EF4-FFF2-40B4-BE49-F238E27FC236}">
                <a16:creationId xmlns:a16="http://schemas.microsoft.com/office/drawing/2014/main" id="{48CDBAF7-DC73-4EE2-AA0B-25C0470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1" name="text-ATTIRE">
            <a:extLst xmlns:a="http://schemas.openxmlformats.org/drawingml/2006/main">
              <a:ext uri="{FF2B5EF4-FFF2-40B4-BE49-F238E27FC236}">
                <a16:creationId xmlns:a16="http://schemas.microsoft.com/office/drawing/2014/main" id="{946F7E99-07AE-4402-A072-BF5533E1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ATTIRE</a:t>
            </a:r>
          </a:p>
        </p:txBody>
      </p:sp>
      <p:sp>
        <p:nvSpPr>
          <p:cNvPr id="32" name="text-FITTING">
            <a:extLst xmlns:a="http://schemas.openxmlformats.org/drawingml/2006/main">
              <a:ext uri="{FF2B5EF4-FFF2-40B4-BE49-F238E27FC236}">
                <a16:creationId xmlns:a16="http://schemas.microsoft.com/office/drawing/2014/main" id="{880048AF-0D66-4335-A45B-9D9D0A51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FITTING</a:t>
            </a:r>
          </a:p>
        </p:txBody>
      </p:sp>
      <p:sp>
        <p:nvSpPr>
          <p:cNvPr id="33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1CC945ED-2324-41E0-8295-267F621A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956304973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8cffc733b4b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EC0D984-3B43-4C79-AB16-600E0074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1751330-9940-4A7D-8AEA-267AD24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Groomsmen Details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B3C99DF2-6BA5-420D-B5C9-2A7ADDDD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KEEP THE WEDDING PARTY COORDINATED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4753DE6-F767-4BD4-9DE3-CE536567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620526-97F8-4FBD-8867-83E7585C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83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FC926AE5-83EC-4EA7-B649-93944078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6A2F2DF-9FCF-43AF-864E-89C51A7C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43BA5EC0-1C4D-4CD1-88B1-FEF96BC9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F7991179-C4E2-4F04-98B1-79FAA72F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1A1EF315-72FF-407B-B1B4-08278C03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25040CC7-CDBD-4023-8680-5C27FA45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C7158675-853F-440C-8CD8-C931FE25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77C5B703-6E0E-45F1-BB57-023834FC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558FEED0-02CE-4F98-97FB-77CF5D0E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C864AC4F-AE0F-436C-AAF7-77375884B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E62CED3D-8E76-4DE5-8CEA-A3D5AB1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EE748571-376F-41E2-A27C-8A0B3B6F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21C66590-B892-4DBB-AACD-5B35E37A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EB48491F-05F4-4800-887B-7FA52CD7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84D63561-EB0C-4C53-99D9-AD9AB28F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6EA7C6AA-4351-45B8-A524-EA01DB94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13524E54-AA32-4F57-BDD1-6FB34830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0E041642-9187-4387-A342-96735C40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04D5355A-3AE1-44DE-97D1-E90817E8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87E3715C-F468-43D8-AE25-9C305513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537BCAED-73EC-42C7-B15D-BE764368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86F78CD8-6B57-4665-A641-679DB9B8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B61091F5-536D-4925-B2C5-476A33E9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30" name="text-ROLE">
            <a:extLst xmlns:a="http://schemas.openxmlformats.org/drawingml/2006/main">
              <a:ext uri="{FF2B5EF4-FFF2-40B4-BE49-F238E27FC236}">
                <a16:creationId xmlns:a16="http://schemas.microsoft.com/office/drawing/2014/main" id="{0DE0EF13-EF41-46C1-AE9A-0B32630C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31" name="text-ATTIRE">
            <a:extLst xmlns:a="http://schemas.openxmlformats.org/drawingml/2006/main">
              <a:ext uri="{FF2B5EF4-FFF2-40B4-BE49-F238E27FC236}">
                <a16:creationId xmlns:a16="http://schemas.microsoft.com/office/drawing/2014/main" id="{1C80BEA9-6C7A-440D-91BA-859AA27EB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ATTIRE</a:t>
            </a:r>
          </a:p>
        </p:txBody>
      </p:sp>
      <p:sp>
        <p:nvSpPr>
          <p:cNvPr id="32" name="text-FITTING">
            <a:extLst xmlns:a="http://schemas.openxmlformats.org/drawingml/2006/main">
              <a:ext uri="{FF2B5EF4-FFF2-40B4-BE49-F238E27FC236}">
                <a16:creationId xmlns:a16="http://schemas.microsoft.com/office/drawing/2014/main" id="{9D527B8D-6A56-446F-9CE7-46C14875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FITTING</a:t>
            </a:r>
          </a:p>
        </p:txBody>
      </p:sp>
      <p:sp>
        <p:nvSpPr>
          <p:cNvPr id="33" name="text-CONTACT">
            <a:extLst xmlns:a="http://schemas.openxmlformats.org/drawingml/2006/main">
              <a:ext uri="{FF2B5EF4-FFF2-40B4-BE49-F238E27FC236}">
                <a16:creationId xmlns:a16="http://schemas.microsoft.com/office/drawing/2014/main" id="{6D5D8641-C597-44EB-9075-B608EAFF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1091631181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952f4ed0641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5A3A3A2-6C0B-44DB-8C6F-4BF15F02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28DE396-A66F-4C0E-B377-B3F6ACF3E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Attire Plan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ABB3546-4B9C-44C0-B7A8-D0262ED6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915A08-F957-41D4-8AF2-6AE0962F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84 of 100</a:t>
            </a:r>
          </a:p>
        </p:txBody>
      </p:sp>
      <p:sp>
        <p:nvSpPr>
          <p:cNvPr id="6" name="text-MAIN LOOK">
            <a:extLst xmlns:a="http://schemas.openxmlformats.org/drawingml/2006/main">
              <a:ext uri="{FF2B5EF4-FFF2-40B4-BE49-F238E27FC236}">
                <a16:creationId xmlns:a16="http://schemas.microsoft.com/office/drawing/2014/main" id="{B9723A76-6320-41B8-B1D5-30646CB1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MAIN LOOK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CC4618-8C9B-4171-8483-8669A38B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EB865E-98D1-440A-8ED8-9205281D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SECOND LOOK">
            <a:extLst xmlns:a="http://schemas.openxmlformats.org/drawingml/2006/main">
              <a:ext uri="{FF2B5EF4-FFF2-40B4-BE49-F238E27FC236}">
                <a16:creationId xmlns:a16="http://schemas.microsoft.com/office/drawing/2014/main" id="{EDE72DDE-B8F2-46B4-B5C2-1F047CA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SECOND LOOK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94CE7B-15ED-47F2-B58C-20C15AAD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77E0B6-BEC8-42DB-B1C2-FC7C9533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SHOES">
            <a:extLst xmlns:a="http://schemas.openxmlformats.org/drawingml/2006/main">
              <a:ext uri="{FF2B5EF4-FFF2-40B4-BE49-F238E27FC236}">
                <a16:creationId xmlns:a16="http://schemas.microsoft.com/office/drawing/2014/main" id="{A7B9C6AC-1D45-4CB5-B258-90B9242D3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SHOES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7415F27-F476-446B-99E5-FAFCD507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F1EC83E-B8B9-4FAD-9882-91BCE8B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ACCESSORIES">
            <a:extLst xmlns:a="http://schemas.openxmlformats.org/drawingml/2006/main">
              <a:ext uri="{FF2B5EF4-FFF2-40B4-BE49-F238E27FC236}">
                <a16:creationId xmlns:a16="http://schemas.microsoft.com/office/drawing/2014/main" id="{C7D04A14-9326-41ED-88C9-65F1AA4D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ACCESSORIES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F286906-1415-4D06-8691-F7AB4B35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29FBE65-BEC5-4FAF-B741-A487F1BB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ALTERATIONS">
            <a:extLst xmlns:a="http://schemas.openxmlformats.org/drawingml/2006/main">
              <a:ext uri="{FF2B5EF4-FFF2-40B4-BE49-F238E27FC236}">
                <a16:creationId xmlns:a16="http://schemas.microsoft.com/office/drawing/2014/main" id="{321CBEEF-3112-4972-A42E-CEA5BA19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ALTERATIONS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F356EA-D28A-41B8-9DA9-4C6FF591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036B183-0D25-4B17-A6DC-D9C5E7D9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STORAGE AND TRANSPORT">
            <a:extLst xmlns:a="http://schemas.openxmlformats.org/drawingml/2006/main">
              <a:ext uri="{FF2B5EF4-FFF2-40B4-BE49-F238E27FC236}">
                <a16:creationId xmlns:a16="http://schemas.microsoft.com/office/drawing/2014/main" id="{F9B57132-11E4-43A7-AE33-C8B9DC45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STORAGE AND TRANSPORT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40ACD7-43B1-4C17-94BB-E583377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67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7FCF6F-E168-4AE6-A4A5-E6EAB832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1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431776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494e48118247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54EF354C-67EB-40C0-AB30-C604278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0A22CDE-FB09-49BF-9695-0CABA73C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Dress Fittings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6B05CACB-20CC-4BD0-8D99-D9D4E347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EVERY FITTING AND ALTERATION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837B53FB-87BC-4539-B9E4-54977AA2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9B8B2D-DCAC-458D-BDF5-9958F91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85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B4B672E8-14C7-46A0-AD21-F2226FF5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326E15F-BF46-4D74-872D-29A24B18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534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CD981D26-CD95-4EF2-BF91-EC6FED04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110694FC-B004-4A84-A5BF-643047A2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7F1960E7-66AE-43EF-8B51-34BB45D5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7841DAE2-1F1E-4CEF-909A-88F18F50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5343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0DD6E934-D9C6-4922-8683-D7ABEBA4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A634DC0A-B43F-4D4F-8672-B86422B5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D3669124-97A8-44D3-890B-8B5EDDB5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3B78B7C3-D839-406A-B7B6-CF405DBE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B1E5EC95-12C2-4C48-A7B3-14B141633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5F0929E2-401D-43C7-94A7-409D7957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5982D0C2-BAD8-4E71-A48A-2AC41AEE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27566663-CFE4-420A-8D10-5DC90E05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C1421F1D-5E0D-47D6-B772-B7F7D433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E3EF726A-A1E4-49EC-9B31-BFBE5453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049C91EB-44A7-4E8E-8C0D-3B58BC3B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BE491A57-F6B1-4B67-9AF4-54AD2406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3ABD15C7-2F83-404E-9F37-5C2D0324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CFD55C56-7607-4780-9161-044E7DE9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54A4CC38-122B-48FD-BCB8-2161EFE3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B7E36DDC-1CA5-4B19-B27F-A7C55D5C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ext-DATE">
            <a:extLst xmlns:a="http://schemas.openxmlformats.org/drawingml/2006/main">
              <a:ext uri="{FF2B5EF4-FFF2-40B4-BE49-F238E27FC236}">
                <a16:creationId xmlns:a16="http://schemas.microsoft.com/office/drawing/2014/main" id="{D3AF4428-B534-4B84-8598-F5E2EA88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30" name="text-LOCATION">
            <a:extLst xmlns:a="http://schemas.openxmlformats.org/drawingml/2006/main">
              <a:ext uri="{FF2B5EF4-FFF2-40B4-BE49-F238E27FC236}">
                <a16:creationId xmlns:a16="http://schemas.microsoft.com/office/drawing/2014/main" id="{D5C56C2D-79E7-4840-B787-932D50E4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LOCATION</a:t>
            </a:r>
          </a:p>
        </p:txBody>
      </p:sp>
      <p:sp>
        <p:nvSpPr>
          <p:cNvPr id="31" name="text-PURPOSE">
            <a:extLst xmlns:a="http://schemas.openxmlformats.org/drawingml/2006/main">
              <a:ext uri="{FF2B5EF4-FFF2-40B4-BE49-F238E27FC236}">
                <a16:creationId xmlns:a16="http://schemas.microsoft.com/office/drawing/2014/main" id="{574FA50A-CED9-4881-84BF-0434595D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32" name="text-PAYMENT">
            <a:extLst xmlns:a="http://schemas.openxmlformats.org/drawingml/2006/main">
              <a:ext uri="{FF2B5EF4-FFF2-40B4-BE49-F238E27FC236}">
                <a16:creationId xmlns:a16="http://schemas.microsoft.com/office/drawing/2014/main" id="{0C402EB9-600B-4345-BC1E-75DDCB8C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PAYMENT</a:t>
            </a:r>
          </a:p>
        </p:txBody>
      </p:sp>
      <p:sp>
        <p:nvSpPr>
          <p:cNvPr id="33" name="text-NOTES">
            <a:extLst xmlns:a="http://schemas.openxmlformats.org/drawingml/2006/main">
              <a:ext uri="{FF2B5EF4-FFF2-40B4-BE49-F238E27FC236}">
                <a16:creationId xmlns:a16="http://schemas.microsoft.com/office/drawing/2014/main" id="{FA02CD54-9536-41B2-9DAD-E3C6A5C1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NOTES</a:t>
            </a:r>
          </a:p>
        </p:txBody>
      </p:sp>
    </p:spTree>
    <p:extLst>
      <p:ext uri="{BB962C8B-B14F-4D97-AF65-F5344CB8AC3E}">
        <p14:creationId xmlns:p14="http://schemas.microsoft.com/office/powerpoint/2010/main" val="1922127990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4e95837a2485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31C610D-837E-4D6F-8E77-FBE55748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871840F-F06B-46AB-B524-0F12BA11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Accessories Checklist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B0555D1-0334-4E2D-AAC0-137AFDBB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WHAT IS NEEDED, ORDERED AND RETURNED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C6F5BB9-5A7B-4729-9EAE-BC7C4ECE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B226AA-1F36-45CF-B58E-8CD5F390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86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EAA2CAED-7EBB-4263-93B0-37962AF2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1398D166-1DC0-4A28-A94B-D428863E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C01F8BC0-886E-4481-88AF-84A4F0E7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E217C9B9-FAF1-4C55-AE11-AE65CA41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6A3924D1-5AC2-4609-91BF-1FCAE370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2F353FC2-D965-4E16-B104-B664DB62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BE12BAEC-A13D-426F-BE73-4CA526CE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E237B2F6-3A58-4D57-BD0D-6078988B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1FD7A21C-2290-4B3C-ADF0-71D4B8A24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E0981441-133C-4165-80EA-9F0D3BAB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7B10E10B-BFEA-4468-AF87-344A15B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EF90B0BF-6998-47EC-B43A-22C59324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83E36770-9062-48D2-AEEC-1E0BF4CF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5F546D0B-7F62-495E-804C-AA8E2D08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50A20E9D-5911-4314-968C-92B1ACC6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4253CBB7-0473-4AF8-80B4-C483EF11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690956A6-55AA-4EF3-8151-72CCF673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98A8B5D1-4038-4F86-94C2-DAE2B31E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22D5A0DE-77D0-4E4C-AD73-00CD634C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1FECBFC6-750D-4634-A062-20F349AE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9B0C5857-B9DE-4504-8207-3062B070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7B51063E-E62C-4231-B886-D66750E71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9B2D7254-1E89-4514-9B92-5C17BCE8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0E91CEBD-3446-4258-B9C1-B5BC3B9B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52344A6C-FC70-4780-BC48-0CD2D517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629E677B-1E01-4E82-BC0C-D49BB6FD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ITEM">
            <a:extLst xmlns:a="http://schemas.openxmlformats.org/drawingml/2006/main">
              <a:ext uri="{FF2B5EF4-FFF2-40B4-BE49-F238E27FC236}">
                <a16:creationId xmlns:a16="http://schemas.microsoft.com/office/drawing/2014/main" id="{D40E3881-39BF-41BD-965C-1C84F9BD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34" name="text-QTY">
            <a:extLst xmlns:a="http://schemas.openxmlformats.org/drawingml/2006/main">
              <a:ext uri="{FF2B5EF4-FFF2-40B4-BE49-F238E27FC236}">
                <a16:creationId xmlns:a16="http://schemas.microsoft.com/office/drawing/2014/main" id="{9168BAFF-B941-4DD9-B789-2426E821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35" name="text-SOURCE">
            <a:extLst xmlns:a="http://schemas.openxmlformats.org/drawingml/2006/main">
              <a:ext uri="{FF2B5EF4-FFF2-40B4-BE49-F238E27FC236}">
                <a16:creationId xmlns:a16="http://schemas.microsoft.com/office/drawing/2014/main" id="{C9B81A90-2A2B-464C-B418-0B1902DC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6" name="text-COST">
            <a:extLst xmlns:a="http://schemas.openxmlformats.org/drawingml/2006/main">
              <a:ext uri="{FF2B5EF4-FFF2-40B4-BE49-F238E27FC236}">
                <a16:creationId xmlns:a16="http://schemas.microsoft.com/office/drawing/2014/main" id="{2C7705B1-4E12-4724-87A0-6F578600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37" name="text-STATUS">
            <a:extLst xmlns:a="http://schemas.openxmlformats.org/drawingml/2006/main">
              <a:ext uri="{FF2B5EF4-FFF2-40B4-BE49-F238E27FC236}">
                <a16:creationId xmlns:a16="http://schemas.microsoft.com/office/drawing/2014/main" id="{52D7BC71-0E5A-40D8-8D35-7073D4C8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071225994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c17d4841f48f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4609A12C-D2FE-4736-9BCA-EE6A9C0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8595166-EABD-4306-8473-44A9D93B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Beauty Timeline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9A81265-B9D9-4C63-B984-4C6AC155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182F6A1-E54E-4E3E-BE83-72A0F15C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F0F359-B2AA-4A45-913F-69E0C823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87 of 100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677A5878-89CE-4EC5-874C-ECBF3E7B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93B8CCEF-55AD-4CDC-A49F-BB56C47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8827E8-0B8F-45EC-8940-6D848414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ONSULTATION">
            <a:extLst xmlns:a="http://schemas.openxmlformats.org/drawingml/2006/main">
              <a:ext uri="{FF2B5EF4-FFF2-40B4-BE49-F238E27FC236}">
                <a16:creationId xmlns:a16="http://schemas.microsoft.com/office/drawing/2014/main" id="{11EC75F8-6886-424D-9CF6-2B33A4F7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CONSULTATION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652361-3843-4CAF-9BAA-AAF1A1DF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9FE7C70-C04A-4F6E-96FF-023F8F14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33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FB7A5FF-4AF3-43DA-91DF-5C81075A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HAIR TRIAL">
            <a:extLst xmlns:a="http://schemas.openxmlformats.org/drawingml/2006/main">
              <a:ext uri="{FF2B5EF4-FFF2-40B4-BE49-F238E27FC236}">
                <a16:creationId xmlns:a16="http://schemas.microsoft.com/office/drawing/2014/main" id="{134D83D8-F5CB-4529-BDFA-176422F56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480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HAIR TRIAL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D0F742-F3F9-4864-B99C-550C461D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480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84B084A1-5221-4178-B063-16428C80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2291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F068CA-BEE9-47AD-857A-1E74DCD92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MAKEUP TRIAL">
            <a:extLst xmlns:a="http://schemas.openxmlformats.org/drawingml/2006/main">
              <a:ext uri="{FF2B5EF4-FFF2-40B4-BE49-F238E27FC236}">
                <a16:creationId xmlns:a16="http://schemas.microsoft.com/office/drawing/2014/main" id="{6A09EDCB-5948-4365-A79E-37D62DF7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433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MAKEUP TRIAL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931C9BA-BD32-4C8A-9861-34BC6307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434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C4CB725D-1E40-4434-895D-D2E5A6C3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24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439AA6E-0CA7-4349-AEEF-01F46581A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SKIN PREPARATION">
            <a:extLst xmlns:a="http://schemas.openxmlformats.org/drawingml/2006/main">
              <a:ext uri="{FF2B5EF4-FFF2-40B4-BE49-F238E27FC236}">
                <a16:creationId xmlns:a16="http://schemas.microsoft.com/office/drawing/2014/main" id="{C247873D-D5D4-470E-ACC0-6BAFBFEB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SKIN PREPARATION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75929E-06B8-44A4-87F5-2F813830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3877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8B20893B-6C3B-4AFD-A241-C56FE57D7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4198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491800-7A9A-4866-B3A6-6DA22B80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341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NAILS">
            <a:extLst xmlns:a="http://schemas.openxmlformats.org/drawingml/2006/main">
              <a:ext uri="{FF2B5EF4-FFF2-40B4-BE49-F238E27FC236}">
                <a16:creationId xmlns:a16="http://schemas.microsoft.com/office/drawing/2014/main" id="{A67E06DF-2935-460E-B53C-3D92A7A8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3341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NAILS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E88964-244E-4392-A011-542A5319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5341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946EF4AC-5900-41AC-B5BB-17665DAB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5152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47B971-8347-4B5C-9FBA-8E66C932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62952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FINAL APPOINTMENT">
            <a:extLst xmlns:a="http://schemas.openxmlformats.org/drawingml/2006/main">
              <a:ext uri="{FF2B5EF4-FFF2-40B4-BE49-F238E27FC236}">
                <a16:creationId xmlns:a16="http://schemas.microsoft.com/office/drawing/2014/main" id="{2A4803BF-73C3-4050-A945-752F1706A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4295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APPOINTMENT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D4CEDD1-1B3F-4DBD-9D9F-4E94E288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62952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0D7E2F0E-685B-487F-88B9-1DE24C98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1FD2CA-0E91-4901-A28C-7EC6AEC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WEDDING-DAY SETUP">
            <a:extLst xmlns:a="http://schemas.openxmlformats.org/drawingml/2006/main">
              <a:ext uri="{FF2B5EF4-FFF2-40B4-BE49-F238E27FC236}">
                <a16:creationId xmlns:a16="http://schemas.microsoft.com/office/drawing/2014/main" id="{8852ED3A-78FE-4838-AE68-3F00E85B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WEDDING-DAY SETUP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F12EB4-8BDB-4B40-8CC4-3E14630C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697045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ed6747b3df47f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F9459C8F-D20A-417F-A264-AC5B8E38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DFA3E95-E7CD-4F6E-B80A-CF2A805C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Ceremony Outline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E40D3016-4AEB-4449-A5D4-29E05C7E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8F765C0-453A-47DC-A454-5DEDDE45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0D8F2B-4EF0-417D-B110-E0F495DA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88 of 100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C76B7E53-4710-4D06-83F3-E61D3C0B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41598089-F82E-43F3-B134-1A193BE1E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7883D5-FD3F-430B-A75C-84DA01D8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GUESTS SEATED">
            <a:extLst xmlns:a="http://schemas.openxmlformats.org/drawingml/2006/main">
              <a:ext uri="{FF2B5EF4-FFF2-40B4-BE49-F238E27FC236}">
                <a16:creationId xmlns:a16="http://schemas.microsoft.com/office/drawing/2014/main" id="{968AA632-6E05-47BD-A768-941005E0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GUESTS SEATED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636E423-4EE9-43E4-B66C-D5439EAC4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487AB256-22A2-4294-B93D-D81F31D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7724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3A57665-0856-4DD7-93FE-FCC79D81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1543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PROCESSIONAL">
            <a:extLst xmlns:a="http://schemas.openxmlformats.org/drawingml/2006/main">
              <a:ext uri="{FF2B5EF4-FFF2-40B4-BE49-F238E27FC236}">
                <a16:creationId xmlns:a16="http://schemas.microsoft.com/office/drawing/2014/main" id="{99CD8C9B-062B-4659-92B5-D390E174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1518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PROCESSIONAL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42C75E-3473-4CD0-A428-97DEE176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1543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1DF76A66-8FA8-49B6-B17A-F6306140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16136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9D4AE0-B490-4B51-BD50-62F6B8BA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0436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WELCOME">
            <a:extLst xmlns:a="http://schemas.openxmlformats.org/drawingml/2006/main">
              <a:ext uri="{FF2B5EF4-FFF2-40B4-BE49-F238E27FC236}">
                <a16:creationId xmlns:a16="http://schemas.microsoft.com/office/drawing/2014/main" id="{F0784278-88BF-4A69-AC90-8C16614A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30411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WELCOME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E4AD691-577A-486A-A5AB-6A63AD02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0436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65D65A0-221C-45D1-83D1-B1B07F5E2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5029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998877A-B338-4683-AE31-8BF027F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9329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READINGS">
            <a:extLst xmlns:a="http://schemas.openxmlformats.org/drawingml/2006/main">
              <a:ext uri="{FF2B5EF4-FFF2-40B4-BE49-F238E27FC236}">
                <a16:creationId xmlns:a16="http://schemas.microsoft.com/office/drawing/2014/main" id="{E30CCA14-CFE4-409C-A3E6-CF5AF00D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9304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READINGS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034055-3B68-457B-86DF-CD3F2F3E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69329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61E7485E-48E4-404F-8EDD-F670635A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3921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B6A4F19-862B-4330-9C81-952C62FC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8221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VOWS">
            <a:extLst xmlns:a="http://schemas.openxmlformats.org/drawingml/2006/main">
              <a:ext uri="{FF2B5EF4-FFF2-40B4-BE49-F238E27FC236}">
                <a16:creationId xmlns:a16="http://schemas.microsoft.com/office/drawing/2014/main" id="{2A4A248B-381A-4313-A0DB-C9C859BC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08196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VOWS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CE295DB-BBC4-4F64-9C45-7F5E708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08221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D874F5E-E92C-450E-88D0-294EC23F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73281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67AA96-9408-4388-A4DF-094E691E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47114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RINGS">
            <a:extLst xmlns:a="http://schemas.openxmlformats.org/drawingml/2006/main">
              <a:ext uri="{FF2B5EF4-FFF2-40B4-BE49-F238E27FC236}">
                <a16:creationId xmlns:a16="http://schemas.microsoft.com/office/drawing/2014/main" id="{512492D3-A5FF-46A8-A6C4-3ACE3264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47089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RINGS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348C145-3CE3-4C41-89BC-BE52C07B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847114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16890EF5-A01D-42E8-AE20-CBD95E2D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671707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ABD15C-9AE4-47B9-8870-D133DA54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86007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PRONOUNCEMENT">
            <a:extLst xmlns:a="http://schemas.openxmlformats.org/drawingml/2006/main">
              <a:ext uri="{FF2B5EF4-FFF2-40B4-BE49-F238E27FC236}">
                <a16:creationId xmlns:a16="http://schemas.microsoft.com/office/drawing/2014/main" id="{2FC01B9E-8F5B-4591-B577-E6BED04F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585982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PRONOUNCEMENT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3FABDA-2A46-4C08-97F4-4EFEC47F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786007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759BF8D2-3B2D-4511-83B5-98948BF5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399635-B962-464F-9278-0E91F500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RECESSIONAL">
            <a:extLst xmlns:a="http://schemas.openxmlformats.org/drawingml/2006/main">
              <a:ext uri="{FF2B5EF4-FFF2-40B4-BE49-F238E27FC236}">
                <a16:creationId xmlns:a16="http://schemas.microsoft.com/office/drawing/2014/main" id="{633320B1-F902-4CE7-A434-01DD444E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RECESSIONAL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0DC3F1-9FB6-4786-9B8F-5B7FD9D6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32453183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397b9c172474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FE008E09-BF7D-40DC-98B3-12ACD44D1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9246ABB-C26C-44FD-9814-2FC82C4E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Ceremony Readings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5ED5FE1-EAF0-4309-8920-C349C69F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5A26F17-ABF1-4708-BA4E-953ED8F75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F65D9E-51C2-453A-A1F3-5F10FCC2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89 of 100</a:t>
            </a:r>
          </a:p>
        </p:txBody>
      </p:sp>
      <p:sp>
        <p:nvSpPr>
          <p:cNvPr id="7" name="text-READING ONE">
            <a:extLst xmlns:a="http://schemas.openxmlformats.org/drawingml/2006/main">
              <a:ext uri="{FF2B5EF4-FFF2-40B4-BE49-F238E27FC236}">
                <a16:creationId xmlns:a16="http://schemas.microsoft.com/office/drawing/2014/main" id="{0C17CC2D-A4BB-40F6-9F2B-B0EF32F6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READING ONE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4A7EC2-B61C-4A3A-A027-E9C2EBC8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EE4A259-D44E-4B66-9579-9B6D67A2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D6F568-3ECE-41C5-AF4E-B39D8ACA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READING TWO">
            <a:extLst xmlns:a="http://schemas.openxmlformats.org/drawingml/2006/main">
              <a:ext uri="{FF2B5EF4-FFF2-40B4-BE49-F238E27FC236}">
                <a16:creationId xmlns:a16="http://schemas.microsoft.com/office/drawing/2014/main" id="{55D5C9E4-D83B-4DB5-9F03-4A11F82A2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READING TWO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8E7152F-2750-4913-9865-4492A1CF8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01A916B-6D43-491F-B4B3-026E4977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BE54DC-C416-4A4E-9D2E-3440D2DD4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READER DETAILS">
            <a:extLst xmlns:a="http://schemas.openxmlformats.org/drawingml/2006/main">
              <a:ext uri="{FF2B5EF4-FFF2-40B4-BE49-F238E27FC236}">
                <a16:creationId xmlns:a16="http://schemas.microsoft.com/office/drawing/2014/main" id="{BF5CCED8-3F54-4DF1-942F-A98F65FD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READER DETAILS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0DFCBC0-5EC2-4202-A738-067236DB0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931F821-C3C5-47E9-B6DE-7603F95E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E55A837-9330-4B02-B46F-BB93BE01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INTRODUCTIONS">
            <a:extLst xmlns:a="http://schemas.openxmlformats.org/drawingml/2006/main">
              <a:ext uri="{FF2B5EF4-FFF2-40B4-BE49-F238E27FC236}">
                <a16:creationId xmlns:a16="http://schemas.microsoft.com/office/drawing/2014/main" id="{EEF5318A-7D64-4587-898B-2AD11F6D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INTRODUCTIONS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B2B94D1-0BBD-48C1-8FCD-059C1637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AB10E19-7A33-4517-8C96-F78FE9AA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F00D27-1E69-4538-AD66-0CCE9BB3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FINAL WORDING">
            <a:extLst xmlns:a="http://schemas.openxmlformats.org/drawingml/2006/main">
              <a:ext uri="{FF2B5EF4-FFF2-40B4-BE49-F238E27FC236}">
                <a16:creationId xmlns:a16="http://schemas.microsoft.com/office/drawing/2014/main" id="{F55F20C7-135E-4B9F-B336-A3350E2C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FINAL WORDING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1DDA804-A31C-4F28-96FD-1778A7A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3E222AC-C1D0-42F3-94F8-2A520C7A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AF0CDF-939C-4A42-B336-13C25022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84169890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13429864c4a6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813B8DC-A627-4A99-BE9D-69B555D5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57C3F91-A3D0-489E-9C6F-5CBADE39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Vows Draft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178A45FA-1A07-4AF4-B0BC-1F80FD75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WRITE FROM THE HEART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A421FB0-1EDA-4395-A5B3-6E399432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3EDE969-9700-466C-ADEA-3BF335EB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90 of 100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4B1E3A-5B0E-4C9A-971A-CC0B351B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C0E018C-C04B-4F02-A8FD-13400F64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0D28A7-514F-4D5B-892A-F5E8D62D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8D3C017-B252-4A55-8A86-A8086A9B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C346E46-3437-4E34-A9F7-2F5FA05D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5B3BD7-341A-475D-9845-5A90D91D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1282612-FF8A-4CBD-906F-F88FD52D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3A58BB-9BDA-4E15-9813-EEBB3647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42648A5-42D7-45A3-95CB-65DE75DF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EDB1386-40CC-4924-90E9-0312E408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968A88-8899-43E0-9D9E-015F998D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B97C2CA-787A-474E-92F1-F686DBC5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06643B5-014F-4098-8739-B8DAB133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4E3C2B9-65C8-4ACC-A404-F88DB873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8CB094-5189-4E10-B313-010ADAD6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DC4AB79-9D54-4476-88BC-B72A358E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AA2AC6-BD3C-4DFA-85EC-1EE4CE7C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5288604-E283-45C0-9DC3-A0EF2578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4DEE67D-32E9-4811-8DCE-87160C5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4A258CB-53AD-4BC8-B6B6-3105D9F13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794C497-F0B7-4584-943A-C9710141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EBA64FD-1843-4D9C-BA76-A63FC7D3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C2F726B-CC98-4686-914A-36065F32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1887889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f9145180e49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19AFF620-7E93-4943-84B9-83A59302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16DEF0D2-95FA-46DC-BB94-FFDB69B3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Ceremony Music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40C31E6C-6540-4CAE-95C2-B755E169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QUESTIONS, DECISIONS AND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1AC48AA-983F-4BF5-B700-23135577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86F7D3-C632-426A-A923-641E9E69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91 of 100</a:t>
            </a:r>
          </a:p>
        </p:txBody>
      </p:sp>
      <p:sp>
        <p:nvSpPr>
          <p:cNvPr id="7" name="text-GUEST ARRIVAL">
            <a:extLst xmlns:a="http://schemas.openxmlformats.org/drawingml/2006/main">
              <a:ext uri="{FF2B5EF4-FFF2-40B4-BE49-F238E27FC236}">
                <a16:creationId xmlns:a16="http://schemas.microsoft.com/office/drawing/2014/main" id="{CA47DAE6-860E-4EFC-918B-15AC753C9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ARRIVAL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1E84834-1E78-4430-9444-F82DA0B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05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4C52131-F215-4A42-A107-1BF0113E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D4696FE-7367-413F-BD9B-C17A9176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38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ROCESSIONAL">
            <a:extLst xmlns:a="http://schemas.openxmlformats.org/drawingml/2006/main">
              <a:ext uri="{FF2B5EF4-FFF2-40B4-BE49-F238E27FC236}">
                <a16:creationId xmlns:a16="http://schemas.microsoft.com/office/drawing/2014/main" id="{BA2C3C5F-A512-42F5-9346-4E56D298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8612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PROCESSIONAL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BE921A3-EE26-439C-9D89-B899419F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861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D7702A8-8C24-40A1-B8FB-034DB447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44A3A02-825C-4ABA-9A60-A60D1791C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957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SIGNING OR REFLECTION">
            <a:extLst xmlns:a="http://schemas.openxmlformats.org/drawingml/2006/main">
              <a:ext uri="{FF2B5EF4-FFF2-40B4-BE49-F238E27FC236}">
                <a16:creationId xmlns:a16="http://schemas.microsoft.com/office/drawing/2014/main" id="{B7B0D689-D67C-4D79-A898-F8CA22F0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6725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SIGNING OR REFLECTION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76B0AE-D092-4DEC-A557-A0CC7497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A0C3FA-04E1-4218-A131-7F0789BC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19CC385-C24A-40EF-8438-39CA7E44F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6007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RECESSIONAL">
            <a:extLst xmlns:a="http://schemas.openxmlformats.org/drawingml/2006/main">
              <a:ext uri="{FF2B5EF4-FFF2-40B4-BE49-F238E27FC236}">
                <a16:creationId xmlns:a16="http://schemas.microsoft.com/office/drawing/2014/main" id="{82385686-CA97-4212-A0BA-3795911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483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RECESSIONAL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F2DAB0-4FCE-4281-BB7F-A6EA211B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484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5CB312A-0B95-41CB-93D0-986E16FB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151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A83D23D-A1D0-45B5-99BB-56586A77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81825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BACKUP CHOICES">
            <a:extLst xmlns:a="http://schemas.openxmlformats.org/drawingml/2006/main">
              <a:ext uri="{FF2B5EF4-FFF2-40B4-BE49-F238E27FC236}">
                <a16:creationId xmlns:a16="http://schemas.microsoft.com/office/drawing/2014/main" id="{1237333D-DF2A-4EFB-A675-66C726B7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BACKUP CHOICES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6B0D05-4CAE-48C4-AA70-BAFE9857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8295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9B344A-93F7-4CF6-B2CD-A514F238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096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7DB72D-1FE7-4F51-B0A0-F797CE43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362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969505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7ba1eb26f5482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6F1C9EB2-5A49-4BCA-9E3C-FD3857AF9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B834578A-617F-44E3-8F54-35B24495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Reception Timeline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F3F0DE8F-DF8A-43AE-ADB9-D0F96521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2CF607C-0B3F-4E0E-90B1-BB10D372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BC543A-A29B-42D4-8A85-CC51C3ED9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92 of 100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C6E402DA-DCBA-4B0C-B0C6-50567E74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A702F2EE-2A65-4E80-9B44-381F8529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5113566-772D-47C2-8C0B-D0FC63F2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GUEST ARRIVAL">
            <a:extLst xmlns:a="http://schemas.openxmlformats.org/drawingml/2006/main">
              <a:ext uri="{FF2B5EF4-FFF2-40B4-BE49-F238E27FC236}">
                <a16:creationId xmlns:a16="http://schemas.microsoft.com/office/drawing/2014/main" id="{138C9A13-FA55-419F-8A46-0FE2075D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GUEST ARRIVAL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DA4522-367E-4BCF-B043-54B79B08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372EEDBD-31F5-4875-9746-5B546A9A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7724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3D57FD-EC09-4C69-925F-19CDA389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1543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COUPLE ENTRANCE">
            <a:extLst xmlns:a="http://schemas.openxmlformats.org/drawingml/2006/main">
              <a:ext uri="{FF2B5EF4-FFF2-40B4-BE49-F238E27FC236}">
                <a16:creationId xmlns:a16="http://schemas.microsoft.com/office/drawing/2014/main" id="{49B171F6-3097-4D1A-8193-BF4B161F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1518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COUPLE ENTRANCE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A66391-3285-4401-AF82-57ECC19F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91543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EE7091E3-C6F6-4EE2-9E7B-17120DF3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16136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84159E7-67D7-4ED2-ADC9-B181F445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0436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DINNER">
            <a:extLst xmlns:a="http://schemas.openxmlformats.org/drawingml/2006/main">
              <a:ext uri="{FF2B5EF4-FFF2-40B4-BE49-F238E27FC236}">
                <a16:creationId xmlns:a16="http://schemas.microsoft.com/office/drawing/2014/main" id="{5C81BD63-E0B4-485A-A9D9-DBC4A5C8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30411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DINNER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3014A6-470D-4EF9-9F74-D92B8BC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0436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726DA881-A869-43E1-A7A7-825F835C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855029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0C2C2AF-6DF7-452F-8CBC-3362E36B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69329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SPEECHES">
            <a:extLst xmlns:a="http://schemas.openxmlformats.org/drawingml/2006/main">
              <a:ext uri="{FF2B5EF4-FFF2-40B4-BE49-F238E27FC236}">
                <a16:creationId xmlns:a16="http://schemas.microsoft.com/office/drawing/2014/main" id="{BF635B9E-7C66-4B89-A509-B458F543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9304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SPEECHES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FD07424-A1A5-4994-B633-EF1D08FB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69329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74DC24F0-C585-42CB-A59B-0D5F1EA7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793921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39571A-51F9-4B57-8FA5-2286422F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8221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CAKE CUTTING">
            <a:extLst xmlns:a="http://schemas.openxmlformats.org/drawingml/2006/main">
              <a:ext uri="{FF2B5EF4-FFF2-40B4-BE49-F238E27FC236}">
                <a16:creationId xmlns:a16="http://schemas.microsoft.com/office/drawing/2014/main" id="{A939C5DA-85EB-4C26-A383-41F9D5B9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08196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CAKE CUTTING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CCADD21-E4FB-45D9-9216-B262C08A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08221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504CC4B3-A2D7-48AD-9D7E-067F854B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73281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4E5ECE5-121A-40E0-93E1-75677132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47114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FIRST DANCE">
            <a:extLst xmlns:a="http://schemas.openxmlformats.org/drawingml/2006/main">
              <a:ext uri="{FF2B5EF4-FFF2-40B4-BE49-F238E27FC236}">
                <a16:creationId xmlns:a16="http://schemas.microsoft.com/office/drawing/2014/main" id="{0B1DFB01-B165-4A2A-BC2F-B3B589AF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47089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FIRST DANCE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D201939-F152-46A1-8BDE-C0E16F7B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847114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A927D06-C062-468F-85D5-09E23563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671707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FF8222-E911-403A-BF31-0ECF306C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86007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OPEN DANCE FLOOR">
            <a:extLst xmlns:a="http://schemas.openxmlformats.org/drawingml/2006/main">
              <a:ext uri="{FF2B5EF4-FFF2-40B4-BE49-F238E27FC236}">
                <a16:creationId xmlns:a16="http://schemas.microsoft.com/office/drawing/2014/main" id="{C55C4B7B-5EF7-476E-B3DC-C01BE82D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585982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OPEN DANCE FLOOR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D356CC1-070C-465C-A264-CE180EBA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786007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1E995A48-8CDF-4441-ACB8-94A6F551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BCA3A43-A42E-4ECD-95AF-A05C0F66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SEND-OFF">
            <a:extLst xmlns:a="http://schemas.openxmlformats.org/drawingml/2006/main">
              <a:ext uri="{FF2B5EF4-FFF2-40B4-BE49-F238E27FC236}">
                <a16:creationId xmlns:a16="http://schemas.microsoft.com/office/drawing/2014/main" id="{2CFAF430-E143-4239-9E8F-F63B7352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SEND-OFF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BBD218C-131C-462C-930A-416119E3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442946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cf0c26c1a4d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B4A2741A-334D-4625-8345-81EC8796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9503798-4F3D-42AC-A14F-DD45DC80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Seating Details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047331D2-5935-420E-BCAD-2AA673B4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591F3A-F4C3-4D34-AA6B-4B3B7A4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93 of 100</a:t>
            </a:r>
          </a:p>
        </p:txBody>
      </p:sp>
      <p:sp>
        <p:nvSpPr>
          <p:cNvPr id="6" name="text-SWEETHEART OR HEAD TABLE">
            <a:extLst xmlns:a="http://schemas.openxmlformats.org/drawingml/2006/main">
              <a:ext uri="{FF2B5EF4-FFF2-40B4-BE49-F238E27FC236}">
                <a16:creationId xmlns:a16="http://schemas.microsoft.com/office/drawing/2014/main" id="{9029DF3C-4662-4DE9-91B5-4A05B457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526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SWEETHEART OR HEAD TABLE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9C40941-BFF7-4FDC-99EC-9DF64488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622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4B9E12A-AD1E-468F-89F5-BC9958EA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098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FAMILY PLACEMENT">
            <a:extLst xmlns:a="http://schemas.openxmlformats.org/drawingml/2006/main">
              <a:ext uri="{FF2B5EF4-FFF2-40B4-BE49-F238E27FC236}">
                <a16:creationId xmlns:a16="http://schemas.microsoft.com/office/drawing/2014/main" id="{BD2B5B5F-A838-4B0B-A6B7-96A9EE88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FAMILY PLACEMENT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E00520-020D-4B78-8641-D9DFA3E1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5ECAB7F-6D60-4D35-A113-73B5752F4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-WEDDING PARTY SEATING">
            <a:extLst xmlns:a="http://schemas.openxmlformats.org/drawingml/2006/main">
              <a:ext uri="{FF2B5EF4-FFF2-40B4-BE49-F238E27FC236}">
                <a16:creationId xmlns:a16="http://schemas.microsoft.com/office/drawing/2014/main" id="{D51A58AC-BF1B-4CCC-8822-B6DBCC957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WEDDING PARTY SEATING</a:t>
            </a:r>
          </a:p>
        </p:txBody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B34DFB-1374-46D5-B097-E9B26619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A57C88A-16D2-4710-8002-58AA893B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1719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CHILDREN AND HIGH CHAIRS">
            <a:extLst xmlns:a="http://schemas.openxmlformats.org/drawingml/2006/main">
              <a:ext uri="{FF2B5EF4-FFF2-40B4-BE49-F238E27FC236}">
                <a16:creationId xmlns:a16="http://schemas.microsoft.com/office/drawing/2014/main" id="{5FC5CBD0-EB61-4A26-AA2D-93DE5F30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95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CHILDREN AND HIGH CHAIRS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3641EF0-9DB5-444A-97FB-BB8354BB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053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7F53BF3-A8FD-456D-A0E9-C24F5916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ACCESSIBILITY">
            <a:extLst xmlns:a="http://schemas.openxmlformats.org/drawingml/2006/main">
              <a:ext uri="{FF2B5EF4-FFF2-40B4-BE49-F238E27FC236}">
                <a16:creationId xmlns:a16="http://schemas.microsoft.com/office/drawing/2014/main" id="{B5BBC69A-A5B9-409C-8E95-B62B127F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768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ACCESSIBILITY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7B430EB-4A03-4A44-BD75-0716DC9A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864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0D6999-0EA0-4F3E-91AF-05B3FB17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7340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FINAL SEATING NOTES">
            <a:extLst xmlns:a="http://schemas.openxmlformats.org/drawingml/2006/main">
              <a:ext uri="{FF2B5EF4-FFF2-40B4-BE49-F238E27FC236}">
                <a16:creationId xmlns:a16="http://schemas.microsoft.com/office/drawing/2014/main" id="{E3F17850-3CE3-46C0-8149-68037663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57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67B61"/>
                </a:solidFill>
              </a:defRPr>
            </a:pPr>
            <a:r>
              <a:rPr sz="1125" b="0" i="0">
                <a:solidFill>
                  <a:srgbClr val="667B61"/>
                </a:solidFill>
              </a:rPr>
              <a:t>FINAL SEATING NOTES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6C184B4-1218-4D0D-BE9C-323CD7BE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26745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80DC41-CB23-40F2-B47F-A96D474F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515100"/>
            <a:ext cx="5562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50849189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1b962131bc46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82685717-5CE7-42E6-8897-EE1053072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81F9F5A-83BD-4780-B6A4-DEBDACBE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Décor Inventory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5C82491A-5B6C-4691-9421-52B42F16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WHAT IS NEEDED, ORDERED AND RETURNED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6471172-96A9-44FD-B8BC-E53427BE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20BEA7-6C32-4495-8959-04853E8C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94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3E21D775-90BE-4092-A8CD-8E84D3C5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DB6ABA93-C90E-45F0-B0D8-FF3C38EB0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11603802-AFFE-4898-A15B-8BA8ED061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6EE483A3-B6EB-4C79-94BA-45AFB92B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77C1702B-77FF-46AA-9D7C-C6D8DAE6D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0D30382E-54B8-4596-AF8C-A6EF4FB1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82733F88-C9BB-44D0-8AAB-14D9668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E28FFA80-F1AD-4DCC-A490-4CE252BB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2FAD7AC8-88A4-4BE4-B1A5-56400B2A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5420DDE6-EC05-4483-B74F-D8978DC3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DFB6F6D6-9586-4E53-A5E2-F8096E3C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0E0409E8-C73D-424D-ADF4-AEE59065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57819770-8C03-4C81-8B71-8F070D67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59159C09-C457-48A1-982E-2A04C3EA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347ACF57-8277-404B-9393-D91DE1F1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813A4CC4-25BE-465A-9194-CB468A69D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BBC155FB-F4FF-4F4F-9E96-9AC6463D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37CBDA6B-D826-45D5-BF9C-664B36E1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8CF93A96-A98C-4061-8AA4-29B344E5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FB14B5E2-1178-431D-899C-11BA684D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E2D969BD-E40F-47A9-A287-56F1F7DB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28430DEE-3DF2-437E-BE04-C87B3ED9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A172417B-DE89-47FB-8AAB-CD56C065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22C189F2-BB99-412A-883B-F1692488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59E4E375-9426-40F5-A7E2-21688D65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5F5D9B6B-10E1-46B9-B694-3C3D51F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ITEM">
            <a:extLst xmlns:a="http://schemas.openxmlformats.org/drawingml/2006/main">
              <a:ext uri="{FF2B5EF4-FFF2-40B4-BE49-F238E27FC236}">
                <a16:creationId xmlns:a16="http://schemas.microsoft.com/office/drawing/2014/main" id="{41C4F55D-F04F-491F-ABD4-BFD8E653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34" name="text-QTY">
            <a:extLst xmlns:a="http://schemas.openxmlformats.org/drawingml/2006/main">
              <a:ext uri="{FF2B5EF4-FFF2-40B4-BE49-F238E27FC236}">
                <a16:creationId xmlns:a16="http://schemas.microsoft.com/office/drawing/2014/main" id="{9B6C90D3-C385-4A95-ADBB-6865E68F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35" name="text-SOURCE">
            <a:extLst xmlns:a="http://schemas.openxmlformats.org/drawingml/2006/main">
              <a:ext uri="{FF2B5EF4-FFF2-40B4-BE49-F238E27FC236}">
                <a16:creationId xmlns:a16="http://schemas.microsoft.com/office/drawing/2014/main" id="{06467B7A-CF75-4EE3-BB4C-9346FDA3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6" name="text-COST">
            <a:extLst xmlns:a="http://schemas.openxmlformats.org/drawingml/2006/main">
              <a:ext uri="{FF2B5EF4-FFF2-40B4-BE49-F238E27FC236}">
                <a16:creationId xmlns:a16="http://schemas.microsoft.com/office/drawing/2014/main" id="{24C3DD87-1C78-4863-BEB3-5E2F413B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37" name="text-STATUS">
            <a:extLst xmlns:a="http://schemas.openxmlformats.org/drawingml/2006/main">
              <a:ext uri="{FF2B5EF4-FFF2-40B4-BE49-F238E27FC236}">
                <a16:creationId xmlns:a16="http://schemas.microsoft.com/office/drawing/2014/main" id="{F0A299AB-885A-4109-90D3-70A09BAC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462539012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8181db06e436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931201CA-891D-46E1-893A-D8FFAC80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A4A10C7F-4D5B-41CF-AAEC-6F0076D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Rental Tracker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2DE2DB6A-D87B-4F66-9CD5-56603E0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TRACK WHAT IS NEEDED, ORDERED AND RETURNED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03650CE-0C3D-46C1-B033-2AC86170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6CBC072-1234-4951-82CA-3D68FF55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95 of 100</a:t>
            </a:r>
          </a:p>
        </p:txBody>
      </p:sp>
      <p:sp>
        <p:nvSpPr>
          <p:cNvPr id="7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C696DF0-9C17-4C7E-82BD-DA90C9D8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8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FE5AE402-20DB-494E-995A-A5A337B3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5734050" cy="6600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9" name="table-v">
            <a:extLst xmlns:a="http://schemas.openxmlformats.org/drawingml/2006/main">
              <a:ext uri="{FF2B5EF4-FFF2-40B4-BE49-F238E27FC236}">
                <a16:creationId xmlns:a16="http://schemas.microsoft.com/office/drawing/2014/main" id="{D8394737-02BA-490A-B7EA-03E14899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able-v">
            <a:extLst xmlns:a="http://schemas.openxmlformats.org/drawingml/2006/main">
              <a:ext uri="{FF2B5EF4-FFF2-40B4-BE49-F238E27FC236}">
                <a16:creationId xmlns:a16="http://schemas.microsoft.com/office/drawing/2014/main" id="{6EB92A3E-9F18-448E-9B38-6E5BC2A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able-v">
            <a:extLst xmlns:a="http://schemas.openxmlformats.org/drawingml/2006/main">
              <a:ext uri="{FF2B5EF4-FFF2-40B4-BE49-F238E27FC236}">
                <a16:creationId xmlns:a16="http://schemas.microsoft.com/office/drawing/2014/main" id="{B527D418-A92A-4D5B-A9EE-E7917AB7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-v">
            <a:extLst xmlns:a="http://schemas.openxmlformats.org/drawingml/2006/main">
              <a:ext uri="{FF2B5EF4-FFF2-40B4-BE49-F238E27FC236}">
                <a16:creationId xmlns:a16="http://schemas.microsoft.com/office/drawing/2014/main" id="{AC1BA5E0-733B-4F33-A334-F4CA4750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6668" cy="6600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able-h">
            <a:extLst xmlns:a="http://schemas.openxmlformats.org/drawingml/2006/main">
              <a:ext uri="{FF2B5EF4-FFF2-40B4-BE49-F238E27FC236}">
                <a16:creationId xmlns:a16="http://schemas.microsoft.com/office/drawing/2014/main" id="{88C8B1AA-4796-43EF-8622-1AA0B77B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145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able-h">
            <a:extLst xmlns:a="http://schemas.openxmlformats.org/drawingml/2006/main">
              <a:ext uri="{FF2B5EF4-FFF2-40B4-BE49-F238E27FC236}">
                <a16:creationId xmlns:a16="http://schemas.microsoft.com/office/drawing/2014/main" id="{932BC8E5-41E5-4F8A-B3C0-5C42FDEC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able-h">
            <a:extLst xmlns:a="http://schemas.openxmlformats.org/drawingml/2006/main">
              <a:ext uri="{FF2B5EF4-FFF2-40B4-BE49-F238E27FC236}">
                <a16:creationId xmlns:a16="http://schemas.microsoft.com/office/drawing/2014/main" id="{02181A9C-6ADC-401F-BD43-94267FC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able-h">
            <a:extLst xmlns:a="http://schemas.openxmlformats.org/drawingml/2006/main">
              <a:ext uri="{FF2B5EF4-FFF2-40B4-BE49-F238E27FC236}">
                <a16:creationId xmlns:a16="http://schemas.microsoft.com/office/drawing/2014/main" id="{180550DF-1D09-4B83-B1CE-576CEB64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able-h">
            <a:extLst xmlns:a="http://schemas.openxmlformats.org/drawingml/2006/main">
              <a:ext uri="{FF2B5EF4-FFF2-40B4-BE49-F238E27FC236}">
                <a16:creationId xmlns:a16="http://schemas.microsoft.com/office/drawing/2014/main" id="{98653B71-6A30-47B9-8A90-92A08ED9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ble-h">
            <a:extLst xmlns:a="http://schemas.openxmlformats.org/drawingml/2006/main">
              <a:ext uri="{FF2B5EF4-FFF2-40B4-BE49-F238E27FC236}">
                <a16:creationId xmlns:a16="http://schemas.microsoft.com/office/drawing/2014/main" id="{70887137-BCCD-430B-A8FB-6A16AAD96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able-h">
            <a:extLst xmlns:a="http://schemas.openxmlformats.org/drawingml/2006/main">
              <a:ext uri="{FF2B5EF4-FFF2-40B4-BE49-F238E27FC236}">
                <a16:creationId xmlns:a16="http://schemas.microsoft.com/office/drawing/2014/main" id="{77C9FC2E-06BE-44C8-B801-5FE7F21BB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able-h">
            <a:extLst xmlns:a="http://schemas.openxmlformats.org/drawingml/2006/main">
              <a:ext uri="{FF2B5EF4-FFF2-40B4-BE49-F238E27FC236}">
                <a16:creationId xmlns:a16="http://schemas.microsoft.com/office/drawing/2014/main" id="{BBE5C8C7-FFDF-4D75-8211-DBBA0441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148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able-h">
            <a:extLst xmlns:a="http://schemas.openxmlformats.org/drawingml/2006/main">
              <a:ext uri="{FF2B5EF4-FFF2-40B4-BE49-F238E27FC236}">
                <a16:creationId xmlns:a16="http://schemas.microsoft.com/office/drawing/2014/main" id="{6516D545-259D-42A7-A519-31F53BE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able-h">
            <a:extLst xmlns:a="http://schemas.openxmlformats.org/drawingml/2006/main">
              <a:ext uri="{FF2B5EF4-FFF2-40B4-BE49-F238E27FC236}">
                <a16:creationId xmlns:a16="http://schemas.microsoft.com/office/drawing/2014/main" id="{D6D96A64-800E-4A68-9724-B7ED81B4E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able-h">
            <a:extLst xmlns:a="http://schemas.openxmlformats.org/drawingml/2006/main">
              <a:ext uri="{FF2B5EF4-FFF2-40B4-BE49-F238E27FC236}">
                <a16:creationId xmlns:a16="http://schemas.microsoft.com/office/drawing/2014/main" id="{C4E7D577-CA26-4AC2-A08B-4059A3B6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578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able-h">
            <a:extLst xmlns:a="http://schemas.openxmlformats.org/drawingml/2006/main">
              <a:ext uri="{FF2B5EF4-FFF2-40B4-BE49-F238E27FC236}">
                <a16:creationId xmlns:a16="http://schemas.microsoft.com/office/drawing/2014/main" id="{FE47AD6E-A0C2-4D25-A73D-674D13B6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721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able-h">
            <a:extLst xmlns:a="http://schemas.openxmlformats.org/drawingml/2006/main">
              <a:ext uri="{FF2B5EF4-FFF2-40B4-BE49-F238E27FC236}">
                <a16:creationId xmlns:a16="http://schemas.microsoft.com/office/drawing/2014/main" id="{19459C3C-1F2B-4832-8228-72C9607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able-h">
            <a:extLst xmlns:a="http://schemas.openxmlformats.org/drawingml/2006/main">
              <a:ext uri="{FF2B5EF4-FFF2-40B4-BE49-F238E27FC236}">
                <a16:creationId xmlns:a16="http://schemas.microsoft.com/office/drawing/2014/main" id="{9D0F9013-5D07-486D-AD69-DCA258B5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008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table-h">
            <a:extLst xmlns:a="http://schemas.openxmlformats.org/drawingml/2006/main">
              <a:ext uri="{FF2B5EF4-FFF2-40B4-BE49-F238E27FC236}">
                <a16:creationId xmlns:a16="http://schemas.microsoft.com/office/drawing/2014/main" id="{83C35732-60FD-4DBF-BD90-65CEDB2F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151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able-h">
            <a:extLst xmlns:a="http://schemas.openxmlformats.org/drawingml/2006/main">
              <a:ext uri="{FF2B5EF4-FFF2-40B4-BE49-F238E27FC236}">
                <a16:creationId xmlns:a16="http://schemas.microsoft.com/office/drawing/2014/main" id="{7B2CBCBD-096A-45C2-AE41-697291A0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294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table-h">
            <a:extLst xmlns:a="http://schemas.openxmlformats.org/drawingml/2006/main">
              <a:ext uri="{FF2B5EF4-FFF2-40B4-BE49-F238E27FC236}">
                <a16:creationId xmlns:a16="http://schemas.microsoft.com/office/drawing/2014/main" id="{75727A81-421D-40E2-8080-A1DF014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4377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ble-h">
            <a:extLst xmlns:a="http://schemas.openxmlformats.org/drawingml/2006/main">
              <a:ext uri="{FF2B5EF4-FFF2-40B4-BE49-F238E27FC236}">
                <a16:creationId xmlns:a16="http://schemas.microsoft.com/office/drawing/2014/main" id="{DA856262-88E8-409B-92B2-007399F0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5810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able-h">
            <a:extLst xmlns:a="http://schemas.openxmlformats.org/drawingml/2006/main">
              <a:ext uri="{FF2B5EF4-FFF2-40B4-BE49-F238E27FC236}">
                <a16:creationId xmlns:a16="http://schemas.microsoft.com/office/drawing/2014/main" id="{512E3FE6-C72B-420F-82F8-D2412B71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972425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ble-h">
            <a:extLst xmlns:a="http://schemas.openxmlformats.org/drawingml/2006/main">
              <a:ext uri="{FF2B5EF4-FFF2-40B4-BE49-F238E27FC236}">
                <a16:creationId xmlns:a16="http://schemas.microsoft.com/office/drawing/2014/main" id="{C35D27B7-4724-4A1C-A0CC-E521DE156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86750"/>
            <a:ext cx="5734050" cy="61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ITEM">
            <a:extLst xmlns:a="http://schemas.openxmlformats.org/drawingml/2006/main">
              <a:ext uri="{FF2B5EF4-FFF2-40B4-BE49-F238E27FC236}">
                <a16:creationId xmlns:a16="http://schemas.microsoft.com/office/drawing/2014/main" id="{31838B6F-5F7E-4369-9510-3177E9D8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34" name="text-QTY">
            <a:extLst xmlns:a="http://schemas.openxmlformats.org/drawingml/2006/main">
              <a:ext uri="{FF2B5EF4-FFF2-40B4-BE49-F238E27FC236}">
                <a16:creationId xmlns:a16="http://schemas.microsoft.com/office/drawing/2014/main" id="{504ADCCC-0C5D-42CA-91B8-E5C506F6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21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QTY</a:t>
            </a:r>
          </a:p>
        </p:txBody>
      </p:sp>
      <p:sp>
        <p:nvSpPr>
          <p:cNvPr id="35" name="text-SOURCE">
            <a:extLst xmlns:a="http://schemas.openxmlformats.org/drawingml/2006/main">
              <a:ext uri="{FF2B5EF4-FFF2-40B4-BE49-F238E27FC236}">
                <a16:creationId xmlns:a16="http://schemas.microsoft.com/office/drawing/2014/main" id="{D0C9D547-4B82-464E-9568-8C886FFF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802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SOURCE</a:t>
            </a:r>
          </a:p>
        </p:txBody>
      </p:sp>
      <p:sp>
        <p:nvSpPr>
          <p:cNvPr id="36" name="text-COST">
            <a:extLst xmlns:a="http://schemas.openxmlformats.org/drawingml/2006/main">
              <a:ext uri="{FF2B5EF4-FFF2-40B4-BE49-F238E27FC236}">
                <a16:creationId xmlns:a16="http://schemas.microsoft.com/office/drawing/2014/main" id="{57518CC7-0352-464D-A79A-04254573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83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COST</a:t>
            </a:r>
          </a:p>
        </p:txBody>
      </p:sp>
      <p:sp>
        <p:nvSpPr>
          <p:cNvPr id="37" name="text-STATUS">
            <a:extLst xmlns:a="http://schemas.openxmlformats.org/drawingml/2006/main">
              <a:ext uri="{FF2B5EF4-FFF2-40B4-BE49-F238E27FC236}">
                <a16:creationId xmlns:a16="http://schemas.microsoft.com/office/drawing/2014/main" id="{25916A7F-D2FC-439F-BEA7-7C607102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640" y="2000250"/>
            <a:ext cx="114681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FFFFFF"/>
                </a:solidFill>
              </a:defRPr>
            </a:pPr>
            <a:r>
              <a:rPr sz="825" b="0" i="0">
                <a:solidFill>
                  <a:srgbClr val="FFFFFF"/>
                </a:solidFill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107988211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1262ad0d549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D0258400-F4A2-499F-B53A-D588E0DD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030B7BC-4936-4525-AB5C-C03DDBED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Day Schedule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777AA310-378E-4CC4-97F0-3E983FD3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BUILD THE SEQUENCE OF THE DAY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1803E920-1030-4558-B175-84D12B08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AE18054-4FEB-45A4-A565-14BCD497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96 of 100</a:t>
            </a:r>
          </a:p>
        </p:txBody>
      </p:sp>
      <p:sp>
        <p:nvSpPr>
          <p:cNvPr id="7" name="timeline">
            <a:extLst xmlns:a="http://schemas.openxmlformats.org/drawingml/2006/main">
              <a:ext uri="{FF2B5EF4-FFF2-40B4-BE49-F238E27FC236}">
                <a16:creationId xmlns:a16="http://schemas.microsoft.com/office/drawing/2014/main" id="{8D7EAE47-5F48-4CF5-A636-177766E3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9525" cy="657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0D4E966B-535E-44EB-B765-CCC647BE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03835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B2AB0B6-4093-4ED4-9322-F14FB058B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265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HAIR AND MAKEUP">
            <a:extLst xmlns:a="http://schemas.openxmlformats.org/drawingml/2006/main">
              <a:ext uri="{FF2B5EF4-FFF2-40B4-BE49-F238E27FC236}">
                <a16:creationId xmlns:a16="http://schemas.microsoft.com/office/drawing/2014/main" id="{49F640FF-320B-42C7-9ECF-5B2FB990F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526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HAIR AND MAKEUP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77D23D9-D90A-48A6-A06C-A68A1394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5265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7018F9BE-4805-49C0-8D9C-AC7F0AC5C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59881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F32799-A40B-4B0C-BC22-E23086B3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74181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GETTING DRESSED">
            <a:extLst xmlns:a="http://schemas.openxmlformats.org/drawingml/2006/main">
              <a:ext uri="{FF2B5EF4-FFF2-40B4-BE49-F238E27FC236}">
                <a16:creationId xmlns:a16="http://schemas.microsoft.com/office/drawing/2014/main" id="{17ACAA01-8B90-462A-809D-4824777D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74156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GETTING DRESSED</a:t>
            </a:r>
          </a:p>
        </p:txBody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4BAFA58-D8D3-4112-BC10-21DE2BC6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74181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AA9B0FB-B108-4727-912B-27EE44B2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81413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CEF2FDD-EDF4-4459-A214-EB34105DF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95713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FIRST LOOK">
            <a:extLst xmlns:a="http://schemas.openxmlformats.org/drawingml/2006/main">
              <a:ext uri="{FF2B5EF4-FFF2-40B4-BE49-F238E27FC236}">
                <a16:creationId xmlns:a16="http://schemas.microsoft.com/office/drawing/2014/main" id="{3355510C-90C2-4045-A18D-99EA1B20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595688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FIRST LOOK</a:t>
            </a:r>
          </a:p>
        </p:txBody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5B94813-D471-4E04-B686-4DDA1648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95713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0F22F46-17CB-496F-8C6F-5CFCD913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502944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D193C94-7A30-4740-98D0-42CD0E99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7244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CEREMONY">
            <a:extLst xmlns:a="http://schemas.openxmlformats.org/drawingml/2006/main">
              <a:ext uri="{FF2B5EF4-FFF2-40B4-BE49-F238E27FC236}">
                <a16:creationId xmlns:a16="http://schemas.microsoft.com/office/drawing/2014/main" id="{10B49573-5305-497D-B9A3-C24D7B3C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17219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CEREMONY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622C2D-9747-4ECC-B288-7AF97306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7244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4EE441D-844D-4C23-96AC-8A54D0B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244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ECA4AEE-61DB-4F17-849D-3EEC1B8D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38775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COCKTAIL HOUR">
            <a:extLst xmlns:a="http://schemas.openxmlformats.org/drawingml/2006/main">
              <a:ext uri="{FF2B5EF4-FFF2-40B4-BE49-F238E27FC236}">
                <a16:creationId xmlns:a16="http://schemas.microsoft.com/office/drawing/2014/main" id="{82B59214-E732-4E78-9579-E3D7F876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38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COCKTAIL HOUR</a:t>
            </a:r>
          </a:p>
        </p:txBody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1C37434-E5D2-4B77-8D39-698E1A30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38775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DDDE316-9C07-44AE-8E20-F59E8F7A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46006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31639EB-8572-4511-96D2-F683D17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0306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RECEPTION">
            <a:extLst xmlns:a="http://schemas.openxmlformats.org/drawingml/2006/main">
              <a:ext uri="{FF2B5EF4-FFF2-40B4-BE49-F238E27FC236}">
                <a16:creationId xmlns:a16="http://schemas.microsoft.com/office/drawing/2014/main" id="{85BE3F95-C68E-4BD4-B1C4-3F1135FA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60281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RECEPTION</a:t>
            </a:r>
          </a:p>
        </p:txBody>
      </p:sp>
      <p:sp>
        <p:nvSpPr>
          <p:cNvPr id="3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E23DAF3-6FD8-4127-B0A9-7A8F695A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6260306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F691593B-1B42-4061-8665-619D2A60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9675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C225F6B-8C60-43A9-AFF3-2E834F476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81838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CAKE CUTTING">
            <a:extLst xmlns:a="http://schemas.openxmlformats.org/drawingml/2006/main">
              <a:ext uri="{FF2B5EF4-FFF2-40B4-BE49-F238E27FC236}">
                <a16:creationId xmlns:a16="http://schemas.microsoft.com/office/drawing/2014/main" id="{53BA8521-7191-474C-82B8-6DE3C8431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881813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CAKE CUTTING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D116F3D-8C10-4E11-91FA-43EF18B08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081838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EF3BEE1C-AA50-4EEA-9159-FB05BEDC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7789069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3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691ED4-46BE-4EDB-8481-EA769EE4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903369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FIRST DANCE">
            <a:extLst xmlns:a="http://schemas.openxmlformats.org/drawingml/2006/main">
              <a:ext uri="{FF2B5EF4-FFF2-40B4-BE49-F238E27FC236}">
                <a16:creationId xmlns:a16="http://schemas.microsoft.com/office/drawing/2014/main" id="{C298DB3D-BC9E-4506-982A-9B49636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703344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FIRST DANCE</a:t>
            </a:r>
          </a:p>
        </p:txBody>
      </p:sp>
      <p:sp>
        <p:nvSpPr>
          <p:cNvPr id="3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31331A-1479-4224-A7E4-44269EDF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7903369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imeline-dot">
            <a:extLst xmlns:a="http://schemas.openxmlformats.org/drawingml/2006/main">
              <a:ext uri="{FF2B5EF4-FFF2-40B4-BE49-F238E27FC236}">
                <a16:creationId xmlns:a16="http://schemas.microsoft.com/office/drawing/2014/main" id="{D1D818AF-66C3-4E49-A1A9-AFA0A441D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8610600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9525">
            <a:solidFill>
              <a:srgbClr val="FCFAF7"/>
            </a:solidFill>
            <a:prstDash val="solid"/>
          </a:ln>
        </p:spPr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BD0DF0-C1D8-4B00-8441-D19495D5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24900"/>
            <a:ext cx="857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SEND-OFF">
            <a:extLst xmlns:a="http://schemas.openxmlformats.org/drawingml/2006/main">
              <a:ext uri="{FF2B5EF4-FFF2-40B4-BE49-F238E27FC236}">
                <a16:creationId xmlns:a16="http://schemas.microsoft.com/office/drawing/2014/main" id="{2A50AEF1-93F1-45DF-8A03-2143B7E9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5248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SEND-OFF</a:t>
            </a:r>
          </a:p>
        </p:txBody>
      </p:sp>
      <p:sp>
        <p:nvSpPr>
          <p:cNvPr id="4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736159DD-AC1E-49FF-B488-418B389C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8724900"/>
            <a:ext cx="1952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B61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23973254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3bf9f207524b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A5A6B2DD-AD52-4F3C-B191-45FB6F18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900E4B5C-D3EE-45AE-A15B-91A8F5C7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Final Week Checklist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6417807B-148A-474E-937A-38F982D4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18092A-89BC-4B56-8D09-8FE8C754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97 of 100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07FAD96F-0916-4C26-B013-1DCC710D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Confirm final guest count">
            <a:extLst xmlns:a="http://schemas.openxmlformats.org/drawingml/2006/main">
              <a:ext uri="{FF2B5EF4-FFF2-40B4-BE49-F238E27FC236}">
                <a16:creationId xmlns:a16="http://schemas.microsoft.com/office/drawing/2014/main" id="{58324F08-0919-451C-AA9E-26CA8A1D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final guest count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85FB0ED-2E84-413E-B241-89D104FB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85C052C9-B93E-481A-AC8F-16B4A96A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Confirm vendor arrival times">
            <a:extLst xmlns:a="http://schemas.openxmlformats.org/drawingml/2006/main">
              <a:ext uri="{FF2B5EF4-FFF2-40B4-BE49-F238E27FC236}">
                <a16:creationId xmlns:a16="http://schemas.microsoft.com/office/drawing/2014/main" id="{EE12BFE8-4FDA-46F7-A5DC-9B096D55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vendor arrival times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623057B-C50A-448F-B973-D48879AB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12932617-397B-4A1B-858E-433C754D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Prepare vendor payments">
            <a:extLst xmlns:a="http://schemas.openxmlformats.org/drawingml/2006/main">
              <a:ext uri="{FF2B5EF4-FFF2-40B4-BE49-F238E27FC236}">
                <a16:creationId xmlns:a16="http://schemas.microsoft.com/office/drawing/2014/main" id="{1130A333-DE53-45BB-BD85-0A8A88D2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Prepare vendor payments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BB2DF0B-198B-4C89-B224-2ED9A8FE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E4E6A77A-3C6F-4683-98B7-4BF3B922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Pack attire and accessories">
            <a:extLst xmlns:a="http://schemas.openxmlformats.org/drawingml/2006/main">
              <a:ext uri="{FF2B5EF4-FFF2-40B4-BE49-F238E27FC236}">
                <a16:creationId xmlns:a16="http://schemas.microsoft.com/office/drawing/2014/main" id="{0A01ACB9-39A8-44A3-B763-9419CEB1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Pack attire and accessories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16C918-55E9-46B3-9DA8-6122939E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F9122D67-F7F8-4EA2-837E-F00C3D19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Print schedules">
            <a:extLst xmlns:a="http://schemas.openxmlformats.org/drawingml/2006/main">
              <a:ext uri="{FF2B5EF4-FFF2-40B4-BE49-F238E27FC236}">
                <a16:creationId xmlns:a16="http://schemas.microsoft.com/office/drawing/2014/main" id="{BB603C60-1FA6-4169-9D99-42C9066E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Print schedules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CEE1B01-2921-482F-ADD6-4CAE4C1C5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8D2F3A54-A3B1-4308-B26E-67D99AA6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Pack emergency kit">
            <a:extLst xmlns:a="http://schemas.openxmlformats.org/drawingml/2006/main">
              <a:ext uri="{FF2B5EF4-FFF2-40B4-BE49-F238E27FC236}">
                <a16:creationId xmlns:a16="http://schemas.microsoft.com/office/drawing/2014/main" id="{5D2D2C3D-6870-42FE-AB35-E5222CE5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Pack emergency kit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1A1DAA6-442A-4DC8-A3DB-4F7F57D2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7820D5A3-12BE-4E06-85F4-F2F05AE9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Deliver décor and stationery">
            <a:extLst xmlns:a="http://schemas.openxmlformats.org/drawingml/2006/main">
              <a:ext uri="{FF2B5EF4-FFF2-40B4-BE49-F238E27FC236}">
                <a16:creationId xmlns:a16="http://schemas.microsoft.com/office/drawing/2014/main" id="{69C223F9-5515-4787-8CC7-A6A6C39F2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Deliver décor and stationery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1168BA-4687-475A-B2B3-6D1CB4CA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74B59F84-A7E3-4C0E-B085-0D141BD7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Confirm transport">
            <a:extLst xmlns:a="http://schemas.openxmlformats.org/drawingml/2006/main">
              <a:ext uri="{FF2B5EF4-FFF2-40B4-BE49-F238E27FC236}">
                <a16:creationId xmlns:a16="http://schemas.microsoft.com/office/drawing/2014/main" id="{B0E5333F-8464-40F1-BA4C-A054D33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transport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ACE32F5-273D-4BD6-9148-0C1824B5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1626EE45-75B2-4181-B45A-EC02C43E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Confirm accommodation">
            <a:extLst xmlns:a="http://schemas.openxmlformats.org/drawingml/2006/main">
              <a:ext uri="{FF2B5EF4-FFF2-40B4-BE49-F238E27FC236}">
                <a16:creationId xmlns:a16="http://schemas.microsoft.com/office/drawing/2014/main" id="{115C3DA6-B1AB-4874-9DCB-BB29EB94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Confirm accommodation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39D4E37-49E2-4EC9-A075-8EB7CD25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8B8DDCED-5B77-45E0-9CA7-D38F60B8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924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Rehearse ceremony">
            <a:extLst xmlns:a="http://schemas.openxmlformats.org/drawingml/2006/main">
              <a:ext uri="{FF2B5EF4-FFF2-40B4-BE49-F238E27FC236}">
                <a16:creationId xmlns:a16="http://schemas.microsoft.com/office/drawing/2014/main" id="{31B0F994-4441-4253-B555-0EAE9DF7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857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Rehearse ceremony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D1AD8AE-C3DC-4809-961C-DFB52CDD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153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C94148D3-3F2C-48CA-A000-724109525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353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text-Charge devices">
            <a:extLst xmlns:a="http://schemas.openxmlformats.org/drawingml/2006/main">
              <a:ext uri="{FF2B5EF4-FFF2-40B4-BE49-F238E27FC236}">
                <a16:creationId xmlns:a16="http://schemas.microsoft.com/office/drawing/2014/main" id="{B79A26BD-541A-4ED4-A9AE-FBE6D62F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286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Charge devices</a:t>
            </a:r>
          </a:p>
        </p:txBody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880869-81B3-44AD-A55B-36770B41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581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D94F3C20-B8D4-4275-92CF-6067A339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81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text-Eat, rest and hydrate">
            <a:extLst xmlns:a="http://schemas.openxmlformats.org/drawingml/2006/main">
              <a:ext uri="{FF2B5EF4-FFF2-40B4-BE49-F238E27FC236}">
                <a16:creationId xmlns:a16="http://schemas.microsoft.com/office/drawing/2014/main" id="{BC69A507-AABA-4EAC-968E-B123C0A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715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Eat, rest and hydrate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CBA271-EF61-434E-844E-1BFABF7D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010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87781196-CB8A-4E42-A3BF-0D1790D7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210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text-Delegate final tasks">
            <a:extLst xmlns:a="http://schemas.openxmlformats.org/drawingml/2006/main">
              <a:ext uri="{FF2B5EF4-FFF2-40B4-BE49-F238E27FC236}">
                <a16:creationId xmlns:a16="http://schemas.microsoft.com/office/drawing/2014/main" id="{938BB314-C200-415F-98AE-021503DBE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143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Delegate final tasks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214A0D-CE30-4DB8-A9FE-BAC68D40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439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0F9AA24A-8137-443A-844F-CE214275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639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text-Enjoy the week">
            <a:extLst xmlns:a="http://schemas.openxmlformats.org/drawingml/2006/main">
              <a:ext uri="{FF2B5EF4-FFF2-40B4-BE49-F238E27FC236}">
                <a16:creationId xmlns:a16="http://schemas.microsoft.com/office/drawing/2014/main" id="{C2617ABA-EDD5-4B9D-B352-F51CCAA3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572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Enjoy the week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576E1C5-4EE7-4DCB-AB10-718F39AB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867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6704573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b2ff252cf428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F532779B-550B-45B0-899B-F06ECED0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4F48713-3E9A-409C-9883-FFF9B3D0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Emergency Contacts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CAA4BD85-ECC7-470C-A8D4-BAAC00358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NAMES, NUMBERS AND KEY DETAILS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625BC3A-7968-4750-90D9-7DEBB66F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5D5171-C3B5-4FEE-ABC6-7B23A2D6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98 of 100</a:t>
            </a:r>
          </a:p>
        </p:txBody>
      </p:sp>
      <p:sp>
        <p:nvSpPr>
          <p:cNvPr id="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000199AD-ECFC-4A28-84F3-80BD459C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8" name="text-PLANNER">
            <a:extLst xmlns:a="http://schemas.openxmlformats.org/drawingml/2006/main">
              <a:ext uri="{FF2B5EF4-FFF2-40B4-BE49-F238E27FC236}">
                <a16:creationId xmlns:a16="http://schemas.microsoft.com/office/drawing/2014/main" id="{53BA5635-7D70-4B28-B5B7-9AA42170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PLANNER</a:t>
            </a:r>
          </a:p>
        </p:txBody>
      </p:sp>
      <p:sp>
        <p:nvSpPr>
          <p:cNvPr id="9" name="text-Name">
            <a:extLst xmlns:a="http://schemas.openxmlformats.org/drawingml/2006/main">
              <a:ext uri="{FF2B5EF4-FFF2-40B4-BE49-F238E27FC236}">
                <a16:creationId xmlns:a16="http://schemas.microsoft.com/office/drawing/2014/main" id="{88AFA7DF-0FB0-446F-BB7D-65E8BC26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7A7895-1225-4D60-9518-9A63BB49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Phone">
            <a:extLst xmlns:a="http://schemas.openxmlformats.org/drawingml/2006/main">
              <a:ext uri="{FF2B5EF4-FFF2-40B4-BE49-F238E27FC236}">
                <a16:creationId xmlns:a16="http://schemas.microsoft.com/office/drawing/2014/main" id="{B50360F0-98B9-4019-BA7B-2280CE40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4DF66E-45C6-42C9-896B-2E234F038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Email">
            <a:extLst xmlns:a="http://schemas.openxmlformats.org/drawingml/2006/main">
              <a:ext uri="{FF2B5EF4-FFF2-40B4-BE49-F238E27FC236}">
                <a16:creationId xmlns:a16="http://schemas.microsoft.com/office/drawing/2014/main" id="{4E943E8F-75DA-4767-92E4-8DC54289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33EE859-1BB0-4B54-A417-6185E977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Notes">
            <a:extLst xmlns:a="http://schemas.openxmlformats.org/drawingml/2006/main">
              <a:ext uri="{FF2B5EF4-FFF2-40B4-BE49-F238E27FC236}">
                <a16:creationId xmlns:a16="http://schemas.microsoft.com/office/drawing/2014/main" id="{7B5D9E8F-8739-4BCC-83F0-A1F14224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02D58D0-E2DE-4B07-892E-FA295913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0EE54F2-6422-43B9-A713-F7407A7A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050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18" name="text-VENUE">
            <a:extLst xmlns:a="http://schemas.openxmlformats.org/drawingml/2006/main">
              <a:ext uri="{FF2B5EF4-FFF2-40B4-BE49-F238E27FC236}">
                <a16:creationId xmlns:a16="http://schemas.microsoft.com/office/drawing/2014/main" id="{76639171-DC7F-4C9E-9D00-34A8793A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002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VENUE</a:t>
            </a:r>
          </a:p>
        </p:txBody>
      </p:sp>
      <p:sp>
        <p:nvSpPr>
          <p:cNvPr id="19" name="text-Name">
            <a:extLst xmlns:a="http://schemas.openxmlformats.org/drawingml/2006/main">
              <a:ext uri="{FF2B5EF4-FFF2-40B4-BE49-F238E27FC236}">
                <a16:creationId xmlns:a16="http://schemas.microsoft.com/office/drawing/2014/main" id="{6F52E5F4-8013-4A55-BDD6-5A8AE4D2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050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271DC35-77DD-47B6-BA8A-590472F6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860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Phone">
            <a:extLst xmlns:a="http://schemas.openxmlformats.org/drawingml/2006/main">
              <a:ext uri="{FF2B5EF4-FFF2-40B4-BE49-F238E27FC236}">
                <a16:creationId xmlns:a16="http://schemas.microsoft.com/office/drawing/2014/main" id="{A8D662D2-B584-4996-A38A-18543CCA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5717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5FB53EA-D163-4D54-9E86-3F434692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527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Email">
            <a:extLst xmlns:a="http://schemas.openxmlformats.org/drawingml/2006/main">
              <a:ext uri="{FF2B5EF4-FFF2-40B4-BE49-F238E27FC236}">
                <a16:creationId xmlns:a16="http://schemas.microsoft.com/office/drawing/2014/main" id="{3F847178-8899-48C9-98FA-F313028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8384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8548E3B-6737-40A9-82DA-61CD0E77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194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-Notes">
            <a:extLst xmlns:a="http://schemas.openxmlformats.org/drawingml/2006/main">
              <a:ext uri="{FF2B5EF4-FFF2-40B4-BE49-F238E27FC236}">
                <a16:creationId xmlns:a16="http://schemas.microsoft.com/office/drawing/2014/main" id="{6529649A-DB4E-4196-BA97-03D46FF7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1051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FBFAC9F-5C50-4FBE-978A-CBAA5943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5C25EC23-ABE3-4DAE-9CD2-406231FE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28" name="text-CATERER">
            <a:extLst xmlns:a="http://schemas.openxmlformats.org/drawingml/2006/main">
              <a:ext uri="{FF2B5EF4-FFF2-40B4-BE49-F238E27FC236}">
                <a16:creationId xmlns:a16="http://schemas.microsoft.com/office/drawing/2014/main" id="{03927CAA-A248-4992-9604-408223EB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CATERER</a:t>
            </a:r>
          </a:p>
        </p:txBody>
      </p:sp>
      <p:sp>
        <p:nvSpPr>
          <p:cNvPr id="29" name="text-Name">
            <a:extLst xmlns:a="http://schemas.openxmlformats.org/drawingml/2006/main">
              <a:ext uri="{FF2B5EF4-FFF2-40B4-BE49-F238E27FC236}">
                <a16:creationId xmlns:a16="http://schemas.microsoft.com/office/drawing/2014/main" id="{EA7B23EE-E053-4FD7-AFEE-EDC80997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3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4A9AFDC-90E5-4970-BF6A-92D8B149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text-Phone">
            <a:extLst xmlns:a="http://schemas.openxmlformats.org/drawingml/2006/main">
              <a:ext uri="{FF2B5EF4-FFF2-40B4-BE49-F238E27FC236}">
                <a16:creationId xmlns:a16="http://schemas.microsoft.com/office/drawing/2014/main" id="{D77B2C97-B4FD-420B-B5AA-84207C78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F4D8B14-8DB2-401F-8879-720CB457F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-Email">
            <a:extLst xmlns:a="http://schemas.openxmlformats.org/drawingml/2006/main">
              <a:ext uri="{FF2B5EF4-FFF2-40B4-BE49-F238E27FC236}">
                <a16:creationId xmlns:a16="http://schemas.microsoft.com/office/drawing/2014/main" id="{FDD164C9-1622-4BC1-BE35-A1B71466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3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CE79B0-DC02-4C45-B400-94ED4249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ext-Notes">
            <a:extLst xmlns:a="http://schemas.openxmlformats.org/drawingml/2006/main">
              <a:ext uri="{FF2B5EF4-FFF2-40B4-BE49-F238E27FC236}">
                <a16:creationId xmlns:a16="http://schemas.microsoft.com/office/drawing/2014/main" id="{0907EF50-F930-40D0-AFDE-2EC198F8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3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183023-C075-47F4-B5C9-531DEB49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66C8CAFD-1C0D-4B13-A93B-AAA41A8B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7147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38" name="text-TRANSPORT">
            <a:extLst xmlns:a="http://schemas.openxmlformats.org/drawingml/2006/main">
              <a:ext uri="{FF2B5EF4-FFF2-40B4-BE49-F238E27FC236}">
                <a16:creationId xmlns:a16="http://schemas.microsoft.com/office/drawing/2014/main" id="{0776B030-808F-42BD-88E0-53027994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8100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TRANSPORT</a:t>
            </a:r>
          </a:p>
        </p:txBody>
      </p:sp>
      <p:sp>
        <p:nvSpPr>
          <p:cNvPr id="39" name="text-Name">
            <a:extLst xmlns:a="http://schemas.openxmlformats.org/drawingml/2006/main">
              <a:ext uri="{FF2B5EF4-FFF2-40B4-BE49-F238E27FC236}">
                <a16:creationId xmlns:a16="http://schemas.microsoft.com/office/drawing/2014/main" id="{709D610B-3377-4E8C-9C5C-21E15BC6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1148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4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7610EF8-6C38-4CE8-BD1B-173B5113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957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ext-Phone">
            <a:extLst xmlns:a="http://schemas.openxmlformats.org/drawingml/2006/main">
              <a:ext uri="{FF2B5EF4-FFF2-40B4-BE49-F238E27FC236}">
                <a16:creationId xmlns:a16="http://schemas.microsoft.com/office/drawing/2014/main" id="{AD183814-4AAB-4981-9D0E-ABC331B87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3815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4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4814341-B5D4-4B73-AEAE-444DD85F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624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Email">
            <a:extLst xmlns:a="http://schemas.openxmlformats.org/drawingml/2006/main">
              <a:ext uri="{FF2B5EF4-FFF2-40B4-BE49-F238E27FC236}">
                <a16:creationId xmlns:a16="http://schemas.microsoft.com/office/drawing/2014/main" id="{CB6DB11D-6D14-4D07-9C80-2082BBDD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6482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6CF858C-2517-44FD-9DF9-97246E64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291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ext-Notes">
            <a:extLst xmlns:a="http://schemas.openxmlformats.org/drawingml/2006/main">
              <a:ext uri="{FF2B5EF4-FFF2-40B4-BE49-F238E27FC236}">
                <a16:creationId xmlns:a16="http://schemas.microsoft.com/office/drawing/2014/main" id="{C5982084-58DD-4889-AD06-117D927E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9149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4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58CBE3-6773-44BB-A731-905702BCE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0958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9A9A70AA-EE2B-4A0F-B1DA-6A71EDCC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48" name="text-PHOTOGRAPHER">
            <a:extLst xmlns:a="http://schemas.openxmlformats.org/drawingml/2006/main">
              <a:ext uri="{FF2B5EF4-FFF2-40B4-BE49-F238E27FC236}">
                <a16:creationId xmlns:a16="http://schemas.microsoft.com/office/drawing/2014/main" id="{806F0E7E-ABC3-4FE3-889D-BA494B19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PHOTOGRAPHER</a:t>
            </a:r>
          </a:p>
        </p:txBody>
      </p:sp>
      <p:sp>
        <p:nvSpPr>
          <p:cNvPr id="49" name="text-Name">
            <a:extLst xmlns:a="http://schemas.openxmlformats.org/drawingml/2006/main">
              <a:ext uri="{FF2B5EF4-FFF2-40B4-BE49-F238E27FC236}">
                <a16:creationId xmlns:a16="http://schemas.microsoft.com/office/drawing/2014/main" id="{96109AF4-987E-4162-8C32-43EDE034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3CA1CE82-2AB7-4CA8-A397-415E099B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-Phone">
            <a:extLst xmlns:a="http://schemas.openxmlformats.org/drawingml/2006/main">
              <a:ext uri="{FF2B5EF4-FFF2-40B4-BE49-F238E27FC236}">
                <a16:creationId xmlns:a16="http://schemas.microsoft.com/office/drawing/2014/main" id="{56D0BC84-2FD7-4ACA-BE87-38BC8326B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5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F13667-77E7-486C-AEAD-77935A16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ext-Email">
            <a:extLst xmlns:a="http://schemas.openxmlformats.org/drawingml/2006/main">
              <a:ext uri="{FF2B5EF4-FFF2-40B4-BE49-F238E27FC236}">
                <a16:creationId xmlns:a16="http://schemas.microsoft.com/office/drawing/2014/main" id="{2DD5F00E-AB7B-4893-8209-C50A4956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5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8177313-2233-4EA1-B965-22A9CB02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ext-Notes">
            <a:extLst xmlns:a="http://schemas.openxmlformats.org/drawingml/2006/main">
              <a:ext uri="{FF2B5EF4-FFF2-40B4-BE49-F238E27FC236}">
                <a16:creationId xmlns:a16="http://schemas.microsoft.com/office/drawing/2014/main" id="{F97DA690-D766-42E2-92E1-DA86BD8C7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393EC82-9E28-4281-8843-D6E789A1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C1FB6B30-B47B-47D2-B5B2-5AF33E55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2450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58" name="text-FAMILY CONTACT">
            <a:extLst xmlns:a="http://schemas.openxmlformats.org/drawingml/2006/main">
              <a:ext uri="{FF2B5EF4-FFF2-40B4-BE49-F238E27FC236}">
                <a16:creationId xmlns:a16="http://schemas.microsoft.com/office/drawing/2014/main" id="{81F18BD0-1644-44CE-875E-C2C6F66E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619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FAMILY CONTACT</a:t>
            </a:r>
          </a:p>
        </p:txBody>
      </p:sp>
      <p:sp>
        <p:nvSpPr>
          <p:cNvPr id="59" name="text-Name">
            <a:extLst xmlns:a="http://schemas.openxmlformats.org/drawingml/2006/main">
              <a:ext uri="{FF2B5EF4-FFF2-40B4-BE49-F238E27FC236}">
                <a16:creationId xmlns:a16="http://schemas.microsoft.com/office/drawing/2014/main" id="{0000E641-6595-4C44-999F-0B6EF7B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59245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6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0AFD83C-64BD-4603-BE9B-1C1BA8B4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-Phone">
            <a:extLst xmlns:a="http://schemas.openxmlformats.org/drawingml/2006/main">
              <a:ext uri="{FF2B5EF4-FFF2-40B4-BE49-F238E27FC236}">
                <a16:creationId xmlns:a16="http://schemas.microsoft.com/office/drawing/2014/main" id="{9C7FC5C4-1381-4603-B772-0F9BA5D4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1912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6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D9EB3E7-6A3D-4011-B3E1-0D6CFEAB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3722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ext-Email">
            <a:extLst xmlns:a="http://schemas.openxmlformats.org/drawingml/2006/main">
              <a:ext uri="{FF2B5EF4-FFF2-40B4-BE49-F238E27FC236}">
                <a16:creationId xmlns:a16="http://schemas.microsoft.com/office/drawing/2014/main" id="{5A50DD11-7ACA-47B8-BFC8-D96500DB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4579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6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888CCB1-F3FB-4222-873C-FCF78F27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6389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ext-Notes">
            <a:extLst xmlns:a="http://schemas.openxmlformats.org/drawingml/2006/main">
              <a:ext uri="{FF2B5EF4-FFF2-40B4-BE49-F238E27FC236}">
                <a16:creationId xmlns:a16="http://schemas.microsoft.com/office/drawing/2014/main" id="{AA3E425D-C5C8-4CDD-8308-C4FC5BE4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672465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6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5F7A72D4-AA96-4B93-888E-E3820108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90562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AEEEE7A5-1973-472A-9E5D-72DE3FA5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68" name="text-MEDICAL CONTACT">
            <a:extLst xmlns:a="http://schemas.openxmlformats.org/drawingml/2006/main">
              <a:ext uri="{FF2B5EF4-FFF2-40B4-BE49-F238E27FC236}">
                <a16:creationId xmlns:a16="http://schemas.microsoft.com/office/drawing/2014/main" id="{2F2BCA92-8DEE-4B06-8016-08CDC855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MEDICAL CONTACT</a:t>
            </a:r>
          </a:p>
        </p:txBody>
      </p:sp>
      <p:sp>
        <p:nvSpPr>
          <p:cNvPr id="69" name="text-Name">
            <a:extLst xmlns:a="http://schemas.openxmlformats.org/drawingml/2006/main">
              <a:ext uri="{FF2B5EF4-FFF2-40B4-BE49-F238E27FC236}">
                <a16:creationId xmlns:a16="http://schemas.microsoft.com/office/drawing/2014/main" id="{6C9F0DFB-8EFD-4F24-BDB4-2E2A3A03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7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9D3C73C-E9DA-461A-A18F-75210359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ext-Phone">
            <a:extLst xmlns:a="http://schemas.openxmlformats.org/drawingml/2006/main">
              <a:ext uri="{FF2B5EF4-FFF2-40B4-BE49-F238E27FC236}">
                <a16:creationId xmlns:a16="http://schemas.microsoft.com/office/drawing/2014/main" id="{67071EA9-64F7-4F1E-8FA8-F344F50C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7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4D03882-A819-4EE3-9C1C-CCBC7DE2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-Email">
            <a:extLst xmlns:a="http://schemas.openxmlformats.org/drawingml/2006/main">
              <a:ext uri="{FF2B5EF4-FFF2-40B4-BE49-F238E27FC236}">
                <a16:creationId xmlns:a16="http://schemas.microsoft.com/office/drawing/2014/main" id="{434E6E6C-90B9-4C01-9294-BFFF3E76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7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344163F-7277-464F-844F-6AA51F5C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text-Notes">
            <a:extLst xmlns:a="http://schemas.openxmlformats.org/drawingml/2006/main">
              <a:ext uri="{FF2B5EF4-FFF2-40B4-BE49-F238E27FC236}">
                <a16:creationId xmlns:a16="http://schemas.microsoft.com/office/drawing/2014/main" id="{575FDB57-636C-409D-AB37-7EC72EF7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7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F7EC3CF-4559-4865-A37D-3756D2D4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editable-frame">
            <a:extLst xmlns:a="http://schemas.openxmlformats.org/drawingml/2006/main">
              <a:ext uri="{FF2B5EF4-FFF2-40B4-BE49-F238E27FC236}">
                <a16:creationId xmlns:a16="http://schemas.microsoft.com/office/drawing/2014/main" id="{38B98146-952E-4A5F-82B4-6C71C6525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334250"/>
            <a:ext cx="2762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7B61"/>
            </a:solidFill>
            <a:prstDash val="solid"/>
          </a:ln>
        </p:spPr>
      </p:sp>
      <p:sp>
        <p:nvSpPr>
          <p:cNvPr id="78" name="text-BACKUP CONTACT">
            <a:extLst xmlns:a="http://schemas.openxmlformats.org/drawingml/2006/main">
              <a:ext uri="{FF2B5EF4-FFF2-40B4-BE49-F238E27FC236}">
                <a16:creationId xmlns:a16="http://schemas.microsoft.com/office/drawing/2014/main" id="{F20F7FEF-CF22-4707-AF1B-702A836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4295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667B61"/>
                </a:solidFill>
              </a:defRPr>
            </a:pPr>
            <a:r>
              <a:rPr sz="975" b="0" i="0">
                <a:solidFill>
                  <a:srgbClr val="667B61"/>
                </a:solidFill>
              </a:rPr>
              <a:t>BACKUP CONTACT</a:t>
            </a:r>
          </a:p>
        </p:txBody>
      </p:sp>
      <p:sp>
        <p:nvSpPr>
          <p:cNvPr id="79" name="text-Name">
            <a:extLst xmlns:a="http://schemas.openxmlformats.org/drawingml/2006/main">
              <a:ext uri="{FF2B5EF4-FFF2-40B4-BE49-F238E27FC236}">
                <a16:creationId xmlns:a16="http://schemas.microsoft.com/office/drawing/2014/main" id="{85CB6298-A4D9-4EA7-AC34-E371D0D3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77343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Name</a:t>
            </a:r>
          </a:p>
        </p:txBody>
      </p:sp>
      <p:sp>
        <p:nvSpPr>
          <p:cNvPr id="8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940B4F2-FF29-46D0-BB32-C2EB77BD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79152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text-Phone">
            <a:extLst xmlns:a="http://schemas.openxmlformats.org/drawingml/2006/main">
              <a:ext uri="{FF2B5EF4-FFF2-40B4-BE49-F238E27FC236}">
                <a16:creationId xmlns:a16="http://schemas.microsoft.com/office/drawing/2014/main" id="{DD73FAE8-0483-41BA-9283-B1989A16A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Phone</a:t>
            </a:r>
          </a:p>
        </p:txBody>
      </p:sp>
      <p:sp>
        <p:nvSpPr>
          <p:cNvPr id="8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F4EE125-45C7-4042-AB00-E7137792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1819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text-Email">
            <a:extLst xmlns:a="http://schemas.openxmlformats.org/drawingml/2006/main">
              <a:ext uri="{FF2B5EF4-FFF2-40B4-BE49-F238E27FC236}">
                <a16:creationId xmlns:a16="http://schemas.microsoft.com/office/drawing/2014/main" id="{39E971F4-0891-46BC-9FC1-1DADBB6D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2677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Email</a:t>
            </a:r>
          </a:p>
        </p:txBody>
      </p:sp>
      <p:sp>
        <p:nvSpPr>
          <p:cNvPr id="8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F967C29E-0945-49AD-A304-5B1E562F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4486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text-Notes">
            <a:extLst xmlns:a="http://schemas.openxmlformats.org/drawingml/2006/main">
              <a:ext uri="{FF2B5EF4-FFF2-40B4-BE49-F238E27FC236}">
                <a16:creationId xmlns:a16="http://schemas.microsoft.com/office/drawing/2014/main" id="{160D9549-F040-4371-8B12-9CA970CB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5344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67B61"/>
                </a:solidFill>
              </a:defRPr>
            </a:pPr>
            <a:r>
              <a:rPr sz="750" b="0" i="0">
                <a:solidFill>
                  <a:srgbClr val="667B61"/>
                </a:solidFill>
              </a:rPr>
              <a:t>Notes</a:t>
            </a:r>
          </a:p>
        </p:txBody>
      </p:sp>
      <p:sp>
        <p:nvSpPr>
          <p:cNvPr id="8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E02E91C-5F33-4D90-B4F9-0B54F6C3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715375"/>
            <a:ext cx="184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34034337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b576d7c1241c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080493D0-4BF0-406B-A90A-2087F321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60B2E653-26B8-4FE2-A4CD-B0C16E44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Wedding Packing List</a:t>
            </a:r>
          </a:p>
        </p:txBody>
      </p:sp>
      <p:sp>
        <p:nvSpPr>
          <p:cNvPr id="4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9D8E357-30F6-42C3-A3D7-E6240F2D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1410B4-892B-43EC-8523-DD681BC24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99 of 100</a:t>
            </a:r>
          </a:p>
        </p:txBody>
      </p:sp>
      <p:sp>
        <p:nvSpPr>
          <p:cNvPr id="6" name="checkbox">
            <a:extLst xmlns:a="http://schemas.openxmlformats.org/drawingml/2006/main">
              <a:ext uri="{FF2B5EF4-FFF2-40B4-BE49-F238E27FC236}">
                <a16:creationId xmlns:a16="http://schemas.microsoft.com/office/drawing/2014/main" id="{F5F09830-0466-4A87-808D-1B0E7A12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7" name="text-Wedding attire">
            <a:extLst xmlns:a="http://schemas.openxmlformats.org/drawingml/2006/main">
              <a:ext uri="{FF2B5EF4-FFF2-40B4-BE49-F238E27FC236}">
                <a16:creationId xmlns:a16="http://schemas.microsoft.com/office/drawing/2014/main" id="{0B15068E-FD84-49C3-9651-FF8DD0B7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Wedding attire</a:t>
            </a:r>
          </a:p>
        </p:txBody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2EE7D0C-051B-44E2-A343-5F695540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heckbox">
            <a:extLst xmlns:a="http://schemas.openxmlformats.org/drawingml/2006/main">
              <a:ext uri="{FF2B5EF4-FFF2-40B4-BE49-F238E27FC236}">
                <a16:creationId xmlns:a16="http://schemas.microsoft.com/office/drawing/2014/main" id="{C31F82CE-FFC2-4602-B368-A9033F6A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0" name="text-Shoes">
            <a:extLst xmlns:a="http://schemas.openxmlformats.org/drawingml/2006/main">
              <a:ext uri="{FF2B5EF4-FFF2-40B4-BE49-F238E27FC236}">
                <a16:creationId xmlns:a16="http://schemas.microsoft.com/office/drawing/2014/main" id="{D683EAFA-F7B5-4C0A-8D2E-4CED2F94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Shoes</a:t>
            </a:r>
          </a:p>
        </p:txBody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EA578CE-9A0B-444F-B6CD-FC9B877A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heckbox">
            <a:extLst xmlns:a="http://schemas.openxmlformats.org/drawingml/2006/main">
              <a:ext uri="{FF2B5EF4-FFF2-40B4-BE49-F238E27FC236}">
                <a16:creationId xmlns:a16="http://schemas.microsoft.com/office/drawing/2014/main" id="{2A80E5EE-E987-4942-BDAC-918284A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3" name="text-Accessories">
            <a:extLst xmlns:a="http://schemas.openxmlformats.org/drawingml/2006/main">
              <a:ext uri="{FF2B5EF4-FFF2-40B4-BE49-F238E27FC236}">
                <a16:creationId xmlns:a16="http://schemas.microsoft.com/office/drawing/2014/main" id="{DD1455A5-D705-49F7-A02E-27774BAB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Accessories</a:t>
            </a:r>
          </a:p>
        </p:txBody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3366085-5038-42F8-93A7-5C66CC68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heckbox">
            <a:extLst xmlns:a="http://schemas.openxmlformats.org/drawingml/2006/main">
              <a:ext uri="{FF2B5EF4-FFF2-40B4-BE49-F238E27FC236}">
                <a16:creationId xmlns:a16="http://schemas.microsoft.com/office/drawing/2014/main" id="{21EB9D79-4D90-4A33-BD97-49625273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6" name="text-Rings">
            <a:extLst xmlns:a="http://schemas.openxmlformats.org/drawingml/2006/main">
              <a:ext uri="{FF2B5EF4-FFF2-40B4-BE49-F238E27FC236}">
                <a16:creationId xmlns:a16="http://schemas.microsoft.com/office/drawing/2014/main" id="{A771C4CF-FF0A-4377-8E77-39710C54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Rings</a:t>
            </a:r>
          </a:p>
        </p:txBody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C73A7F89-F6B7-44F8-BE53-FFDCE95F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heckbox">
            <a:extLst xmlns:a="http://schemas.openxmlformats.org/drawingml/2006/main">
              <a:ext uri="{FF2B5EF4-FFF2-40B4-BE49-F238E27FC236}">
                <a16:creationId xmlns:a16="http://schemas.microsoft.com/office/drawing/2014/main" id="{FEE227CF-E00B-4AFA-96CE-760A84C1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19" name="text-Vows">
            <a:extLst xmlns:a="http://schemas.openxmlformats.org/drawingml/2006/main">
              <a:ext uri="{FF2B5EF4-FFF2-40B4-BE49-F238E27FC236}">
                <a16:creationId xmlns:a16="http://schemas.microsoft.com/office/drawing/2014/main" id="{BDF52AD6-A9EC-432F-85D0-D8E987B1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Vows</a:t>
            </a:r>
          </a:p>
        </p:txBody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7C3A23-9BCC-461C-9CFD-0872CAF0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heckbox">
            <a:extLst xmlns:a="http://schemas.openxmlformats.org/drawingml/2006/main">
              <a:ext uri="{FF2B5EF4-FFF2-40B4-BE49-F238E27FC236}">
                <a16:creationId xmlns:a16="http://schemas.microsoft.com/office/drawing/2014/main" id="{6BC97FE8-C985-4171-85C7-301B22C9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2" name="text-Marriage documents">
            <a:extLst xmlns:a="http://schemas.openxmlformats.org/drawingml/2006/main">
              <a:ext uri="{FF2B5EF4-FFF2-40B4-BE49-F238E27FC236}">
                <a16:creationId xmlns:a16="http://schemas.microsoft.com/office/drawing/2014/main" id="{3F0E7BFC-A780-4B39-B025-67D93E9C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Marriage documents</a:t>
            </a:r>
          </a:p>
        </p:txBody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2C1C61-E73C-43EA-B106-593398DA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heckbox">
            <a:extLst xmlns:a="http://schemas.openxmlformats.org/drawingml/2006/main">
              <a:ext uri="{FF2B5EF4-FFF2-40B4-BE49-F238E27FC236}">
                <a16:creationId xmlns:a16="http://schemas.microsoft.com/office/drawing/2014/main" id="{CAE0F62F-62B7-48F3-9174-40ED33AA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5" name="text-Beauty products">
            <a:extLst xmlns:a="http://schemas.openxmlformats.org/drawingml/2006/main">
              <a:ext uri="{FF2B5EF4-FFF2-40B4-BE49-F238E27FC236}">
                <a16:creationId xmlns:a16="http://schemas.microsoft.com/office/drawing/2014/main" id="{15B709C2-D3B6-4AD0-ADB1-82560434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Beauty products</a:t>
            </a:r>
          </a:p>
        </p:txBody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018FBA-96FE-48EB-B1B4-FA30705F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heckbox">
            <a:extLst xmlns:a="http://schemas.openxmlformats.org/drawingml/2006/main">
              <a:ext uri="{FF2B5EF4-FFF2-40B4-BE49-F238E27FC236}">
                <a16:creationId xmlns:a16="http://schemas.microsoft.com/office/drawing/2014/main" id="{FF7EEDD8-2574-4325-AE72-6E01EE36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28" name="text-Touch-up kit">
            <a:extLst xmlns:a="http://schemas.openxmlformats.org/drawingml/2006/main">
              <a:ext uri="{FF2B5EF4-FFF2-40B4-BE49-F238E27FC236}">
                <a16:creationId xmlns:a16="http://schemas.microsoft.com/office/drawing/2014/main" id="{F42BEAC4-A97F-46F9-8519-FC6A0382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Touch-up kit</a:t>
            </a:r>
          </a:p>
        </p:txBody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2F51770-BE25-48B5-87B3-4939AFE7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heckbox">
            <a:extLst xmlns:a="http://schemas.openxmlformats.org/drawingml/2006/main">
              <a:ext uri="{FF2B5EF4-FFF2-40B4-BE49-F238E27FC236}">
                <a16:creationId xmlns:a16="http://schemas.microsoft.com/office/drawing/2014/main" id="{942C5F9F-977B-4456-BA5F-9B896508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1" name="text-Emergency kit">
            <a:extLst xmlns:a="http://schemas.openxmlformats.org/drawingml/2006/main">
              <a:ext uri="{FF2B5EF4-FFF2-40B4-BE49-F238E27FC236}">
                <a16:creationId xmlns:a16="http://schemas.microsoft.com/office/drawing/2014/main" id="{43CEDC64-E1BB-4A48-9043-1CA679E8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Emergency kit</a:t>
            </a:r>
          </a:p>
        </p:txBody>
      </p:sp>
      <p:sp>
        <p:nvSpPr>
          <p:cNvPr id="3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8A2D7E2-4826-49EE-9474-78DB2C0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heckbox">
            <a:extLst xmlns:a="http://schemas.openxmlformats.org/drawingml/2006/main">
              <a:ext uri="{FF2B5EF4-FFF2-40B4-BE49-F238E27FC236}">
                <a16:creationId xmlns:a16="http://schemas.microsoft.com/office/drawing/2014/main" id="{75A4FA2F-9920-47E7-BBA9-5B74BF7E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66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4" name="text-Phone chargers">
            <a:extLst xmlns:a="http://schemas.openxmlformats.org/drawingml/2006/main">
              <a:ext uri="{FF2B5EF4-FFF2-40B4-BE49-F238E27FC236}">
                <a16:creationId xmlns:a16="http://schemas.microsoft.com/office/drawing/2014/main" id="{ECF33983-EA94-4F5D-ABC7-9DF44094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Phone chargers</a:t>
            </a:r>
          </a:p>
        </p:txBody>
      </p:sp>
      <p:sp>
        <p:nvSpPr>
          <p:cNvPr id="3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12692C-CD11-4FCA-802E-8D204173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95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heckbox">
            <a:extLst xmlns:a="http://schemas.openxmlformats.org/drawingml/2006/main">
              <a:ext uri="{FF2B5EF4-FFF2-40B4-BE49-F238E27FC236}">
                <a16:creationId xmlns:a16="http://schemas.microsoft.com/office/drawing/2014/main" id="{D2A9162F-1C52-4C4F-9422-39BE5D38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4955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37" name="text-Vendor envelopes">
            <a:extLst xmlns:a="http://schemas.openxmlformats.org/drawingml/2006/main">
              <a:ext uri="{FF2B5EF4-FFF2-40B4-BE49-F238E27FC236}">
                <a16:creationId xmlns:a16="http://schemas.microsoft.com/office/drawing/2014/main" id="{666B463A-4218-4763-87A6-78A25729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Vendor envelopes</a:t>
            </a:r>
          </a:p>
        </p:txBody>
      </p:sp>
      <p:sp>
        <p:nvSpPr>
          <p:cNvPr id="3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4A497C-E8CD-470D-B7F7-7E21E949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heckbox">
            <a:extLst xmlns:a="http://schemas.openxmlformats.org/drawingml/2006/main">
              <a:ext uri="{FF2B5EF4-FFF2-40B4-BE49-F238E27FC236}">
                <a16:creationId xmlns:a16="http://schemas.microsoft.com/office/drawing/2014/main" id="{0BD43487-35E0-41AB-9D31-7389D195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9241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0" name="text-Printed timeline">
            <a:extLst xmlns:a="http://schemas.openxmlformats.org/drawingml/2006/main">
              <a:ext uri="{FF2B5EF4-FFF2-40B4-BE49-F238E27FC236}">
                <a16:creationId xmlns:a16="http://schemas.microsoft.com/office/drawing/2014/main" id="{EF52678D-C538-4956-B464-A58D5BF4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857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Printed timeline</a:t>
            </a:r>
          </a:p>
        </p:txBody>
      </p:sp>
      <p:sp>
        <p:nvSpPr>
          <p:cNvPr id="4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571388-B511-41AF-9BDD-3E11C323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heckbox">
            <a:extLst xmlns:a="http://schemas.openxmlformats.org/drawingml/2006/main">
              <a:ext uri="{FF2B5EF4-FFF2-40B4-BE49-F238E27FC236}">
                <a16:creationId xmlns:a16="http://schemas.microsoft.com/office/drawing/2014/main" id="{9409E734-89EF-4D72-9A7F-BF57FF1B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528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3" name="text-Stationery">
            <a:extLst xmlns:a="http://schemas.openxmlformats.org/drawingml/2006/main">
              <a:ext uri="{FF2B5EF4-FFF2-40B4-BE49-F238E27FC236}">
                <a16:creationId xmlns:a16="http://schemas.microsoft.com/office/drawing/2014/main" id="{A9C9CAD4-F6F9-4B0A-9746-EE083915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861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Stationery</a:t>
            </a:r>
          </a:p>
        </p:txBody>
      </p:sp>
      <p:sp>
        <p:nvSpPr>
          <p:cNvPr id="4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C54C073-D7A3-4E74-9D73-00CE70BE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814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checkbox">
            <a:extLst xmlns:a="http://schemas.openxmlformats.org/drawingml/2006/main">
              <a:ext uri="{FF2B5EF4-FFF2-40B4-BE49-F238E27FC236}">
                <a16:creationId xmlns:a16="http://schemas.microsoft.com/office/drawing/2014/main" id="{B012AD20-E63B-41BB-A5DA-218151FD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7814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6" name="text-Decor details">
            <a:extLst xmlns:a="http://schemas.openxmlformats.org/drawingml/2006/main">
              <a:ext uri="{FF2B5EF4-FFF2-40B4-BE49-F238E27FC236}">
                <a16:creationId xmlns:a16="http://schemas.microsoft.com/office/drawing/2014/main" id="{9721904F-1FEB-4421-9D50-9F403588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714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Decor details</a:t>
            </a:r>
          </a:p>
        </p:txBody>
      </p:sp>
      <p:sp>
        <p:nvSpPr>
          <p:cNvPr id="4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BFD86F-78F8-4ED1-AC0F-8E30E97F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100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checkbox">
            <a:extLst xmlns:a="http://schemas.openxmlformats.org/drawingml/2006/main">
              <a:ext uri="{FF2B5EF4-FFF2-40B4-BE49-F238E27FC236}">
                <a16:creationId xmlns:a16="http://schemas.microsoft.com/office/drawing/2014/main" id="{829AE4F2-56AD-42F0-B72C-62E4251F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00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49" name="text-Snacks and water">
            <a:extLst xmlns:a="http://schemas.openxmlformats.org/drawingml/2006/main">
              <a:ext uri="{FF2B5EF4-FFF2-40B4-BE49-F238E27FC236}">
                <a16:creationId xmlns:a16="http://schemas.microsoft.com/office/drawing/2014/main" id="{877F9F62-7DF2-4CD1-A52A-A171D9B1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143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Snacks and water</a:t>
            </a:r>
          </a:p>
        </p:txBody>
      </p:sp>
      <p:sp>
        <p:nvSpPr>
          <p:cNvPr id="5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93F62996-B4B6-44FA-B510-FDBCA1DB5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4386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checkbox">
            <a:extLst xmlns:a="http://schemas.openxmlformats.org/drawingml/2006/main">
              <a:ext uri="{FF2B5EF4-FFF2-40B4-BE49-F238E27FC236}">
                <a16:creationId xmlns:a16="http://schemas.microsoft.com/office/drawing/2014/main" id="{0DF21390-FE5C-4CC4-9976-D9D1C0D0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3867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2" name="text-Overnight bag">
            <a:extLst xmlns:a="http://schemas.openxmlformats.org/drawingml/2006/main">
              <a:ext uri="{FF2B5EF4-FFF2-40B4-BE49-F238E27FC236}">
                <a16:creationId xmlns:a16="http://schemas.microsoft.com/office/drawing/2014/main" id="{B7F319E9-C006-4F3F-A2D6-FC493804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72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Overnight bag</a:t>
            </a:r>
          </a:p>
        </p:txBody>
      </p:sp>
      <p:sp>
        <p:nvSpPr>
          <p:cNvPr id="5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F496E5C-729F-4F51-8795-DDC2354D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8672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heckbox">
            <a:extLst xmlns:a="http://schemas.openxmlformats.org/drawingml/2006/main">
              <a:ext uri="{FF2B5EF4-FFF2-40B4-BE49-F238E27FC236}">
                <a16:creationId xmlns:a16="http://schemas.microsoft.com/office/drawing/2014/main" id="{1023C8F4-418F-4590-B2D3-88B77B2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06730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5" name="text-Comfortable shoes">
            <a:extLst xmlns:a="http://schemas.openxmlformats.org/drawingml/2006/main">
              <a:ext uri="{FF2B5EF4-FFF2-40B4-BE49-F238E27FC236}">
                <a16:creationId xmlns:a16="http://schemas.microsoft.com/office/drawing/2014/main" id="{C26F37BD-0059-4C72-9A97-F66BE867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006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Comfortable shoes</a:t>
            </a:r>
          </a:p>
        </p:txBody>
      </p:sp>
      <p:sp>
        <p:nvSpPr>
          <p:cNvPr id="5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74032BA-66A9-4941-A966-8972B170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29590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checkbox">
            <a:extLst xmlns:a="http://schemas.openxmlformats.org/drawingml/2006/main">
              <a:ext uri="{FF2B5EF4-FFF2-40B4-BE49-F238E27FC236}">
                <a16:creationId xmlns:a16="http://schemas.microsoft.com/office/drawing/2014/main" id="{63B23325-20C1-4AC5-9D12-FC8759CC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495925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67B61"/>
            </a:solidFill>
            <a:prstDash val="solid"/>
          </a:ln>
        </p:spPr>
      </p:sp>
      <p:sp>
        <p:nvSpPr>
          <p:cNvPr id="58" name="text-Keepsake box">
            <a:extLst xmlns:a="http://schemas.openxmlformats.org/drawingml/2006/main">
              <a:ext uri="{FF2B5EF4-FFF2-40B4-BE49-F238E27FC236}">
                <a16:creationId xmlns:a16="http://schemas.microsoft.com/office/drawing/2014/main" id="{141FBEB7-FE70-457C-AF65-EC0DC83E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429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B61"/>
                </a:solidFill>
              </a:defRPr>
            </a:pPr>
            <a:r>
              <a:rPr sz="1050" b="0" i="0">
                <a:solidFill>
                  <a:srgbClr val="667B61"/>
                </a:solidFill>
              </a:rPr>
              <a:t>Keepsake box</a:t>
            </a:r>
          </a:p>
        </p:txBody>
      </p:sp>
      <p:sp>
        <p:nvSpPr>
          <p:cNvPr id="5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7C9423B-B439-40ED-9181-D84DA300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72452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0094005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C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fc1e54042f45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7562850" cy="10696575"/>
          </a:xfrm>
          <a:prstGeom xmlns:a="http://schemas.openxmlformats.org/drawingml/2006/main" prst="rect">
            <a:avLst/>
          </a:prstGeom>
        </p:spPr>
      </p:pic>
      <p:sp>
        <p:nvSpPr>
          <p:cNvPr id="2" name="soft-romantic-panel">
            <a:extLst xmlns:a="http://schemas.openxmlformats.org/drawingml/2006/main">
              <a:ext uri="{FF2B5EF4-FFF2-40B4-BE49-F238E27FC236}">
                <a16:creationId xmlns:a16="http://schemas.microsoft.com/office/drawing/2014/main" id="{E9C1E3C2-B37A-40B6-A52C-80950247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000750" cy="9429750"/>
          </a:xfrm>
          <a:prstGeom xmlns:a="http://schemas.openxmlformats.org/drawingml/2006/main" prst="roundRect">
            <a:avLst>
              <a:gd name="adj" fmla="val 1270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C79B46"/>
            </a:solidFill>
            <a:prstDash val="solid"/>
          </a:ln>
        </p:spPr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5E8191F0-8311-400D-B60A-31A5280C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42950"/>
            <a:ext cx="5562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0" i="1">
                <a:solidFill>
                  <a:srgbClr val="52654E"/>
                </a:solidFill>
              </a:defRPr>
            </a:pPr>
            <a:r>
              <a:rPr sz="2475" b="0" i="1">
                <a:solidFill>
                  <a:srgbClr val="52654E"/>
                </a:solidFill>
              </a:rPr>
              <a:t>Special Moments &amp; Memories</a:t>
            </a:r>
          </a:p>
        </p:txBody>
      </p:sp>
      <p:sp>
        <p:nvSpPr>
          <p:cNvPr id="4" name="page-subtitle">
            <a:extLst xmlns:a="http://schemas.openxmlformats.org/drawingml/2006/main">
              <a:ext uri="{FF2B5EF4-FFF2-40B4-BE49-F238E27FC236}">
                <a16:creationId xmlns:a16="http://schemas.microsoft.com/office/drawing/2014/main" id="{8635F4C5-C472-4344-B97D-AA6339C8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219200"/>
            <a:ext cx="4610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C79B46"/>
                </a:solidFill>
              </a:defRPr>
            </a:pPr>
            <a:r>
              <a:rPr sz="975" b="0" i="0">
                <a:solidFill>
                  <a:srgbClr val="C79B46"/>
                </a:solidFill>
              </a:rPr>
              <a:t>THE DETAILS YOU NEVER WANT TO FORGET</a:t>
            </a:r>
          </a:p>
        </p:txBody>
      </p:sp>
      <p:sp>
        <p:nvSpPr>
          <p:cNvPr id="5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4E8A6093-4885-4D8E-B10B-0352A146E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85725" cy="8572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79B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69F6F7F-65A6-4654-85AF-43620542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96393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C79B46"/>
                </a:solidFill>
              </a:defRPr>
            </a:pPr>
            <a:r>
              <a:rPr sz="825" b="0" i="0">
                <a:solidFill>
                  <a:srgbClr val="C79B46"/>
                </a:solidFill>
              </a:rPr>
              <a:t>Page 100 of 100</a:t>
            </a:r>
          </a:p>
        </p:txBody>
      </p:sp>
      <p:sp>
        <p:nvSpPr>
          <p:cNvPr id="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AF5D92E-2C94-4254-8DF6-ED8F977C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B4A6397-801D-4D91-9D59-C0E22C6C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A0B6099-13BD-4375-A35D-606127A4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4623B7D-E804-42CB-92C7-307D54F9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14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A57B05E2-4B5D-481F-B635-A509FBFB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16DBEEFA-DE5F-49FE-B77F-163C02C6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24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6022451-9B09-43FF-ABB8-BE9E5E7A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5589634-E983-416E-AB65-0AAFFE35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33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8559BFD-EFB1-4571-A614-8006CBEF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38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2585C47-F7AE-4B4B-BD52-C17489706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DA573417-A514-4458-AE39-096F2252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48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2F9C5061-8791-4624-8144-7F741955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3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1BB3898-90DD-42E7-8517-EFB6E72C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57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19E6681-9644-477E-8CF9-5BB44869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62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CDE4A64-2C40-4667-B408-824B3204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267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A7E2967-62B1-43B6-BBF8-CB389AFB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BDEE8B21-05C1-4CF2-8FF6-E81A0BA9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77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400420CD-8E08-450C-97C7-D71CA9C7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81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8C01338B-A111-4F03-88B9-463CDA1A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866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09CAAB7F-AE04-4B10-B3E4-E78D5FB8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7914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0EC012D-926F-46B8-85E2-753BBA95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6ADFEABF-75F1-4438-B3DA-E62B5F74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4010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writing-line">
            <a:extLst xmlns:a="http://schemas.openxmlformats.org/drawingml/2006/main">
              <a:ext uri="{FF2B5EF4-FFF2-40B4-BE49-F238E27FC236}">
                <a16:creationId xmlns:a16="http://schemas.microsoft.com/office/drawing/2014/main" id="{EA8C2220-259D-41F9-B77D-B7CD84AE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705850"/>
            <a:ext cx="5657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3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405133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2026-07-16T19:01:15.2060000Z</dcterms:created>
  <dcterms:modified xsi:type="dcterms:W3CDTF">2026-07-16T19:01:15.2060000Z</dcterms:modified>
</coreProperties>
</file>