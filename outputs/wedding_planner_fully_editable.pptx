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36ec5871f24230" /><Relationship Type="http://schemas.openxmlformats.org/officeDocument/2006/relationships/extended-properties" Target="/docProps/app.xml" Id="R86e55571b2654420" /><Relationship Type="http://schemas.openxmlformats.org/officeDocument/2006/relationships/officeDocument" Target="/ppt/presentation.xml" Id="Rbed05e28142847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93018f11284e40"/>
  </p:sldMasterIdLst>
  <p:notesMasterIdLst>
    <p:notesMasterId xmlns:r="http://schemas.openxmlformats.org/officeDocument/2006/relationships" r:id="Rb7adc7dd80484419"/>
  </p:notesMasterIdLst>
  <p:sldIdLst>
    <p:sldId xmlns:r="http://schemas.openxmlformats.org/officeDocument/2006/relationships" id="256" r:id="Rf6e4a6add1ff4649"/>
    <p:sldId xmlns:r="http://schemas.openxmlformats.org/officeDocument/2006/relationships" id="257" r:id="R7c4719dd2a924fff"/>
    <p:sldId xmlns:r="http://schemas.openxmlformats.org/officeDocument/2006/relationships" id="258" r:id="R0aadf59663b4435b"/>
    <p:sldId xmlns:r="http://schemas.openxmlformats.org/officeDocument/2006/relationships" id="259" r:id="Rb988791e4b9247b1"/>
    <p:sldId xmlns:r="http://schemas.openxmlformats.org/officeDocument/2006/relationships" id="260" r:id="R76dfa684ca0147ca"/>
    <p:sldId xmlns:r="http://schemas.openxmlformats.org/officeDocument/2006/relationships" id="261" r:id="R6539a17a6b6c4765"/>
    <p:sldId xmlns:r="http://schemas.openxmlformats.org/officeDocument/2006/relationships" id="262" r:id="Rfa6dd407aba74386"/>
    <p:sldId xmlns:r="http://schemas.openxmlformats.org/officeDocument/2006/relationships" id="263" r:id="R18c76e4b0d614580"/>
    <p:sldId xmlns:r="http://schemas.openxmlformats.org/officeDocument/2006/relationships" id="264" r:id="R90d04f1e4d6a49e7"/>
    <p:sldId xmlns:r="http://schemas.openxmlformats.org/officeDocument/2006/relationships" id="265" r:id="Rce9b2c3d365442a7"/>
  </p:sldIdLst>
  <p:sldSz cx="7562850" cy="106965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6cca7c668c4fe0" /><Relationship Type="http://schemas.openxmlformats.org/officeDocument/2006/relationships/slideMaster" Target="/ppt/slideMasters/slideMaster1.xml" Id="R3193018f11284e40" /><Relationship Type="http://schemas.openxmlformats.org/officeDocument/2006/relationships/notesMaster" Target="/ppt/notesMasters/notesMaster1.xml" Id="Rb7adc7dd80484419" /><Relationship Type="http://schemas.openxmlformats.org/officeDocument/2006/relationships/presProps" Target="/ppt/presProps.xml" Id="R1578bde7a5df4ff0" /><Relationship Type="http://schemas.openxmlformats.org/officeDocument/2006/relationships/tableStyles" Target="/ppt/tableStyles.xml" Id="R8ab36c1b9d4842ea" /><Relationship Type="http://schemas.openxmlformats.org/officeDocument/2006/relationships/slide" Target="/ppt/slides/slide1.xml" Id="Rf6e4a6add1ff4649" /><Relationship Type="http://schemas.openxmlformats.org/officeDocument/2006/relationships/slide" Target="/ppt/slides/slide2.xml" Id="R7c4719dd2a924fff" /><Relationship Type="http://schemas.openxmlformats.org/officeDocument/2006/relationships/slide" Target="/ppt/slides/slide3.xml" Id="R0aadf59663b4435b" /><Relationship Type="http://schemas.openxmlformats.org/officeDocument/2006/relationships/slide" Target="/ppt/slides/slide4.xml" Id="Rb988791e4b9247b1" /><Relationship Type="http://schemas.openxmlformats.org/officeDocument/2006/relationships/slide" Target="/ppt/slides/slide5.xml" Id="R76dfa684ca0147ca" /><Relationship Type="http://schemas.openxmlformats.org/officeDocument/2006/relationships/slide" Target="/ppt/slides/slide6.xml" Id="R6539a17a6b6c4765" /><Relationship Type="http://schemas.openxmlformats.org/officeDocument/2006/relationships/slide" Target="/ppt/slides/slide7.xml" Id="Rfa6dd407aba74386" /><Relationship Type="http://schemas.openxmlformats.org/officeDocument/2006/relationships/slide" Target="/ppt/slides/slide8.xml" Id="R18c76e4b0d614580" /><Relationship Type="http://schemas.openxmlformats.org/officeDocument/2006/relationships/slide" Target="/ppt/slides/slide9.xml" Id="R90d04f1e4d6a49e7" /><Relationship Type="http://schemas.openxmlformats.org/officeDocument/2006/relationships/slide" Target="/ppt/slides/slide10.xml" Id="Rce9b2c3d365442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a1146bb5904e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518d62687b440f" /><Relationship Type="http://schemas.openxmlformats.org/officeDocument/2006/relationships/notesMaster" Target="/ppt/notesMasters/notesMaster1.xml" Id="Rf430dfe1f02b4a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41632baf41465e" /><Relationship Type="http://schemas.openxmlformats.org/officeDocument/2006/relationships/notesMaster" Target="/ppt/notesMasters/notesMaster1.xml" Id="R2ef7013b5e804e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f8ddfd422246a0" /><Relationship Type="http://schemas.openxmlformats.org/officeDocument/2006/relationships/notesMaster" Target="/ppt/notesMasters/notesMaster1.xml" Id="R923a5222092047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eddbb6f5db4f2e" /><Relationship Type="http://schemas.openxmlformats.org/officeDocument/2006/relationships/notesMaster" Target="/ppt/notesMasters/notesMaster1.xml" Id="R43e4d8c697954d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32d419780a4686" /><Relationship Type="http://schemas.openxmlformats.org/officeDocument/2006/relationships/notesMaster" Target="/ppt/notesMasters/notesMaster1.xml" Id="R0088b60387ea4d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5daf337a4a443e" /><Relationship Type="http://schemas.openxmlformats.org/officeDocument/2006/relationships/notesMaster" Target="/ppt/notesMasters/notesMaster1.xml" Id="Rae5d4dd4cc6746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79293ea0524ac5" /><Relationship Type="http://schemas.openxmlformats.org/officeDocument/2006/relationships/notesMaster" Target="/ppt/notesMasters/notesMaster1.xml" Id="Rf305379f9df449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c52e04746048e8" /><Relationship Type="http://schemas.openxmlformats.org/officeDocument/2006/relationships/notesMaster" Target="/ppt/notesMasters/notesMaster1.xml" Id="R6ad0bef0cc854c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9b723498a14e63" /><Relationship Type="http://schemas.openxmlformats.org/officeDocument/2006/relationships/notesMaster" Target="/ppt/notesMasters/notesMaster1.xml" Id="R914babbdad9f41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9db6e6bdd14a94" /><Relationship Type="http://schemas.openxmlformats.org/officeDocument/2006/relationships/notesMaster" Target="/ppt/notesMasters/notesMaster1.xml" Id="R40dedcc0249346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05effad3e43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e0394b36a14845" /><Relationship Type="http://schemas.openxmlformats.org/officeDocument/2006/relationships/slideLayout" Target="/ppt/slideLayouts/slideLayout1.xml" Id="Rc43be9ebb5d642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3be9ebb5d642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12d86db2743dd" /><Relationship Type="http://schemas.openxmlformats.org/officeDocument/2006/relationships/image" Target="/ppt/media/image.png" Id="R99516e6df26c4487" /><Relationship Type="http://schemas.openxmlformats.org/officeDocument/2006/relationships/notesSlide" Target="/ppt/notesSlides/notesSlide1.xml" Id="Rea46330e3ddc4a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cc3f7d0774a63" /><Relationship Type="http://schemas.openxmlformats.org/officeDocument/2006/relationships/image" Target="/ppt/media/image2.png" Id="R90d9b985dadf4355" /><Relationship Type="http://schemas.openxmlformats.org/officeDocument/2006/relationships/notesSlide" Target="/ppt/notesSlides/notesSlide2.xml" Id="R338557d963154f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fb59554d34346" /><Relationship Type="http://schemas.openxmlformats.org/officeDocument/2006/relationships/image" Target="/ppt/media/image3.png" Id="R6b3c93495a884d59" /><Relationship Type="http://schemas.openxmlformats.org/officeDocument/2006/relationships/notesSlide" Target="/ppt/notesSlides/notesSlide3.xml" Id="R7fb93356ae9546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95c57d8ee4476" /><Relationship Type="http://schemas.openxmlformats.org/officeDocument/2006/relationships/image" Target="/ppt/media/image4.png" Id="Rcdf4dd001f324515" /><Relationship Type="http://schemas.openxmlformats.org/officeDocument/2006/relationships/notesSlide" Target="/ppt/notesSlides/notesSlide4.xml" Id="R57874031a4734a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70abd16d34f52" /><Relationship Type="http://schemas.openxmlformats.org/officeDocument/2006/relationships/image" Target="/ppt/media/image5.png" Id="R931457e2f2d8407b" /><Relationship Type="http://schemas.openxmlformats.org/officeDocument/2006/relationships/notesSlide" Target="/ppt/notesSlides/notesSlide5.xml" Id="Re230245ce9214f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3e2b600554d14" /><Relationship Type="http://schemas.openxmlformats.org/officeDocument/2006/relationships/image" Target="/ppt/media/image6.png" Id="R00158bffbdba4c70" /><Relationship Type="http://schemas.openxmlformats.org/officeDocument/2006/relationships/notesSlide" Target="/ppt/notesSlides/notesSlide6.xml" Id="R3bbb9a40d68f4d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9632ba9114fb5" /><Relationship Type="http://schemas.openxmlformats.org/officeDocument/2006/relationships/image" Target="/ppt/media/image7.png" Id="Rd3d74bc25ce34a59" /><Relationship Type="http://schemas.openxmlformats.org/officeDocument/2006/relationships/notesSlide" Target="/ppt/notesSlides/notesSlide7.xml" Id="Rc07eca4636ef42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fe9193a12417d" /><Relationship Type="http://schemas.openxmlformats.org/officeDocument/2006/relationships/image" Target="/ppt/media/image8.png" Id="Rbbf1fdba46b64618" /><Relationship Type="http://schemas.openxmlformats.org/officeDocument/2006/relationships/notesSlide" Target="/ppt/notesSlides/notesSlide8.xml" Id="R4781a83941004f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92ca91cff4c91" /><Relationship Type="http://schemas.openxmlformats.org/officeDocument/2006/relationships/image" Target="/ppt/media/image9.png" Id="Rcca7560409d94401" /><Relationship Type="http://schemas.openxmlformats.org/officeDocument/2006/relationships/notesSlide" Target="/ppt/notesSlides/notesSlide9.xml" Id="R53d8f58ac5c047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10cd4dde641d9" /><Relationship Type="http://schemas.openxmlformats.org/officeDocument/2006/relationships/image" Target="/ppt/media/image10.png" Id="R036ee3690dce48c0" /><Relationship Type="http://schemas.openxmlformats.org/officeDocument/2006/relationships/notesSlide" Target="/ppt/notesSlides/notesSlide10.xml" Id="R1a3026286cdd4a7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16e6df26c4487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content-mask">
            <a:extLst xmlns:a="http://schemas.openxmlformats.org/drawingml/2006/main">
              <a:ext uri="{FF2B5EF4-FFF2-40B4-BE49-F238E27FC236}">
                <a16:creationId xmlns:a16="http://schemas.microsoft.com/office/drawing/2014/main" id="{03F01D29-A108-4156-953E-22DB1F5E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51435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old-rule">
            <a:extLst xmlns:a="http://schemas.openxmlformats.org/drawingml/2006/main">
              <a:ext uri="{FF2B5EF4-FFF2-40B4-BE49-F238E27FC236}">
                <a16:creationId xmlns:a16="http://schemas.microsoft.com/office/drawing/2014/main" id="{3164382F-6884-4403-B96A-7EC0B14A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90875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old-rule">
            <a:extLst xmlns:a="http://schemas.openxmlformats.org/drawingml/2006/main">
              <a:ext uri="{FF2B5EF4-FFF2-40B4-BE49-F238E27FC236}">
                <a16:creationId xmlns:a16="http://schemas.microsoft.com/office/drawing/2014/main" id="{D283E560-40EB-4A64-9030-49E7E3AE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90875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THE">
            <a:extLst xmlns:a="http://schemas.openxmlformats.org/drawingml/2006/main">
              <a:ext uri="{FF2B5EF4-FFF2-40B4-BE49-F238E27FC236}">
                <a16:creationId xmlns:a16="http://schemas.microsoft.com/office/drawing/2014/main" id="{90538937-2A81-400B-AE69-0F200B66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697D62"/>
                </a:solidFill>
              </a:defRPr>
            </a:pPr>
            <a:r>
              <a:rPr sz="2025" b="0" i="0">
                <a:solidFill>
                  <a:srgbClr val="697D62"/>
                </a:solidFill>
              </a:rPr>
              <a:t>THE</a:t>
            </a:r>
          </a:p>
        </p:txBody>
      </p:sp>
      <p:sp>
        <p:nvSpPr>
          <p:cNvPr id="6" name="page-title">
            <a:extLst xmlns:a="http://schemas.openxmlformats.org/drawingml/2006/main">
              <a:ext uri="{FF2B5EF4-FFF2-40B4-BE49-F238E27FC236}">
                <a16:creationId xmlns:a16="http://schemas.microsoft.com/office/drawing/2014/main" id="{9B0DAC71-85A0-483C-A8E0-98017A6E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584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0" i="0">
                <a:solidFill>
                  <a:srgbClr val="697D62"/>
                </a:solidFill>
              </a:defRPr>
            </a:pPr>
            <a:r>
              <a:rPr sz="4800" b="0" i="0">
                <a:solidFill>
                  <a:srgbClr val="697D62"/>
                </a:solidFill>
              </a:rPr>
              <a:t>WEDDING</a:t>
            </a:r>
          </a:p>
        </p:txBody>
      </p:sp>
      <p:sp>
        <p:nvSpPr>
          <p:cNvPr id="7" name="page-title">
            <a:extLst xmlns:a="http://schemas.openxmlformats.org/drawingml/2006/main">
              <a:ext uri="{FF2B5EF4-FFF2-40B4-BE49-F238E27FC236}">
                <a16:creationId xmlns:a16="http://schemas.microsoft.com/office/drawing/2014/main" id="{BE154ABA-A8E3-4E4D-B85F-763237F6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584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0" i="0">
                <a:solidFill>
                  <a:srgbClr val="697D62"/>
                </a:solidFill>
              </a:defRPr>
            </a:pPr>
            <a:r>
              <a:rPr sz="4800" b="0" i="0">
                <a:solidFill>
                  <a:srgbClr val="697D62"/>
                </a:solidFill>
              </a:rPr>
              <a:t>PLANNER</a:t>
            </a:r>
          </a:p>
        </p:txBody>
      </p:sp>
      <p:sp>
        <p:nvSpPr>
          <p:cNvPr id="8" name="gold-rule">
            <a:extLst xmlns:a="http://schemas.openxmlformats.org/drawingml/2006/main">
              <a:ext uri="{FF2B5EF4-FFF2-40B4-BE49-F238E27FC236}">
                <a16:creationId xmlns:a16="http://schemas.microsoft.com/office/drawing/2014/main" id="{00A537CE-7EAB-4A49-A974-CDAA81AA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73405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rnament">
            <a:extLst xmlns:a="http://schemas.openxmlformats.org/drawingml/2006/main">
              <a:ext uri="{FF2B5EF4-FFF2-40B4-BE49-F238E27FC236}">
                <a16:creationId xmlns:a16="http://schemas.microsoft.com/office/drawing/2014/main" id="{09DAC936-CD2E-43ED-A0BB-88B02C0E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10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A43"/>
                </a:solidFill>
              </a:defRPr>
            </a:pPr>
            <a:r>
              <a:rPr sz="750" b="0" i="0">
                <a:solidFill>
                  <a:srgbClr val="C79A43"/>
                </a:solidFill>
              </a:rPr>
              <a:t>◆</a:t>
            </a:r>
          </a:p>
        </p:txBody>
      </p:sp>
      <p:sp>
        <p:nvSpPr>
          <p:cNvPr id="10" name="gold-rule">
            <a:extLst xmlns:a="http://schemas.openxmlformats.org/drawingml/2006/main">
              <a:ext uri="{FF2B5EF4-FFF2-40B4-BE49-F238E27FC236}">
                <a16:creationId xmlns:a16="http://schemas.microsoft.com/office/drawing/2014/main" id="{05C39DF3-F814-4AD6-9C2A-82E66855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73405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A beautiful guide for">
            <a:extLst xmlns:a="http://schemas.openxmlformats.org/drawingml/2006/main">
              <a:ext uri="{FF2B5EF4-FFF2-40B4-BE49-F238E27FC236}">
                <a16:creationId xmlns:a16="http://schemas.microsoft.com/office/drawing/2014/main" id="{D8A3F408-9957-4751-A1F3-E98B4817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1980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 i="1">
                <a:solidFill>
                  <a:srgbClr val="697D62"/>
                </a:solidFill>
              </a:defRPr>
            </a:pPr>
            <a:r>
              <a:rPr sz="1800" b="0" i="1">
                <a:solidFill>
                  <a:srgbClr val="697D62"/>
                </a:solidFill>
              </a:rPr>
              <a:t>A beautiful guide for</a:t>
            </a:r>
          </a:p>
        </p:txBody>
      </p:sp>
      <p:sp>
        <p:nvSpPr>
          <p:cNvPr id="12" name="text-planning your best day">
            <a:extLst xmlns:a="http://schemas.openxmlformats.org/drawingml/2006/main">
              <a:ext uri="{FF2B5EF4-FFF2-40B4-BE49-F238E27FC236}">
                <a16:creationId xmlns:a16="http://schemas.microsoft.com/office/drawing/2014/main" id="{9051AA6D-4AF5-499C-B579-6DA3B86D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4198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 i="1">
                <a:solidFill>
                  <a:srgbClr val="697D62"/>
                </a:solidFill>
              </a:defRPr>
            </a:pPr>
            <a:r>
              <a:rPr sz="1800" b="0" i="1">
                <a:solidFill>
                  <a:srgbClr val="697D62"/>
                </a:solidFill>
              </a:rPr>
              <a:t>planning your best day</a:t>
            </a:r>
          </a:p>
        </p:txBody>
      </p:sp>
      <p:sp>
        <p:nvSpPr>
          <p:cNvPr id="13" name="text-♥">
            <a:extLst xmlns:a="http://schemas.openxmlformats.org/drawingml/2006/main">
              <a:ext uri="{FF2B5EF4-FFF2-40B4-BE49-F238E27FC236}">
                <a16:creationId xmlns:a16="http://schemas.microsoft.com/office/drawing/2014/main" id="{7EB01BD5-F59C-4D3A-811A-2BE45A17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2199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C79A43"/>
                </a:solidFill>
              </a:defRPr>
            </a:pPr>
            <a:r>
              <a:rPr sz="2100" b="0" i="0">
                <a:solidFill>
                  <a:srgbClr val="C79A43"/>
                </a:solidFill>
              </a:rPr>
              <a:t>♥</a:t>
            </a:r>
          </a:p>
        </p:txBody>
      </p:sp>
      <p:sp>
        <p:nvSpPr>
          <p:cNvPr id="14" name="content-mask">
            <a:extLst xmlns:a="http://schemas.openxmlformats.org/drawingml/2006/main">
              <a:ext uri="{FF2B5EF4-FFF2-40B4-BE49-F238E27FC236}">
                <a16:creationId xmlns:a16="http://schemas.microsoft.com/office/drawing/2014/main" id="{6C4C85DD-B474-4BBA-B644-7E557BBC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9639300"/>
            <a:ext cx="4229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Created with love for th">
            <a:extLst xmlns:a="http://schemas.openxmlformats.org/drawingml/2006/main">
              <a:ext uri="{FF2B5EF4-FFF2-40B4-BE49-F238E27FC236}">
                <a16:creationId xmlns:a16="http://schemas.microsoft.com/office/drawing/2014/main" id="{F1A83D8B-B24D-49A4-B83C-1771D3F7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97631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97D62"/>
                </a:solidFill>
              </a:defRPr>
            </a:pPr>
            <a:r>
              <a:rPr sz="1350" b="0" i="0">
                <a:solidFill>
                  <a:srgbClr val="697D62"/>
                </a:solidFill>
              </a:rPr>
              <a:t>Created with love for the bride-to-be</a:t>
            </a:r>
          </a:p>
        </p:txBody>
      </p:sp>
    </p:spTree>
    <p:extLst>
      <p:ext uri="{BB962C8B-B14F-4D97-AF65-F5344CB8AC3E}">
        <p14:creationId xmlns:p14="http://schemas.microsoft.com/office/powerpoint/2010/main" val="5728041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9b985dadf4355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content-mask">
            <a:extLst xmlns:a="http://schemas.openxmlformats.org/drawingml/2006/main">
              <a:ext uri="{FF2B5EF4-FFF2-40B4-BE49-F238E27FC236}">
                <a16:creationId xmlns:a16="http://schemas.microsoft.com/office/drawing/2014/main" id="{1908E71A-6E1D-49D3-8C69-19837D06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43000"/>
            <a:ext cx="56197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old-rule">
            <a:extLst xmlns:a="http://schemas.openxmlformats.org/drawingml/2006/main">
              <a:ext uri="{FF2B5EF4-FFF2-40B4-BE49-F238E27FC236}">
                <a16:creationId xmlns:a16="http://schemas.microsoft.com/office/drawing/2014/main" id="{23BD919C-2172-48D4-9E9D-BD5EFB78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2954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rnament">
            <a:extLst xmlns:a="http://schemas.openxmlformats.org/drawingml/2006/main">
              <a:ext uri="{FF2B5EF4-FFF2-40B4-BE49-F238E27FC236}">
                <a16:creationId xmlns:a16="http://schemas.microsoft.com/office/drawing/2014/main" id="{D59AE9E4-0C08-4777-983D-0E8B8B37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1715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A43"/>
                </a:solidFill>
              </a:defRPr>
            </a:pPr>
            <a:r>
              <a:rPr sz="750" b="0" i="0">
                <a:solidFill>
                  <a:srgbClr val="C79A43"/>
                </a:solidFill>
              </a:rPr>
              <a:t>◆</a:t>
            </a:r>
          </a:p>
        </p:txBody>
      </p:sp>
      <p:sp>
        <p:nvSpPr>
          <p:cNvPr id="5" name="gold-rule">
            <a:extLst xmlns:a="http://schemas.openxmlformats.org/drawingml/2006/main">
              <a:ext uri="{FF2B5EF4-FFF2-40B4-BE49-F238E27FC236}">
                <a16:creationId xmlns:a16="http://schemas.microsoft.com/office/drawing/2014/main" id="{E0FC08E4-D96F-4D98-90EE-F2D27EBB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2954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WELCOME TO YOUR">
            <a:extLst xmlns:a="http://schemas.openxmlformats.org/drawingml/2006/main">
              <a:ext uri="{FF2B5EF4-FFF2-40B4-BE49-F238E27FC236}">
                <a16:creationId xmlns:a16="http://schemas.microsoft.com/office/drawing/2014/main" id="{630C477F-F8EC-4CE9-B95C-4A32D26A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7637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97D62"/>
                </a:solidFill>
              </a:defRPr>
            </a:pPr>
            <a:r>
              <a:rPr sz="1575" b="0" i="0">
                <a:solidFill>
                  <a:srgbClr val="697D62"/>
                </a:solidFill>
              </a:rPr>
              <a:t>WELCOME TO YOUR</a:t>
            </a:r>
          </a:p>
        </p:txBody>
      </p:sp>
      <p:sp>
        <p:nvSpPr>
          <p:cNvPr id="7" name="page-title">
            <a:extLst xmlns:a="http://schemas.openxmlformats.org/drawingml/2006/main">
              <a:ext uri="{FF2B5EF4-FFF2-40B4-BE49-F238E27FC236}">
                <a16:creationId xmlns:a16="http://schemas.microsoft.com/office/drawing/2014/main" id="{4D2F18AA-35DA-4B57-A619-9064695B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584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0" i="0">
                <a:solidFill>
                  <a:srgbClr val="697D62"/>
                </a:solidFill>
              </a:defRPr>
            </a:pPr>
            <a:r>
              <a:rPr sz="3900" b="0" i="0">
                <a:solidFill>
                  <a:srgbClr val="697D62"/>
                </a:solidFill>
              </a:rPr>
              <a:t>WEDDING</a:t>
            </a:r>
          </a:p>
        </p:txBody>
      </p:sp>
      <p:sp>
        <p:nvSpPr>
          <p:cNvPr id="8" name="page-title">
            <a:extLst xmlns:a="http://schemas.openxmlformats.org/drawingml/2006/main">
              <a:ext uri="{FF2B5EF4-FFF2-40B4-BE49-F238E27FC236}">
                <a16:creationId xmlns:a16="http://schemas.microsoft.com/office/drawing/2014/main" id="{D9178A09-68A1-4DF7-A0CD-537BCF8F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584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0" i="0">
                <a:solidFill>
                  <a:srgbClr val="697D62"/>
                </a:solidFill>
              </a:defRPr>
            </a:pPr>
            <a:r>
              <a:rPr sz="3900" b="0" i="0">
                <a:solidFill>
                  <a:srgbClr val="697D62"/>
                </a:solidFill>
              </a:rPr>
              <a:t>PLANNER</a:t>
            </a:r>
          </a:p>
        </p:txBody>
      </p:sp>
      <p:sp>
        <p:nvSpPr>
          <p:cNvPr id="9" name="gold-rule">
            <a:extLst xmlns:a="http://schemas.openxmlformats.org/drawingml/2006/main">
              <a:ext uri="{FF2B5EF4-FFF2-40B4-BE49-F238E27FC236}">
                <a16:creationId xmlns:a16="http://schemas.microsoft.com/office/drawing/2014/main" id="{1E3EF416-D678-49DC-B3D0-C538B46B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95625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rnament">
            <a:extLst xmlns:a="http://schemas.openxmlformats.org/drawingml/2006/main">
              <a:ext uri="{FF2B5EF4-FFF2-40B4-BE49-F238E27FC236}">
                <a16:creationId xmlns:a16="http://schemas.microsoft.com/office/drawing/2014/main" id="{108DF069-9FC6-4476-9EE8-FFD88BC9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71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A43"/>
                </a:solidFill>
              </a:defRPr>
            </a:pPr>
            <a:r>
              <a:rPr sz="750" b="0" i="0">
                <a:solidFill>
                  <a:srgbClr val="C79A43"/>
                </a:solidFill>
              </a:rPr>
              <a:t>◆</a:t>
            </a:r>
          </a:p>
        </p:txBody>
      </p:sp>
      <p:sp>
        <p:nvSpPr>
          <p:cNvPr id="11" name="gold-rule">
            <a:extLst xmlns:a="http://schemas.openxmlformats.org/drawingml/2006/main">
              <a:ext uri="{FF2B5EF4-FFF2-40B4-BE49-F238E27FC236}">
                <a16:creationId xmlns:a16="http://schemas.microsoft.com/office/drawing/2014/main" id="{A42E77C4-C859-4FE7-A24A-560D4048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095625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A beautiful place to org">
            <a:extLst xmlns:a="http://schemas.openxmlformats.org/drawingml/2006/main">
              <a:ext uri="{FF2B5EF4-FFF2-40B4-BE49-F238E27FC236}">
                <a16:creationId xmlns:a16="http://schemas.microsoft.com/office/drawing/2014/main" id="{700ED54A-2804-4ED7-B38B-8D38C47C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86125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697D62"/>
                </a:solidFill>
              </a:defRPr>
            </a:pPr>
            <a:r>
              <a:rPr sz="1425" b="0" i="1">
                <a:solidFill>
                  <a:srgbClr val="697D62"/>
                </a:solidFill>
              </a:rPr>
              <a:t>A beautiful place to organize your big day</a:t>
            </a:r>
          </a:p>
        </p:txBody>
      </p:sp>
      <p:sp>
        <p:nvSpPr>
          <p:cNvPr id="13" name="text-BRIDE">
            <a:extLst xmlns:a="http://schemas.openxmlformats.org/drawingml/2006/main">
              <a:ext uri="{FF2B5EF4-FFF2-40B4-BE49-F238E27FC236}">
                <a16:creationId xmlns:a16="http://schemas.microsoft.com/office/drawing/2014/main" id="{E1B009F8-BE34-4327-B2E3-8166F3A4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BRIDE</a:t>
            </a:r>
          </a:p>
        </p:txBody>
      </p:sp>
      <p:sp>
        <p:nvSpPr>
          <p:cNvPr id="14" name="text-:">
            <a:extLst xmlns:a="http://schemas.openxmlformats.org/drawingml/2006/main">
              <a:ext uri="{FF2B5EF4-FFF2-40B4-BE49-F238E27FC236}">
                <a16:creationId xmlns:a16="http://schemas.microsoft.com/office/drawing/2014/main" id="{032D9F06-3F9F-4228-B8F4-E05D7DC0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290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:</a:t>
            </a:r>
          </a:p>
        </p:txBody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E0FAB9-9EAA-4094-9A85-01715A6D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38600"/>
            <a:ext cx="3048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PARTNER">
            <a:extLst xmlns:a="http://schemas.openxmlformats.org/drawingml/2006/main">
              <a:ext uri="{FF2B5EF4-FFF2-40B4-BE49-F238E27FC236}">
                <a16:creationId xmlns:a16="http://schemas.microsoft.com/office/drawing/2014/main" id="{5EBE8BB0-369A-4B76-8178-55F81884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PARTNER</a:t>
            </a:r>
          </a:p>
        </p:txBody>
      </p:sp>
      <p:sp>
        <p:nvSpPr>
          <p:cNvPr id="17" name="text-:">
            <a:extLst xmlns:a="http://schemas.openxmlformats.org/drawingml/2006/main">
              <a:ext uri="{FF2B5EF4-FFF2-40B4-BE49-F238E27FC236}">
                <a16:creationId xmlns:a16="http://schemas.microsoft.com/office/drawing/2014/main" id="{6EFCE905-344E-4F33-8619-7D0FB9BF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1719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:</a:t>
            </a:r>
          </a:p>
        </p:txBody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3A3F74D-A131-4A88-8DCD-F6A94B7C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81500"/>
            <a:ext cx="3048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WEDDING DATE">
            <a:extLst xmlns:a="http://schemas.openxmlformats.org/drawingml/2006/main">
              <a:ext uri="{FF2B5EF4-FFF2-40B4-BE49-F238E27FC236}">
                <a16:creationId xmlns:a16="http://schemas.microsoft.com/office/drawing/2014/main" id="{AC404F42-2E1C-4D55-AB07-CD87CEC8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WEDDING DATE</a:t>
            </a:r>
          </a:p>
        </p:txBody>
      </p:sp>
      <p:sp>
        <p:nvSpPr>
          <p:cNvPr id="20" name="text-:">
            <a:extLst xmlns:a="http://schemas.openxmlformats.org/drawingml/2006/main">
              <a:ext uri="{FF2B5EF4-FFF2-40B4-BE49-F238E27FC236}">
                <a16:creationId xmlns:a16="http://schemas.microsoft.com/office/drawing/2014/main" id="{CEC8FD17-6932-4C3C-9D3B-FE32199B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5148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: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C639A7B-2127-4B21-AF40-9E4E54DE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24400"/>
            <a:ext cx="3048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CEREMONY VENUE">
            <a:extLst xmlns:a="http://schemas.openxmlformats.org/drawingml/2006/main">
              <a:ext uri="{FF2B5EF4-FFF2-40B4-BE49-F238E27FC236}">
                <a16:creationId xmlns:a16="http://schemas.microsoft.com/office/drawing/2014/main" id="{3313164F-F7B9-491E-8CC7-272EBDA8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CEREMONY VENUE</a:t>
            </a:r>
          </a:p>
        </p:txBody>
      </p:sp>
      <p:sp>
        <p:nvSpPr>
          <p:cNvPr id="23" name="text-:">
            <a:extLst xmlns:a="http://schemas.openxmlformats.org/drawingml/2006/main">
              <a:ext uri="{FF2B5EF4-FFF2-40B4-BE49-F238E27FC236}">
                <a16:creationId xmlns:a16="http://schemas.microsoft.com/office/drawing/2014/main" id="{A8AFD3A6-9380-4ED3-A74F-3B229B1A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8577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: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BF091DC-F159-459F-AF21-7CA897AD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67300"/>
            <a:ext cx="3048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RECEPTION VENUE">
            <a:extLst xmlns:a="http://schemas.openxmlformats.org/drawingml/2006/main">
              <a:ext uri="{FF2B5EF4-FFF2-40B4-BE49-F238E27FC236}">
                <a16:creationId xmlns:a16="http://schemas.microsoft.com/office/drawing/2014/main" id="{ADE58268-38D8-4407-B2AC-72CB17B4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RECEPTION VENUE</a:t>
            </a:r>
          </a:p>
        </p:txBody>
      </p:sp>
      <p:sp>
        <p:nvSpPr>
          <p:cNvPr id="26" name="text-:">
            <a:extLst xmlns:a="http://schemas.openxmlformats.org/drawingml/2006/main">
              <a:ext uri="{FF2B5EF4-FFF2-40B4-BE49-F238E27FC236}">
                <a16:creationId xmlns:a16="http://schemas.microsoft.com/office/drawing/2014/main" id="{3C848D77-2CA6-4AE4-9F3D-A27D4C4A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2006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:</a:t>
            </a:r>
          </a:p>
        </p:txBody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6810B28-1A1E-46C4-8817-A6976098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10200"/>
            <a:ext cx="3048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WEDDING THEME">
            <a:extLst xmlns:a="http://schemas.openxmlformats.org/drawingml/2006/main">
              <a:ext uri="{FF2B5EF4-FFF2-40B4-BE49-F238E27FC236}">
                <a16:creationId xmlns:a16="http://schemas.microsoft.com/office/drawing/2014/main" id="{6A070320-580F-407F-A4E4-5B700770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43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WEDDING THEME</a:t>
            </a:r>
          </a:p>
        </p:txBody>
      </p:sp>
      <p:sp>
        <p:nvSpPr>
          <p:cNvPr id="29" name="text-:">
            <a:extLst xmlns:a="http://schemas.openxmlformats.org/drawingml/2006/main">
              <a:ext uri="{FF2B5EF4-FFF2-40B4-BE49-F238E27FC236}">
                <a16:creationId xmlns:a16="http://schemas.microsoft.com/office/drawing/2014/main" id="{8F52FBDF-81C5-4745-B1A6-7FC292A7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5435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:</a:t>
            </a:r>
          </a:p>
        </p:txBody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C07AF7-6FB7-41BB-A16F-54851CF7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53100"/>
            <a:ext cx="3048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PLANNER BELONGS TO">
            <a:extLst xmlns:a="http://schemas.openxmlformats.org/drawingml/2006/main">
              <a:ext uri="{FF2B5EF4-FFF2-40B4-BE49-F238E27FC236}">
                <a16:creationId xmlns:a16="http://schemas.microsoft.com/office/drawing/2014/main" id="{D10EAC24-38E7-4E5C-8814-C8451883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86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PLANNER BELONGS TO</a:t>
            </a:r>
          </a:p>
        </p:txBody>
      </p:sp>
      <p:sp>
        <p:nvSpPr>
          <p:cNvPr id="32" name="text-:">
            <a:extLst xmlns:a="http://schemas.openxmlformats.org/drawingml/2006/main">
              <a:ext uri="{FF2B5EF4-FFF2-40B4-BE49-F238E27FC236}">
                <a16:creationId xmlns:a16="http://schemas.microsoft.com/office/drawing/2014/main" id="{3E2A448A-E477-409F-8E0E-6BBE4352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8864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:</a:t>
            </a:r>
          </a:p>
        </p:txBody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B3463D6-429E-47F9-8E9C-E488D75B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96000"/>
            <a:ext cx="3048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PHONE / EMAIL">
            <a:extLst xmlns:a="http://schemas.openxmlformats.org/drawingml/2006/main">
              <a:ext uri="{FF2B5EF4-FFF2-40B4-BE49-F238E27FC236}">
                <a16:creationId xmlns:a16="http://schemas.microsoft.com/office/drawing/2014/main" id="{595386F9-3D67-4348-8580-76DD8175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29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PHONE / EMAIL</a:t>
            </a:r>
          </a:p>
        </p:txBody>
      </p:sp>
      <p:sp>
        <p:nvSpPr>
          <p:cNvPr id="35" name="text-:">
            <a:extLst xmlns:a="http://schemas.openxmlformats.org/drawingml/2006/main">
              <a:ext uri="{FF2B5EF4-FFF2-40B4-BE49-F238E27FC236}">
                <a16:creationId xmlns:a16="http://schemas.microsoft.com/office/drawing/2014/main" id="{9332CF7C-118C-4DF1-A271-86601642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62293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:</a:t>
            </a:r>
          </a:p>
        </p:txBody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AEE64AC-2C02-4AD9-9251-0EF4FCE4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438900"/>
            <a:ext cx="3048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EMERGENCY CONTACT">
            <a:extLst xmlns:a="http://schemas.openxmlformats.org/drawingml/2006/main">
              <a:ext uri="{FF2B5EF4-FFF2-40B4-BE49-F238E27FC236}">
                <a16:creationId xmlns:a16="http://schemas.microsoft.com/office/drawing/2014/main" id="{50A4FB59-E07A-4D26-9AA7-306847E9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572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EMERGENCY CONTACT</a:t>
            </a:r>
          </a:p>
        </p:txBody>
      </p:sp>
      <p:sp>
        <p:nvSpPr>
          <p:cNvPr id="38" name="text-:">
            <a:extLst xmlns:a="http://schemas.openxmlformats.org/drawingml/2006/main">
              <a:ext uri="{FF2B5EF4-FFF2-40B4-BE49-F238E27FC236}">
                <a16:creationId xmlns:a16="http://schemas.microsoft.com/office/drawing/2014/main" id="{DBCA28D4-4FC6-4242-95F6-C0F044CD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65722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:</a:t>
            </a:r>
          </a:p>
        </p:txBody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65717E0-3FA0-43D0-9FA9-7948A6F5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781800"/>
            <a:ext cx="3048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-EMERGENCY CONTACT NUMBER">
            <a:extLst xmlns:a="http://schemas.openxmlformats.org/drawingml/2006/main">
              <a:ext uri="{FF2B5EF4-FFF2-40B4-BE49-F238E27FC236}">
                <a16:creationId xmlns:a16="http://schemas.microsoft.com/office/drawing/2014/main" id="{F9FB1900-415E-46AF-95EB-CC006C5E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915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EMERGENCY CONTACT NUMBER</a:t>
            </a:r>
          </a:p>
        </p:txBody>
      </p:sp>
      <p:sp>
        <p:nvSpPr>
          <p:cNvPr id="41" name="text-:">
            <a:extLst xmlns:a="http://schemas.openxmlformats.org/drawingml/2006/main">
              <a:ext uri="{FF2B5EF4-FFF2-40B4-BE49-F238E27FC236}">
                <a16:creationId xmlns:a16="http://schemas.microsoft.com/office/drawing/2014/main" id="{2F7EDEC2-DCEA-4FC7-89E8-829ACC2F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69151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:</a:t>
            </a:r>
          </a:p>
        </p:txBody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8FC21FA-2A00-4827-91D7-6D3E0181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7124700"/>
            <a:ext cx="3048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B318217-FAAF-4320-A422-27A6E322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477125"/>
            <a:ext cx="5334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44" name="text-A FEW WORDS ABOUT OUR BI">
            <a:extLst xmlns:a="http://schemas.openxmlformats.org/drawingml/2006/main">
              <a:ext uri="{FF2B5EF4-FFF2-40B4-BE49-F238E27FC236}">
                <a16:creationId xmlns:a16="http://schemas.microsoft.com/office/drawing/2014/main" id="{7746A05E-C012-45DD-9FEA-600EC214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75723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A FEW WORDS ABOUT OUR BIG DAY</a:t>
            </a:r>
          </a:p>
        </p:txBody>
      </p:sp>
      <p:sp>
        <p:nvSpPr>
          <p:cNvPr id="45" name="text-♥">
            <a:extLst xmlns:a="http://schemas.openxmlformats.org/drawingml/2006/main">
              <a:ext uri="{FF2B5EF4-FFF2-40B4-BE49-F238E27FC236}">
                <a16:creationId xmlns:a16="http://schemas.microsoft.com/office/drawing/2014/main" id="{6F5FE01D-D14E-45AD-8333-E76A2905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8581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C79A43"/>
                </a:solidFill>
              </a:defRPr>
            </a:pPr>
            <a:r>
              <a:rPr sz="1350" b="0" i="0">
                <a:solidFill>
                  <a:srgbClr val="C79A43"/>
                </a:solidFill>
              </a:rPr>
              <a:t>♥</a:t>
            </a:r>
          </a:p>
        </p:txBody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9DD33DE-B818-467A-BCD9-9509514D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201025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60B32E5-C433-4480-A127-CB47F988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467725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31B6D2C-3E06-431B-A2D3-17CB0850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734425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8B3DA5C-FE79-4BAC-9328-DB207CB3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001125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1AA1AC1-1BB5-4C97-AE5D-0F8F0626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267825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733DEA6-C607-459A-8686-57F77E76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534525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698452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c93495a884d59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content-mask">
            <a:extLst xmlns:a="http://schemas.openxmlformats.org/drawingml/2006/main">
              <a:ext uri="{FF2B5EF4-FFF2-40B4-BE49-F238E27FC236}">
                <a16:creationId xmlns:a16="http://schemas.microsoft.com/office/drawing/2014/main" id="{5E0E4108-3C58-4E98-93B0-78FD018B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6477000" cy="919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old-rule">
            <a:extLst xmlns:a="http://schemas.openxmlformats.org/drawingml/2006/main">
              <a:ext uri="{FF2B5EF4-FFF2-40B4-BE49-F238E27FC236}">
                <a16:creationId xmlns:a16="http://schemas.microsoft.com/office/drawing/2014/main" id="{6857D4D7-702B-4AB3-BC5A-634BD03E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000125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rnament">
            <a:extLst xmlns:a="http://schemas.openxmlformats.org/drawingml/2006/main">
              <a:ext uri="{FF2B5EF4-FFF2-40B4-BE49-F238E27FC236}">
                <a16:creationId xmlns:a16="http://schemas.microsoft.com/office/drawing/2014/main" id="{F45B20BC-1A11-4739-8D1C-B9276144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876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A43"/>
                </a:solidFill>
              </a:defRPr>
            </a:pPr>
            <a:r>
              <a:rPr sz="750" b="0" i="0">
                <a:solidFill>
                  <a:srgbClr val="C79A43"/>
                </a:solidFill>
              </a:rPr>
              <a:t>◆</a:t>
            </a:r>
          </a:p>
        </p:txBody>
      </p:sp>
      <p:sp>
        <p:nvSpPr>
          <p:cNvPr id="5" name="gold-rule">
            <a:extLst xmlns:a="http://schemas.openxmlformats.org/drawingml/2006/main">
              <a:ext uri="{FF2B5EF4-FFF2-40B4-BE49-F238E27FC236}">
                <a16:creationId xmlns:a16="http://schemas.microsoft.com/office/drawing/2014/main" id="{BDDFA037-9863-44EF-8C8B-5E5BF06E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000125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title">
            <a:extLst xmlns:a="http://schemas.openxmlformats.org/drawingml/2006/main">
              <a:ext uri="{FF2B5EF4-FFF2-40B4-BE49-F238E27FC236}">
                <a16:creationId xmlns:a16="http://schemas.microsoft.com/office/drawing/2014/main" id="{5F3AA5EF-BD3C-45DE-8E70-D0F33553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00150"/>
            <a:ext cx="584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697D62"/>
                </a:solidFill>
              </a:defRPr>
            </a:pPr>
            <a:r>
              <a:rPr sz="3225" b="0" i="0">
                <a:solidFill>
                  <a:srgbClr val="697D62"/>
                </a:solidFill>
              </a:rPr>
              <a:t>ROUGH NOTES</a:t>
            </a:r>
          </a:p>
        </p:txBody>
      </p:sp>
      <p:sp>
        <p:nvSpPr>
          <p:cNvPr id="7" name="text-Vision &amp; Inspiration">
            <a:extLst xmlns:a="http://schemas.openxmlformats.org/drawingml/2006/main">
              <a:ext uri="{FF2B5EF4-FFF2-40B4-BE49-F238E27FC236}">
                <a16:creationId xmlns:a16="http://schemas.microsoft.com/office/drawing/2014/main" id="{9B5D9B8D-5769-4CED-8CD7-83D3B428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145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697D62"/>
                </a:solidFill>
              </a:defRPr>
            </a:pPr>
            <a:r>
              <a:rPr sz="1725" b="0" i="1">
                <a:solidFill>
                  <a:srgbClr val="697D62"/>
                </a:solidFill>
              </a:rPr>
              <a:t>Vision &amp; Inspiration</a:t>
            </a:r>
          </a:p>
        </p:txBody>
      </p:sp>
      <p:sp>
        <p:nvSpPr>
          <p:cNvPr id="8" name="gold-rule">
            <a:extLst xmlns:a="http://schemas.openxmlformats.org/drawingml/2006/main">
              <a:ext uri="{FF2B5EF4-FFF2-40B4-BE49-F238E27FC236}">
                <a16:creationId xmlns:a16="http://schemas.microsoft.com/office/drawing/2014/main" id="{AAE81875-F192-4FA3-BB2F-712998C6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00275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rnament">
            <a:extLst xmlns:a="http://schemas.openxmlformats.org/drawingml/2006/main">
              <a:ext uri="{FF2B5EF4-FFF2-40B4-BE49-F238E27FC236}">
                <a16:creationId xmlns:a16="http://schemas.microsoft.com/office/drawing/2014/main" id="{04D8EFAA-42C2-41C0-9A60-C66012F2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764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A43"/>
                </a:solidFill>
              </a:defRPr>
            </a:pPr>
            <a:r>
              <a:rPr sz="750" b="0" i="0">
                <a:solidFill>
                  <a:srgbClr val="C79A43"/>
                </a:solidFill>
              </a:rPr>
              <a:t>◆</a:t>
            </a:r>
          </a:p>
        </p:txBody>
      </p:sp>
      <p:sp>
        <p:nvSpPr>
          <p:cNvPr id="10" name="gold-rule">
            <a:extLst xmlns:a="http://schemas.openxmlformats.org/drawingml/2006/main">
              <a:ext uri="{FF2B5EF4-FFF2-40B4-BE49-F238E27FC236}">
                <a16:creationId xmlns:a16="http://schemas.microsoft.com/office/drawing/2014/main" id="{3E0A3616-3541-418C-901A-981E62F4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200275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FA55FA0-7E9D-4F52-B5FD-C015360F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817FB01-5BF1-4A51-9844-3F11D02E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D9C2C42-CBD2-48EF-8D3D-8D18E869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043A04D-1D73-43A6-8E90-78D79BF4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042DB43-A568-496B-934A-99536343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7109E12-A551-4119-87D1-D09C12C3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FDA3949-2EAA-4F58-8DA0-D09D6A0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0052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D2C0544-7CEF-4C9F-B5DA-EC0E7307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66FD5AF-3F0A-461D-A999-36EBD603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5297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95612F0-6E6C-455A-8AD8-78678118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E849774-A49F-4711-972F-D0FD23C8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025937-837E-449D-8D7D-7385B493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0CB0DD70-4042-4321-BA5C-055DAAF7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953125"/>
            <a:ext cx="3448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97D62"/>
            </a:solidFill>
            <a:prstDash val="solid"/>
          </a:ln>
        </p:spPr>
      </p:sp>
      <p:sp>
        <p:nvSpPr>
          <p:cNvPr id="24" name="text-Ideas / Sketches">
            <a:extLst xmlns:a="http://schemas.openxmlformats.org/drawingml/2006/main">
              <a:ext uri="{FF2B5EF4-FFF2-40B4-BE49-F238E27FC236}">
                <a16:creationId xmlns:a16="http://schemas.microsoft.com/office/drawing/2014/main" id="{179A4535-569D-4FB9-B624-621DDE10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0007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97D62"/>
                </a:solidFill>
              </a:defRPr>
            </a:pPr>
            <a:r>
              <a:rPr sz="1350" b="0" i="0">
                <a:solidFill>
                  <a:srgbClr val="697D62"/>
                </a:solidFill>
              </a:rPr>
              <a:t>Ideas / Sketches</a:t>
            </a:r>
          </a:p>
        </p:txBody>
      </p:sp>
      <p:sp>
        <p:nvSpPr>
          <p:cNvPr id="25" name="dot-grid">
            <a:extLst xmlns:a="http://schemas.openxmlformats.org/drawingml/2006/main">
              <a:ext uri="{FF2B5EF4-FFF2-40B4-BE49-F238E27FC236}">
                <a16:creationId xmlns:a16="http://schemas.microsoft.com/office/drawing/2014/main" id="{40D023D2-9ABA-4CCF-947C-49A26C33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ot-grid">
            <a:extLst xmlns:a="http://schemas.openxmlformats.org/drawingml/2006/main">
              <a:ext uri="{FF2B5EF4-FFF2-40B4-BE49-F238E27FC236}">
                <a16:creationId xmlns:a16="http://schemas.microsoft.com/office/drawing/2014/main" id="{673AEB06-D767-4A5B-AF48-9810DB63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ot-grid">
            <a:extLst xmlns:a="http://schemas.openxmlformats.org/drawingml/2006/main">
              <a:ext uri="{FF2B5EF4-FFF2-40B4-BE49-F238E27FC236}">
                <a16:creationId xmlns:a16="http://schemas.microsoft.com/office/drawing/2014/main" id="{9ABF43AA-D8F7-46BB-B459-567FDF8A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ot-grid">
            <a:extLst xmlns:a="http://schemas.openxmlformats.org/drawingml/2006/main">
              <a:ext uri="{FF2B5EF4-FFF2-40B4-BE49-F238E27FC236}">
                <a16:creationId xmlns:a16="http://schemas.microsoft.com/office/drawing/2014/main" id="{92CCD768-FA61-448E-ADD5-86697EEC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ot-grid">
            <a:extLst xmlns:a="http://schemas.openxmlformats.org/drawingml/2006/main">
              <a:ext uri="{FF2B5EF4-FFF2-40B4-BE49-F238E27FC236}">
                <a16:creationId xmlns:a16="http://schemas.microsoft.com/office/drawing/2014/main" id="{1F0BE6CB-7850-4FB1-94F0-DB6C97F8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ot-grid">
            <a:extLst xmlns:a="http://schemas.openxmlformats.org/drawingml/2006/main">
              <a:ext uri="{FF2B5EF4-FFF2-40B4-BE49-F238E27FC236}">
                <a16:creationId xmlns:a16="http://schemas.microsoft.com/office/drawing/2014/main" id="{FB8DB285-D196-43CA-A9B7-941B8B32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ot-grid">
            <a:extLst xmlns:a="http://schemas.openxmlformats.org/drawingml/2006/main">
              <a:ext uri="{FF2B5EF4-FFF2-40B4-BE49-F238E27FC236}">
                <a16:creationId xmlns:a16="http://schemas.microsoft.com/office/drawing/2014/main" id="{149111E7-6755-4F47-B0CA-8C569033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ot-grid">
            <a:extLst xmlns:a="http://schemas.openxmlformats.org/drawingml/2006/main">
              <a:ext uri="{FF2B5EF4-FFF2-40B4-BE49-F238E27FC236}">
                <a16:creationId xmlns:a16="http://schemas.microsoft.com/office/drawing/2014/main" id="{C7374E5E-EE9A-46B4-A0E2-608ED7FC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dot-grid">
            <a:extLst xmlns:a="http://schemas.openxmlformats.org/drawingml/2006/main">
              <a:ext uri="{FF2B5EF4-FFF2-40B4-BE49-F238E27FC236}">
                <a16:creationId xmlns:a16="http://schemas.microsoft.com/office/drawing/2014/main" id="{EB74DF34-84AE-4D39-8222-5AA69924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ot-grid">
            <a:extLst xmlns:a="http://schemas.openxmlformats.org/drawingml/2006/main">
              <a:ext uri="{FF2B5EF4-FFF2-40B4-BE49-F238E27FC236}">
                <a16:creationId xmlns:a16="http://schemas.microsoft.com/office/drawing/2014/main" id="{6F799D8B-612B-4548-8776-3E58DF8F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ot-grid">
            <a:extLst xmlns:a="http://schemas.openxmlformats.org/drawingml/2006/main">
              <a:ext uri="{FF2B5EF4-FFF2-40B4-BE49-F238E27FC236}">
                <a16:creationId xmlns:a16="http://schemas.microsoft.com/office/drawing/2014/main" id="{67DE6941-D3E8-4317-8D1D-A28E909E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ot-grid">
            <a:extLst xmlns:a="http://schemas.openxmlformats.org/drawingml/2006/main">
              <a:ext uri="{FF2B5EF4-FFF2-40B4-BE49-F238E27FC236}">
                <a16:creationId xmlns:a16="http://schemas.microsoft.com/office/drawing/2014/main" id="{0D7BE111-554A-4C03-8BAD-0BF6839E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ot-grid">
            <a:extLst xmlns:a="http://schemas.openxmlformats.org/drawingml/2006/main">
              <a:ext uri="{FF2B5EF4-FFF2-40B4-BE49-F238E27FC236}">
                <a16:creationId xmlns:a16="http://schemas.microsoft.com/office/drawing/2014/main" id="{19D07F3F-F167-49DF-90FD-07AF8E0B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ot-grid">
            <a:extLst xmlns:a="http://schemas.openxmlformats.org/drawingml/2006/main">
              <a:ext uri="{FF2B5EF4-FFF2-40B4-BE49-F238E27FC236}">
                <a16:creationId xmlns:a16="http://schemas.microsoft.com/office/drawing/2014/main" id="{F93443D7-2565-43F0-B22C-C001BF42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ot-grid">
            <a:extLst xmlns:a="http://schemas.openxmlformats.org/drawingml/2006/main">
              <a:ext uri="{FF2B5EF4-FFF2-40B4-BE49-F238E27FC236}">
                <a16:creationId xmlns:a16="http://schemas.microsoft.com/office/drawing/2014/main" id="{774A8DA0-D091-479A-BE45-21E8B5E0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ot-grid">
            <a:extLst xmlns:a="http://schemas.openxmlformats.org/drawingml/2006/main">
              <a:ext uri="{FF2B5EF4-FFF2-40B4-BE49-F238E27FC236}">
                <a16:creationId xmlns:a16="http://schemas.microsoft.com/office/drawing/2014/main" id="{1E3D933E-8138-4B16-A5E4-F1019A1D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ot-grid">
            <a:extLst xmlns:a="http://schemas.openxmlformats.org/drawingml/2006/main">
              <a:ext uri="{FF2B5EF4-FFF2-40B4-BE49-F238E27FC236}">
                <a16:creationId xmlns:a16="http://schemas.microsoft.com/office/drawing/2014/main" id="{D334BE8C-ACB1-4447-87D2-73250C3E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ot-grid">
            <a:extLst xmlns:a="http://schemas.openxmlformats.org/drawingml/2006/main">
              <a:ext uri="{FF2B5EF4-FFF2-40B4-BE49-F238E27FC236}">
                <a16:creationId xmlns:a16="http://schemas.microsoft.com/office/drawing/2014/main" id="{F5D7069E-317E-4806-A007-1F8DF5FA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64960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ot-grid">
            <a:extLst xmlns:a="http://schemas.openxmlformats.org/drawingml/2006/main">
              <a:ext uri="{FF2B5EF4-FFF2-40B4-BE49-F238E27FC236}">
                <a16:creationId xmlns:a16="http://schemas.microsoft.com/office/drawing/2014/main" id="{3CD54CD3-4251-4535-A187-037B3370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ot-grid">
            <a:extLst xmlns:a="http://schemas.openxmlformats.org/drawingml/2006/main">
              <a:ext uri="{FF2B5EF4-FFF2-40B4-BE49-F238E27FC236}">
                <a16:creationId xmlns:a16="http://schemas.microsoft.com/office/drawing/2014/main" id="{57FBF99F-2DEE-4214-BE40-22E87167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ot-grid">
            <a:extLst xmlns:a="http://schemas.openxmlformats.org/drawingml/2006/main">
              <a:ext uri="{FF2B5EF4-FFF2-40B4-BE49-F238E27FC236}">
                <a16:creationId xmlns:a16="http://schemas.microsoft.com/office/drawing/2014/main" id="{C4665F20-CB3C-4136-9ED6-6B402A6F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ot-grid">
            <a:extLst xmlns:a="http://schemas.openxmlformats.org/drawingml/2006/main">
              <a:ext uri="{FF2B5EF4-FFF2-40B4-BE49-F238E27FC236}">
                <a16:creationId xmlns:a16="http://schemas.microsoft.com/office/drawing/2014/main" id="{9FCE2D51-9B78-43A5-B249-D29328A4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ot-grid">
            <a:extLst xmlns:a="http://schemas.openxmlformats.org/drawingml/2006/main">
              <a:ext uri="{FF2B5EF4-FFF2-40B4-BE49-F238E27FC236}">
                <a16:creationId xmlns:a16="http://schemas.microsoft.com/office/drawing/2014/main" id="{CF7446BD-D985-440D-A14B-C828B7A8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ot-grid">
            <a:extLst xmlns:a="http://schemas.openxmlformats.org/drawingml/2006/main">
              <a:ext uri="{FF2B5EF4-FFF2-40B4-BE49-F238E27FC236}">
                <a16:creationId xmlns:a16="http://schemas.microsoft.com/office/drawing/2014/main" id="{2AC8A729-6912-46A8-BA18-E239E5B5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ot-grid">
            <a:extLst xmlns:a="http://schemas.openxmlformats.org/drawingml/2006/main">
              <a:ext uri="{FF2B5EF4-FFF2-40B4-BE49-F238E27FC236}">
                <a16:creationId xmlns:a16="http://schemas.microsoft.com/office/drawing/2014/main" id="{327E9307-0B92-423E-81F0-CAD2B4B5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ot-grid">
            <a:extLst xmlns:a="http://schemas.openxmlformats.org/drawingml/2006/main">
              <a:ext uri="{FF2B5EF4-FFF2-40B4-BE49-F238E27FC236}">
                <a16:creationId xmlns:a16="http://schemas.microsoft.com/office/drawing/2014/main" id="{522F190D-7D6F-487B-B166-68E3901A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ot-grid">
            <a:extLst xmlns:a="http://schemas.openxmlformats.org/drawingml/2006/main">
              <a:ext uri="{FF2B5EF4-FFF2-40B4-BE49-F238E27FC236}">
                <a16:creationId xmlns:a16="http://schemas.microsoft.com/office/drawing/2014/main" id="{20193B25-47D3-47CB-9DC6-DF05390F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ot-grid">
            <a:extLst xmlns:a="http://schemas.openxmlformats.org/drawingml/2006/main">
              <a:ext uri="{FF2B5EF4-FFF2-40B4-BE49-F238E27FC236}">
                <a16:creationId xmlns:a16="http://schemas.microsoft.com/office/drawing/2014/main" id="{5A20EBBD-BAA0-4F47-BF60-6FFD1520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ot-grid">
            <a:extLst xmlns:a="http://schemas.openxmlformats.org/drawingml/2006/main">
              <a:ext uri="{FF2B5EF4-FFF2-40B4-BE49-F238E27FC236}">
                <a16:creationId xmlns:a16="http://schemas.microsoft.com/office/drawing/2014/main" id="{EF6481A3-6E72-4A33-A733-8A9502F0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ot-grid">
            <a:extLst xmlns:a="http://schemas.openxmlformats.org/drawingml/2006/main">
              <a:ext uri="{FF2B5EF4-FFF2-40B4-BE49-F238E27FC236}">
                <a16:creationId xmlns:a16="http://schemas.microsoft.com/office/drawing/2014/main" id="{E58345DD-A0E4-403E-AAE8-6F447131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dot-grid">
            <a:extLst xmlns:a="http://schemas.openxmlformats.org/drawingml/2006/main">
              <a:ext uri="{FF2B5EF4-FFF2-40B4-BE49-F238E27FC236}">
                <a16:creationId xmlns:a16="http://schemas.microsoft.com/office/drawing/2014/main" id="{D26C83E5-F431-4069-A181-91E11BED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dot-grid">
            <a:extLst xmlns:a="http://schemas.openxmlformats.org/drawingml/2006/main">
              <a:ext uri="{FF2B5EF4-FFF2-40B4-BE49-F238E27FC236}">
                <a16:creationId xmlns:a16="http://schemas.microsoft.com/office/drawing/2014/main" id="{BDE8A632-ADC5-4787-8533-2E9A4F69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ot-grid">
            <a:extLst xmlns:a="http://schemas.openxmlformats.org/drawingml/2006/main">
              <a:ext uri="{FF2B5EF4-FFF2-40B4-BE49-F238E27FC236}">
                <a16:creationId xmlns:a16="http://schemas.microsoft.com/office/drawing/2014/main" id="{6455B137-34DC-4737-97BC-E9B45C43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dot-grid">
            <a:extLst xmlns:a="http://schemas.openxmlformats.org/drawingml/2006/main">
              <a:ext uri="{FF2B5EF4-FFF2-40B4-BE49-F238E27FC236}">
                <a16:creationId xmlns:a16="http://schemas.microsoft.com/office/drawing/2014/main" id="{56478599-7CE4-421F-A39D-9FDCE28B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dot-grid">
            <a:extLst xmlns:a="http://schemas.openxmlformats.org/drawingml/2006/main">
              <a:ext uri="{FF2B5EF4-FFF2-40B4-BE49-F238E27FC236}">
                <a16:creationId xmlns:a16="http://schemas.microsoft.com/office/drawing/2014/main" id="{18D4AD10-1607-4439-81F1-318AE394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dot-grid">
            <a:extLst xmlns:a="http://schemas.openxmlformats.org/drawingml/2006/main">
              <a:ext uri="{FF2B5EF4-FFF2-40B4-BE49-F238E27FC236}">
                <a16:creationId xmlns:a16="http://schemas.microsoft.com/office/drawing/2014/main" id="{AAF061EC-3F11-4FDF-9F9C-49834448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6667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ot-grid">
            <a:extLst xmlns:a="http://schemas.openxmlformats.org/drawingml/2006/main">
              <a:ext uri="{FF2B5EF4-FFF2-40B4-BE49-F238E27FC236}">
                <a16:creationId xmlns:a16="http://schemas.microsoft.com/office/drawing/2014/main" id="{BCEBAF56-EEFE-44A5-B2D1-98F38C68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dot-grid">
            <a:extLst xmlns:a="http://schemas.openxmlformats.org/drawingml/2006/main">
              <a:ext uri="{FF2B5EF4-FFF2-40B4-BE49-F238E27FC236}">
                <a16:creationId xmlns:a16="http://schemas.microsoft.com/office/drawing/2014/main" id="{0754D715-0F96-4DBF-869B-6BAE89D3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dot-grid">
            <a:extLst xmlns:a="http://schemas.openxmlformats.org/drawingml/2006/main">
              <a:ext uri="{FF2B5EF4-FFF2-40B4-BE49-F238E27FC236}">
                <a16:creationId xmlns:a16="http://schemas.microsoft.com/office/drawing/2014/main" id="{0B763FB2-5E3B-42DE-806E-130B2535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dot-grid">
            <a:extLst xmlns:a="http://schemas.openxmlformats.org/drawingml/2006/main">
              <a:ext uri="{FF2B5EF4-FFF2-40B4-BE49-F238E27FC236}">
                <a16:creationId xmlns:a16="http://schemas.microsoft.com/office/drawing/2014/main" id="{A5B4AFB5-417C-4050-A280-7AF01467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dot-grid">
            <a:extLst xmlns:a="http://schemas.openxmlformats.org/drawingml/2006/main">
              <a:ext uri="{FF2B5EF4-FFF2-40B4-BE49-F238E27FC236}">
                <a16:creationId xmlns:a16="http://schemas.microsoft.com/office/drawing/2014/main" id="{4F3F4898-AFBD-409F-92EA-677C950D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ot-grid">
            <a:extLst xmlns:a="http://schemas.openxmlformats.org/drawingml/2006/main">
              <a:ext uri="{FF2B5EF4-FFF2-40B4-BE49-F238E27FC236}">
                <a16:creationId xmlns:a16="http://schemas.microsoft.com/office/drawing/2014/main" id="{2A39537B-0228-40E1-A77F-FF2829E0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dot-grid">
            <a:extLst xmlns:a="http://schemas.openxmlformats.org/drawingml/2006/main">
              <a:ext uri="{FF2B5EF4-FFF2-40B4-BE49-F238E27FC236}">
                <a16:creationId xmlns:a16="http://schemas.microsoft.com/office/drawing/2014/main" id="{94C98379-54CF-4E5A-9677-F307D202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dot-grid">
            <a:extLst xmlns:a="http://schemas.openxmlformats.org/drawingml/2006/main">
              <a:ext uri="{FF2B5EF4-FFF2-40B4-BE49-F238E27FC236}">
                <a16:creationId xmlns:a16="http://schemas.microsoft.com/office/drawing/2014/main" id="{A6953451-34C6-424A-9177-D52A2963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dot-grid">
            <a:extLst xmlns:a="http://schemas.openxmlformats.org/drawingml/2006/main">
              <a:ext uri="{FF2B5EF4-FFF2-40B4-BE49-F238E27FC236}">
                <a16:creationId xmlns:a16="http://schemas.microsoft.com/office/drawing/2014/main" id="{6FCA879C-A9F6-4B7C-A615-A9B24770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dot-grid">
            <a:extLst xmlns:a="http://schemas.openxmlformats.org/drawingml/2006/main">
              <a:ext uri="{FF2B5EF4-FFF2-40B4-BE49-F238E27FC236}">
                <a16:creationId xmlns:a16="http://schemas.microsoft.com/office/drawing/2014/main" id="{63AB888C-DBE7-40FF-ACDD-8678612E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dot-grid">
            <a:extLst xmlns:a="http://schemas.openxmlformats.org/drawingml/2006/main">
              <a:ext uri="{FF2B5EF4-FFF2-40B4-BE49-F238E27FC236}">
                <a16:creationId xmlns:a16="http://schemas.microsoft.com/office/drawing/2014/main" id="{B6940F67-A879-41D5-A1E0-D565E300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dot-grid">
            <a:extLst xmlns:a="http://schemas.openxmlformats.org/drawingml/2006/main">
              <a:ext uri="{FF2B5EF4-FFF2-40B4-BE49-F238E27FC236}">
                <a16:creationId xmlns:a16="http://schemas.microsoft.com/office/drawing/2014/main" id="{A00786DB-856A-4997-8771-9C716A26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dot-grid">
            <a:extLst xmlns:a="http://schemas.openxmlformats.org/drawingml/2006/main">
              <a:ext uri="{FF2B5EF4-FFF2-40B4-BE49-F238E27FC236}">
                <a16:creationId xmlns:a16="http://schemas.microsoft.com/office/drawing/2014/main" id="{1760C821-3AA5-41F4-A81F-18FBB664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dot-grid">
            <a:extLst xmlns:a="http://schemas.openxmlformats.org/drawingml/2006/main">
              <a:ext uri="{FF2B5EF4-FFF2-40B4-BE49-F238E27FC236}">
                <a16:creationId xmlns:a16="http://schemas.microsoft.com/office/drawing/2014/main" id="{E344C9F1-54FE-40FD-9CB6-526C7470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dot-grid">
            <a:extLst xmlns:a="http://schemas.openxmlformats.org/drawingml/2006/main">
              <a:ext uri="{FF2B5EF4-FFF2-40B4-BE49-F238E27FC236}">
                <a16:creationId xmlns:a16="http://schemas.microsoft.com/office/drawing/2014/main" id="{3DE3EAFD-1173-4748-9A48-0E6936E1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dot-grid">
            <a:extLst xmlns:a="http://schemas.openxmlformats.org/drawingml/2006/main">
              <a:ext uri="{FF2B5EF4-FFF2-40B4-BE49-F238E27FC236}">
                <a16:creationId xmlns:a16="http://schemas.microsoft.com/office/drawing/2014/main" id="{AAA7BB28-B616-4CA0-A5F9-D862FDFD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dot-grid">
            <a:extLst xmlns:a="http://schemas.openxmlformats.org/drawingml/2006/main">
              <a:ext uri="{FF2B5EF4-FFF2-40B4-BE49-F238E27FC236}">
                <a16:creationId xmlns:a16="http://schemas.microsoft.com/office/drawing/2014/main" id="{21BDA43E-A63C-4C0F-87FD-C340BF8F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dot-grid">
            <a:extLst xmlns:a="http://schemas.openxmlformats.org/drawingml/2006/main">
              <a:ext uri="{FF2B5EF4-FFF2-40B4-BE49-F238E27FC236}">
                <a16:creationId xmlns:a16="http://schemas.microsoft.com/office/drawing/2014/main" id="{CABA7E96-6D40-4A9E-B47B-96E9420A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68389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dot-grid">
            <a:extLst xmlns:a="http://schemas.openxmlformats.org/drawingml/2006/main">
              <a:ext uri="{FF2B5EF4-FFF2-40B4-BE49-F238E27FC236}">
                <a16:creationId xmlns:a16="http://schemas.microsoft.com/office/drawing/2014/main" id="{6A6AB5C2-C8EE-46CA-8094-14E90514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dot-grid">
            <a:extLst xmlns:a="http://schemas.openxmlformats.org/drawingml/2006/main">
              <a:ext uri="{FF2B5EF4-FFF2-40B4-BE49-F238E27FC236}">
                <a16:creationId xmlns:a16="http://schemas.microsoft.com/office/drawing/2014/main" id="{D5138B84-7E9B-4034-BB68-26CA37B7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dot-grid">
            <a:extLst xmlns:a="http://schemas.openxmlformats.org/drawingml/2006/main">
              <a:ext uri="{FF2B5EF4-FFF2-40B4-BE49-F238E27FC236}">
                <a16:creationId xmlns:a16="http://schemas.microsoft.com/office/drawing/2014/main" id="{96C9F8C1-E64A-4107-92DD-AD9CC6C6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dot-grid">
            <a:extLst xmlns:a="http://schemas.openxmlformats.org/drawingml/2006/main">
              <a:ext uri="{FF2B5EF4-FFF2-40B4-BE49-F238E27FC236}">
                <a16:creationId xmlns:a16="http://schemas.microsoft.com/office/drawing/2014/main" id="{684605AA-1D2F-4075-9384-ADDBB63F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dot-grid">
            <a:extLst xmlns:a="http://schemas.openxmlformats.org/drawingml/2006/main">
              <a:ext uri="{FF2B5EF4-FFF2-40B4-BE49-F238E27FC236}">
                <a16:creationId xmlns:a16="http://schemas.microsoft.com/office/drawing/2014/main" id="{9683CF3A-E961-4A30-B683-83809985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dot-grid">
            <a:extLst xmlns:a="http://schemas.openxmlformats.org/drawingml/2006/main">
              <a:ext uri="{FF2B5EF4-FFF2-40B4-BE49-F238E27FC236}">
                <a16:creationId xmlns:a16="http://schemas.microsoft.com/office/drawing/2014/main" id="{B96CC859-FFAD-4EEE-ACAC-043C7CF8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dot-grid">
            <a:extLst xmlns:a="http://schemas.openxmlformats.org/drawingml/2006/main">
              <a:ext uri="{FF2B5EF4-FFF2-40B4-BE49-F238E27FC236}">
                <a16:creationId xmlns:a16="http://schemas.microsoft.com/office/drawing/2014/main" id="{8108971F-1E9E-4618-8D39-28D170CE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dot-grid">
            <a:extLst xmlns:a="http://schemas.openxmlformats.org/drawingml/2006/main">
              <a:ext uri="{FF2B5EF4-FFF2-40B4-BE49-F238E27FC236}">
                <a16:creationId xmlns:a16="http://schemas.microsoft.com/office/drawing/2014/main" id="{9038F4DB-2D75-4941-AE78-C203AD76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dot-grid">
            <a:extLst xmlns:a="http://schemas.openxmlformats.org/drawingml/2006/main">
              <a:ext uri="{FF2B5EF4-FFF2-40B4-BE49-F238E27FC236}">
                <a16:creationId xmlns:a16="http://schemas.microsoft.com/office/drawing/2014/main" id="{393F1D3C-408F-45CC-A1F4-31052911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dot-grid">
            <a:extLst xmlns:a="http://schemas.openxmlformats.org/drawingml/2006/main">
              <a:ext uri="{FF2B5EF4-FFF2-40B4-BE49-F238E27FC236}">
                <a16:creationId xmlns:a16="http://schemas.microsoft.com/office/drawing/2014/main" id="{E767C41D-F528-4475-B007-E9AF0F76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dot-grid">
            <a:extLst xmlns:a="http://schemas.openxmlformats.org/drawingml/2006/main">
              <a:ext uri="{FF2B5EF4-FFF2-40B4-BE49-F238E27FC236}">
                <a16:creationId xmlns:a16="http://schemas.microsoft.com/office/drawing/2014/main" id="{C534B44A-8ADE-42B8-88FC-A9925D9E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ot-grid">
            <a:extLst xmlns:a="http://schemas.openxmlformats.org/drawingml/2006/main">
              <a:ext uri="{FF2B5EF4-FFF2-40B4-BE49-F238E27FC236}">
                <a16:creationId xmlns:a16="http://schemas.microsoft.com/office/drawing/2014/main" id="{658A7481-47CC-497E-8155-B6EC5392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dot-grid">
            <a:extLst xmlns:a="http://schemas.openxmlformats.org/drawingml/2006/main">
              <a:ext uri="{FF2B5EF4-FFF2-40B4-BE49-F238E27FC236}">
                <a16:creationId xmlns:a16="http://schemas.microsoft.com/office/drawing/2014/main" id="{98DD8F17-332C-4AB4-9515-E652B7BC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dot-grid">
            <a:extLst xmlns:a="http://schemas.openxmlformats.org/drawingml/2006/main">
              <a:ext uri="{FF2B5EF4-FFF2-40B4-BE49-F238E27FC236}">
                <a16:creationId xmlns:a16="http://schemas.microsoft.com/office/drawing/2014/main" id="{DE43E5BB-3524-4652-BC4E-3C06A231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dot-grid">
            <a:extLst xmlns:a="http://schemas.openxmlformats.org/drawingml/2006/main">
              <a:ext uri="{FF2B5EF4-FFF2-40B4-BE49-F238E27FC236}">
                <a16:creationId xmlns:a16="http://schemas.microsoft.com/office/drawing/2014/main" id="{589816CC-380A-4733-9069-6DE50636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dot-grid">
            <a:extLst xmlns:a="http://schemas.openxmlformats.org/drawingml/2006/main">
              <a:ext uri="{FF2B5EF4-FFF2-40B4-BE49-F238E27FC236}">
                <a16:creationId xmlns:a16="http://schemas.microsoft.com/office/drawing/2014/main" id="{3D7489C5-73E7-4232-B0FF-0EB23D92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dot-grid">
            <a:extLst xmlns:a="http://schemas.openxmlformats.org/drawingml/2006/main">
              <a:ext uri="{FF2B5EF4-FFF2-40B4-BE49-F238E27FC236}">
                <a16:creationId xmlns:a16="http://schemas.microsoft.com/office/drawing/2014/main" id="{4F88E284-CA52-4359-A1FD-FE89B5ED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ot-grid">
            <a:extLst xmlns:a="http://schemas.openxmlformats.org/drawingml/2006/main">
              <a:ext uri="{FF2B5EF4-FFF2-40B4-BE49-F238E27FC236}">
                <a16:creationId xmlns:a16="http://schemas.microsoft.com/office/drawing/2014/main" id="{56A87647-6E62-48A6-B17E-58315CBC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0104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dot-grid">
            <a:extLst xmlns:a="http://schemas.openxmlformats.org/drawingml/2006/main">
              <a:ext uri="{FF2B5EF4-FFF2-40B4-BE49-F238E27FC236}">
                <a16:creationId xmlns:a16="http://schemas.microsoft.com/office/drawing/2014/main" id="{65DD8B7C-A10B-4E03-A48C-03FAB52B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ot-grid">
            <a:extLst xmlns:a="http://schemas.openxmlformats.org/drawingml/2006/main">
              <a:ext uri="{FF2B5EF4-FFF2-40B4-BE49-F238E27FC236}">
                <a16:creationId xmlns:a16="http://schemas.microsoft.com/office/drawing/2014/main" id="{65CA42A6-677D-45E8-8AA6-96F5B6E6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dot-grid">
            <a:extLst xmlns:a="http://schemas.openxmlformats.org/drawingml/2006/main">
              <a:ext uri="{FF2B5EF4-FFF2-40B4-BE49-F238E27FC236}">
                <a16:creationId xmlns:a16="http://schemas.microsoft.com/office/drawing/2014/main" id="{5B178E65-5052-4B58-BF41-AC5E32E5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ot-grid">
            <a:extLst xmlns:a="http://schemas.openxmlformats.org/drawingml/2006/main">
              <a:ext uri="{FF2B5EF4-FFF2-40B4-BE49-F238E27FC236}">
                <a16:creationId xmlns:a16="http://schemas.microsoft.com/office/drawing/2014/main" id="{771357AD-FB40-4FA3-80A2-4EA5235C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dot-grid">
            <a:extLst xmlns:a="http://schemas.openxmlformats.org/drawingml/2006/main">
              <a:ext uri="{FF2B5EF4-FFF2-40B4-BE49-F238E27FC236}">
                <a16:creationId xmlns:a16="http://schemas.microsoft.com/office/drawing/2014/main" id="{0B5C7554-C2BD-410D-ACBC-6C73DE8C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ot-grid">
            <a:extLst xmlns:a="http://schemas.openxmlformats.org/drawingml/2006/main">
              <a:ext uri="{FF2B5EF4-FFF2-40B4-BE49-F238E27FC236}">
                <a16:creationId xmlns:a16="http://schemas.microsoft.com/office/drawing/2014/main" id="{A0883D9D-B7DB-460B-A0E3-D087B9C5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dot-grid">
            <a:extLst xmlns:a="http://schemas.openxmlformats.org/drawingml/2006/main">
              <a:ext uri="{FF2B5EF4-FFF2-40B4-BE49-F238E27FC236}">
                <a16:creationId xmlns:a16="http://schemas.microsoft.com/office/drawing/2014/main" id="{2F6AF42F-D599-4B5A-B496-7C90C093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ot-grid">
            <a:extLst xmlns:a="http://schemas.openxmlformats.org/drawingml/2006/main">
              <a:ext uri="{FF2B5EF4-FFF2-40B4-BE49-F238E27FC236}">
                <a16:creationId xmlns:a16="http://schemas.microsoft.com/office/drawing/2014/main" id="{FD11A638-679B-44FC-B0F4-5376D7E3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dot-grid">
            <a:extLst xmlns:a="http://schemas.openxmlformats.org/drawingml/2006/main">
              <a:ext uri="{FF2B5EF4-FFF2-40B4-BE49-F238E27FC236}">
                <a16:creationId xmlns:a16="http://schemas.microsoft.com/office/drawing/2014/main" id="{2E054B60-4826-4F16-80ED-7C5FB90D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ot-grid">
            <a:extLst xmlns:a="http://schemas.openxmlformats.org/drawingml/2006/main">
              <a:ext uri="{FF2B5EF4-FFF2-40B4-BE49-F238E27FC236}">
                <a16:creationId xmlns:a16="http://schemas.microsoft.com/office/drawing/2014/main" id="{35598C8A-43C6-404A-AA8A-2FAE8CC2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dot-grid">
            <a:extLst xmlns:a="http://schemas.openxmlformats.org/drawingml/2006/main">
              <a:ext uri="{FF2B5EF4-FFF2-40B4-BE49-F238E27FC236}">
                <a16:creationId xmlns:a16="http://schemas.microsoft.com/office/drawing/2014/main" id="{6C87CC25-777F-4EEF-9411-4ECBD581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ot-grid">
            <a:extLst xmlns:a="http://schemas.openxmlformats.org/drawingml/2006/main">
              <a:ext uri="{FF2B5EF4-FFF2-40B4-BE49-F238E27FC236}">
                <a16:creationId xmlns:a16="http://schemas.microsoft.com/office/drawing/2014/main" id="{7E4B3E73-0651-4BFF-8C81-A66748CB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dot-grid">
            <a:extLst xmlns:a="http://schemas.openxmlformats.org/drawingml/2006/main">
              <a:ext uri="{FF2B5EF4-FFF2-40B4-BE49-F238E27FC236}">
                <a16:creationId xmlns:a16="http://schemas.microsoft.com/office/drawing/2014/main" id="{1610DA7D-4923-4E79-B0AE-651C9DC2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ot-grid">
            <a:extLst xmlns:a="http://schemas.openxmlformats.org/drawingml/2006/main">
              <a:ext uri="{FF2B5EF4-FFF2-40B4-BE49-F238E27FC236}">
                <a16:creationId xmlns:a16="http://schemas.microsoft.com/office/drawing/2014/main" id="{090BB2D8-279C-4EB0-9269-B983F680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dot-grid">
            <a:extLst xmlns:a="http://schemas.openxmlformats.org/drawingml/2006/main">
              <a:ext uri="{FF2B5EF4-FFF2-40B4-BE49-F238E27FC236}">
                <a16:creationId xmlns:a16="http://schemas.microsoft.com/office/drawing/2014/main" id="{1FB7ADF5-93CD-455D-B132-CFE2B2CE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ot-grid">
            <a:extLst xmlns:a="http://schemas.openxmlformats.org/drawingml/2006/main">
              <a:ext uri="{FF2B5EF4-FFF2-40B4-BE49-F238E27FC236}">
                <a16:creationId xmlns:a16="http://schemas.microsoft.com/office/drawing/2014/main" id="{62DEEBC8-956E-4DC0-A59E-9A43F951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dot-grid">
            <a:extLst xmlns:a="http://schemas.openxmlformats.org/drawingml/2006/main">
              <a:ext uri="{FF2B5EF4-FFF2-40B4-BE49-F238E27FC236}">
                <a16:creationId xmlns:a16="http://schemas.microsoft.com/office/drawing/2014/main" id="{5B716D71-53F1-4A2F-B9AB-41EB42C9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ot-grid">
            <a:extLst xmlns:a="http://schemas.openxmlformats.org/drawingml/2006/main">
              <a:ext uri="{FF2B5EF4-FFF2-40B4-BE49-F238E27FC236}">
                <a16:creationId xmlns:a16="http://schemas.microsoft.com/office/drawing/2014/main" id="{D8A90702-3DA3-4CE3-B9FA-C01D7C35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1818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dot-grid">
            <a:extLst xmlns:a="http://schemas.openxmlformats.org/drawingml/2006/main">
              <a:ext uri="{FF2B5EF4-FFF2-40B4-BE49-F238E27FC236}">
                <a16:creationId xmlns:a16="http://schemas.microsoft.com/office/drawing/2014/main" id="{CECADA48-FB11-4279-85EF-5805CB8C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ot-grid">
            <a:extLst xmlns:a="http://schemas.openxmlformats.org/drawingml/2006/main">
              <a:ext uri="{FF2B5EF4-FFF2-40B4-BE49-F238E27FC236}">
                <a16:creationId xmlns:a16="http://schemas.microsoft.com/office/drawing/2014/main" id="{6B00DCF0-DF7D-4788-944A-CE060FED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dot-grid">
            <a:extLst xmlns:a="http://schemas.openxmlformats.org/drawingml/2006/main">
              <a:ext uri="{FF2B5EF4-FFF2-40B4-BE49-F238E27FC236}">
                <a16:creationId xmlns:a16="http://schemas.microsoft.com/office/drawing/2014/main" id="{2B718DBE-4EBB-4807-AA9B-1BED51A0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ot-grid">
            <a:extLst xmlns:a="http://schemas.openxmlformats.org/drawingml/2006/main">
              <a:ext uri="{FF2B5EF4-FFF2-40B4-BE49-F238E27FC236}">
                <a16:creationId xmlns:a16="http://schemas.microsoft.com/office/drawing/2014/main" id="{27C8FB36-F81B-4661-A455-50162E50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dot-grid">
            <a:extLst xmlns:a="http://schemas.openxmlformats.org/drawingml/2006/main">
              <a:ext uri="{FF2B5EF4-FFF2-40B4-BE49-F238E27FC236}">
                <a16:creationId xmlns:a16="http://schemas.microsoft.com/office/drawing/2014/main" id="{AD1324BF-F749-4DD3-A38A-ED810128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ot-grid">
            <a:extLst xmlns:a="http://schemas.openxmlformats.org/drawingml/2006/main">
              <a:ext uri="{FF2B5EF4-FFF2-40B4-BE49-F238E27FC236}">
                <a16:creationId xmlns:a16="http://schemas.microsoft.com/office/drawing/2014/main" id="{A8A0A0D3-F3AE-400D-A8C3-C7E6B450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dot-grid">
            <a:extLst xmlns:a="http://schemas.openxmlformats.org/drawingml/2006/main">
              <a:ext uri="{FF2B5EF4-FFF2-40B4-BE49-F238E27FC236}">
                <a16:creationId xmlns:a16="http://schemas.microsoft.com/office/drawing/2014/main" id="{5536B678-56AA-4704-BA8E-88070A77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ot-grid">
            <a:extLst xmlns:a="http://schemas.openxmlformats.org/drawingml/2006/main">
              <a:ext uri="{FF2B5EF4-FFF2-40B4-BE49-F238E27FC236}">
                <a16:creationId xmlns:a16="http://schemas.microsoft.com/office/drawing/2014/main" id="{36013D96-2119-4BE3-AF20-3927CB8E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dot-grid">
            <a:extLst xmlns:a="http://schemas.openxmlformats.org/drawingml/2006/main">
              <a:ext uri="{FF2B5EF4-FFF2-40B4-BE49-F238E27FC236}">
                <a16:creationId xmlns:a16="http://schemas.microsoft.com/office/drawing/2014/main" id="{C5E9229D-6DE4-496E-818D-302CA845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ot-grid">
            <a:extLst xmlns:a="http://schemas.openxmlformats.org/drawingml/2006/main">
              <a:ext uri="{FF2B5EF4-FFF2-40B4-BE49-F238E27FC236}">
                <a16:creationId xmlns:a16="http://schemas.microsoft.com/office/drawing/2014/main" id="{17FA10F1-7AAB-416A-9BEE-70770B1A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ot-grid">
            <a:extLst xmlns:a="http://schemas.openxmlformats.org/drawingml/2006/main">
              <a:ext uri="{FF2B5EF4-FFF2-40B4-BE49-F238E27FC236}">
                <a16:creationId xmlns:a16="http://schemas.microsoft.com/office/drawing/2014/main" id="{CF72A6A2-684A-45D7-AC4A-AA59E9F2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ot-grid">
            <a:extLst xmlns:a="http://schemas.openxmlformats.org/drawingml/2006/main">
              <a:ext uri="{FF2B5EF4-FFF2-40B4-BE49-F238E27FC236}">
                <a16:creationId xmlns:a16="http://schemas.microsoft.com/office/drawing/2014/main" id="{9C90CCD3-72F0-4450-9218-F7200E1B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dot-grid">
            <a:extLst xmlns:a="http://schemas.openxmlformats.org/drawingml/2006/main">
              <a:ext uri="{FF2B5EF4-FFF2-40B4-BE49-F238E27FC236}">
                <a16:creationId xmlns:a16="http://schemas.microsoft.com/office/drawing/2014/main" id="{E0E77ED7-D90E-46F0-B1B1-FAEF6482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ot-grid">
            <a:extLst xmlns:a="http://schemas.openxmlformats.org/drawingml/2006/main">
              <a:ext uri="{FF2B5EF4-FFF2-40B4-BE49-F238E27FC236}">
                <a16:creationId xmlns:a16="http://schemas.microsoft.com/office/drawing/2014/main" id="{60A67CD9-FD9E-49F0-A523-0DB2A4AE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ot-grid">
            <a:extLst xmlns:a="http://schemas.openxmlformats.org/drawingml/2006/main">
              <a:ext uri="{FF2B5EF4-FFF2-40B4-BE49-F238E27FC236}">
                <a16:creationId xmlns:a16="http://schemas.microsoft.com/office/drawing/2014/main" id="{B0124926-6F98-4E84-A324-41856E82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dot-grid">
            <a:extLst xmlns:a="http://schemas.openxmlformats.org/drawingml/2006/main">
              <a:ext uri="{FF2B5EF4-FFF2-40B4-BE49-F238E27FC236}">
                <a16:creationId xmlns:a16="http://schemas.microsoft.com/office/drawing/2014/main" id="{D439307C-AC39-46FC-A9B3-FCD443F0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ot-grid">
            <a:extLst xmlns:a="http://schemas.openxmlformats.org/drawingml/2006/main">
              <a:ext uri="{FF2B5EF4-FFF2-40B4-BE49-F238E27FC236}">
                <a16:creationId xmlns:a16="http://schemas.microsoft.com/office/drawing/2014/main" id="{46D45FDC-3EBF-49E3-B346-269C75E5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dot-grid">
            <a:extLst xmlns:a="http://schemas.openxmlformats.org/drawingml/2006/main">
              <a:ext uri="{FF2B5EF4-FFF2-40B4-BE49-F238E27FC236}">
                <a16:creationId xmlns:a16="http://schemas.microsoft.com/office/drawing/2014/main" id="{BEBC0534-1C6F-475F-8D7C-26143EC5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3533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ot-grid">
            <a:extLst xmlns:a="http://schemas.openxmlformats.org/drawingml/2006/main">
              <a:ext uri="{FF2B5EF4-FFF2-40B4-BE49-F238E27FC236}">
                <a16:creationId xmlns:a16="http://schemas.microsoft.com/office/drawing/2014/main" id="{2328FF2B-59EE-4115-A415-B4791499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dot-grid">
            <a:extLst xmlns:a="http://schemas.openxmlformats.org/drawingml/2006/main">
              <a:ext uri="{FF2B5EF4-FFF2-40B4-BE49-F238E27FC236}">
                <a16:creationId xmlns:a16="http://schemas.microsoft.com/office/drawing/2014/main" id="{2EC2588B-8169-4802-9C77-C494B453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ot-grid">
            <a:extLst xmlns:a="http://schemas.openxmlformats.org/drawingml/2006/main">
              <a:ext uri="{FF2B5EF4-FFF2-40B4-BE49-F238E27FC236}">
                <a16:creationId xmlns:a16="http://schemas.microsoft.com/office/drawing/2014/main" id="{28B1DF7C-C39E-4BAB-B7CB-B08BCB8A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ot-grid">
            <a:extLst xmlns:a="http://schemas.openxmlformats.org/drawingml/2006/main">
              <a:ext uri="{FF2B5EF4-FFF2-40B4-BE49-F238E27FC236}">
                <a16:creationId xmlns:a16="http://schemas.microsoft.com/office/drawing/2014/main" id="{FD27C788-F2CC-413A-B282-5576017F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ot-grid">
            <a:extLst xmlns:a="http://schemas.openxmlformats.org/drawingml/2006/main">
              <a:ext uri="{FF2B5EF4-FFF2-40B4-BE49-F238E27FC236}">
                <a16:creationId xmlns:a16="http://schemas.microsoft.com/office/drawing/2014/main" id="{8ED2193A-6ACC-4CD7-B668-3205B0D8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dot-grid">
            <a:extLst xmlns:a="http://schemas.openxmlformats.org/drawingml/2006/main">
              <a:ext uri="{FF2B5EF4-FFF2-40B4-BE49-F238E27FC236}">
                <a16:creationId xmlns:a16="http://schemas.microsoft.com/office/drawing/2014/main" id="{8218657C-4842-47FC-A3D2-F94A7880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ot-grid">
            <a:extLst xmlns:a="http://schemas.openxmlformats.org/drawingml/2006/main">
              <a:ext uri="{FF2B5EF4-FFF2-40B4-BE49-F238E27FC236}">
                <a16:creationId xmlns:a16="http://schemas.microsoft.com/office/drawing/2014/main" id="{B82E6AFF-7F22-45CA-9D04-A79B622A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dot-grid">
            <a:extLst xmlns:a="http://schemas.openxmlformats.org/drawingml/2006/main">
              <a:ext uri="{FF2B5EF4-FFF2-40B4-BE49-F238E27FC236}">
                <a16:creationId xmlns:a16="http://schemas.microsoft.com/office/drawing/2014/main" id="{31CFF21B-6556-4789-90AA-4A2B0DCB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ot-grid">
            <a:extLst xmlns:a="http://schemas.openxmlformats.org/drawingml/2006/main">
              <a:ext uri="{FF2B5EF4-FFF2-40B4-BE49-F238E27FC236}">
                <a16:creationId xmlns:a16="http://schemas.microsoft.com/office/drawing/2014/main" id="{962F9084-C394-4A15-A0C1-47C3E691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dot-grid">
            <a:extLst xmlns:a="http://schemas.openxmlformats.org/drawingml/2006/main">
              <a:ext uri="{FF2B5EF4-FFF2-40B4-BE49-F238E27FC236}">
                <a16:creationId xmlns:a16="http://schemas.microsoft.com/office/drawing/2014/main" id="{DFA6CF9C-AB5D-460E-A0AC-235FDE94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dot-grid">
            <a:extLst xmlns:a="http://schemas.openxmlformats.org/drawingml/2006/main">
              <a:ext uri="{FF2B5EF4-FFF2-40B4-BE49-F238E27FC236}">
                <a16:creationId xmlns:a16="http://schemas.microsoft.com/office/drawing/2014/main" id="{0AF3EFA8-799F-45F5-A22F-DB7F516F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dot-grid">
            <a:extLst xmlns:a="http://schemas.openxmlformats.org/drawingml/2006/main">
              <a:ext uri="{FF2B5EF4-FFF2-40B4-BE49-F238E27FC236}">
                <a16:creationId xmlns:a16="http://schemas.microsoft.com/office/drawing/2014/main" id="{2BA9F728-302E-4ED0-8FB9-E23D783E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dot-grid">
            <a:extLst xmlns:a="http://schemas.openxmlformats.org/drawingml/2006/main">
              <a:ext uri="{FF2B5EF4-FFF2-40B4-BE49-F238E27FC236}">
                <a16:creationId xmlns:a16="http://schemas.microsoft.com/office/drawing/2014/main" id="{B085BB36-147F-4C68-A78A-44CD2C40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dot-grid">
            <a:extLst xmlns:a="http://schemas.openxmlformats.org/drawingml/2006/main">
              <a:ext uri="{FF2B5EF4-FFF2-40B4-BE49-F238E27FC236}">
                <a16:creationId xmlns:a16="http://schemas.microsoft.com/office/drawing/2014/main" id="{EF5A7690-76C0-47A0-83E5-FCC62E3C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dot-grid">
            <a:extLst xmlns:a="http://schemas.openxmlformats.org/drawingml/2006/main">
              <a:ext uri="{FF2B5EF4-FFF2-40B4-BE49-F238E27FC236}">
                <a16:creationId xmlns:a16="http://schemas.microsoft.com/office/drawing/2014/main" id="{75C6214D-0407-4369-9A87-2FF711B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dot-grid">
            <a:extLst xmlns:a="http://schemas.openxmlformats.org/drawingml/2006/main">
              <a:ext uri="{FF2B5EF4-FFF2-40B4-BE49-F238E27FC236}">
                <a16:creationId xmlns:a16="http://schemas.microsoft.com/office/drawing/2014/main" id="{394C24AB-662A-41E3-89E2-121E4F26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dot-grid">
            <a:extLst xmlns:a="http://schemas.openxmlformats.org/drawingml/2006/main">
              <a:ext uri="{FF2B5EF4-FFF2-40B4-BE49-F238E27FC236}">
                <a16:creationId xmlns:a16="http://schemas.microsoft.com/office/drawing/2014/main" id="{2FAF876E-D869-4F55-ACE2-C33870ED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dot-grid">
            <a:extLst xmlns:a="http://schemas.openxmlformats.org/drawingml/2006/main">
              <a:ext uri="{FF2B5EF4-FFF2-40B4-BE49-F238E27FC236}">
                <a16:creationId xmlns:a16="http://schemas.microsoft.com/office/drawing/2014/main" id="{1E8B3E3B-091F-4A10-ACC6-7E64699F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5247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dot-grid">
            <a:extLst xmlns:a="http://schemas.openxmlformats.org/drawingml/2006/main">
              <a:ext uri="{FF2B5EF4-FFF2-40B4-BE49-F238E27FC236}">
                <a16:creationId xmlns:a16="http://schemas.microsoft.com/office/drawing/2014/main" id="{F9C3A137-BFED-4DBE-9C9B-E4B82154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dot-grid">
            <a:extLst xmlns:a="http://schemas.openxmlformats.org/drawingml/2006/main">
              <a:ext uri="{FF2B5EF4-FFF2-40B4-BE49-F238E27FC236}">
                <a16:creationId xmlns:a16="http://schemas.microsoft.com/office/drawing/2014/main" id="{6F58E7F8-17C4-4201-8332-88552B2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dot-grid">
            <a:extLst xmlns:a="http://schemas.openxmlformats.org/drawingml/2006/main">
              <a:ext uri="{FF2B5EF4-FFF2-40B4-BE49-F238E27FC236}">
                <a16:creationId xmlns:a16="http://schemas.microsoft.com/office/drawing/2014/main" id="{5BCB7887-59A6-446E-9F21-55367CD0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dot-grid">
            <a:extLst xmlns:a="http://schemas.openxmlformats.org/drawingml/2006/main">
              <a:ext uri="{FF2B5EF4-FFF2-40B4-BE49-F238E27FC236}">
                <a16:creationId xmlns:a16="http://schemas.microsoft.com/office/drawing/2014/main" id="{5BB83AA3-2BBB-426D-9CAC-4ECCCFC2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dot-grid">
            <a:extLst xmlns:a="http://schemas.openxmlformats.org/drawingml/2006/main">
              <a:ext uri="{FF2B5EF4-FFF2-40B4-BE49-F238E27FC236}">
                <a16:creationId xmlns:a16="http://schemas.microsoft.com/office/drawing/2014/main" id="{273D32BF-7B1E-4517-B12E-B3C6A75C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dot-grid">
            <a:extLst xmlns:a="http://schemas.openxmlformats.org/drawingml/2006/main">
              <a:ext uri="{FF2B5EF4-FFF2-40B4-BE49-F238E27FC236}">
                <a16:creationId xmlns:a16="http://schemas.microsoft.com/office/drawing/2014/main" id="{1E76C61A-CF4D-4F5E-A65B-A621A233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dot-grid">
            <a:extLst xmlns:a="http://schemas.openxmlformats.org/drawingml/2006/main">
              <a:ext uri="{FF2B5EF4-FFF2-40B4-BE49-F238E27FC236}">
                <a16:creationId xmlns:a16="http://schemas.microsoft.com/office/drawing/2014/main" id="{3EDE8E29-EB59-48D6-B477-8F3EDAC2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dot-grid">
            <a:extLst xmlns:a="http://schemas.openxmlformats.org/drawingml/2006/main">
              <a:ext uri="{FF2B5EF4-FFF2-40B4-BE49-F238E27FC236}">
                <a16:creationId xmlns:a16="http://schemas.microsoft.com/office/drawing/2014/main" id="{267745C9-E9A8-411A-A076-8D264CE2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dot-grid">
            <a:extLst xmlns:a="http://schemas.openxmlformats.org/drawingml/2006/main">
              <a:ext uri="{FF2B5EF4-FFF2-40B4-BE49-F238E27FC236}">
                <a16:creationId xmlns:a16="http://schemas.microsoft.com/office/drawing/2014/main" id="{19F3A938-0F53-4771-B1E0-E407A189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dot-grid">
            <a:extLst xmlns:a="http://schemas.openxmlformats.org/drawingml/2006/main">
              <a:ext uri="{FF2B5EF4-FFF2-40B4-BE49-F238E27FC236}">
                <a16:creationId xmlns:a16="http://schemas.microsoft.com/office/drawing/2014/main" id="{CF5B6299-7708-448B-AF5D-25F1B21F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dot-grid">
            <a:extLst xmlns:a="http://schemas.openxmlformats.org/drawingml/2006/main">
              <a:ext uri="{FF2B5EF4-FFF2-40B4-BE49-F238E27FC236}">
                <a16:creationId xmlns:a16="http://schemas.microsoft.com/office/drawing/2014/main" id="{9B58B56D-A232-490F-9B24-EB1B24B3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dot-grid">
            <a:extLst xmlns:a="http://schemas.openxmlformats.org/drawingml/2006/main">
              <a:ext uri="{FF2B5EF4-FFF2-40B4-BE49-F238E27FC236}">
                <a16:creationId xmlns:a16="http://schemas.microsoft.com/office/drawing/2014/main" id="{85C54B4F-D398-47E9-9BAE-964A31CD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dot-grid">
            <a:extLst xmlns:a="http://schemas.openxmlformats.org/drawingml/2006/main">
              <a:ext uri="{FF2B5EF4-FFF2-40B4-BE49-F238E27FC236}">
                <a16:creationId xmlns:a16="http://schemas.microsoft.com/office/drawing/2014/main" id="{23EE4F9F-9286-48D9-82BB-CD15E3CF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dot-grid">
            <a:extLst xmlns:a="http://schemas.openxmlformats.org/drawingml/2006/main">
              <a:ext uri="{FF2B5EF4-FFF2-40B4-BE49-F238E27FC236}">
                <a16:creationId xmlns:a16="http://schemas.microsoft.com/office/drawing/2014/main" id="{8CAC2067-9875-45FD-8C90-B652F5DD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dot-grid">
            <a:extLst xmlns:a="http://schemas.openxmlformats.org/drawingml/2006/main">
              <a:ext uri="{FF2B5EF4-FFF2-40B4-BE49-F238E27FC236}">
                <a16:creationId xmlns:a16="http://schemas.microsoft.com/office/drawing/2014/main" id="{117A9C13-0ED6-492A-BC34-63BD23DE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ot-grid">
            <a:extLst xmlns:a="http://schemas.openxmlformats.org/drawingml/2006/main">
              <a:ext uri="{FF2B5EF4-FFF2-40B4-BE49-F238E27FC236}">
                <a16:creationId xmlns:a16="http://schemas.microsoft.com/office/drawing/2014/main" id="{B4F1F58D-28C2-4CE1-BF0E-A49318A2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dot-grid">
            <a:extLst xmlns:a="http://schemas.openxmlformats.org/drawingml/2006/main">
              <a:ext uri="{FF2B5EF4-FFF2-40B4-BE49-F238E27FC236}">
                <a16:creationId xmlns:a16="http://schemas.microsoft.com/office/drawing/2014/main" id="{E218ACEC-1E0C-4E74-955C-EFE901B7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dot-grid">
            <a:extLst xmlns:a="http://schemas.openxmlformats.org/drawingml/2006/main">
              <a:ext uri="{FF2B5EF4-FFF2-40B4-BE49-F238E27FC236}">
                <a16:creationId xmlns:a16="http://schemas.microsoft.com/office/drawing/2014/main" id="{80CE3C2E-4DDF-46D0-A134-5BEDE334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6962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dot-grid">
            <a:extLst xmlns:a="http://schemas.openxmlformats.org/drawingml/2006/main">
              <a:ext uri="{FF2B5EF4-FFF2-40B4-BE49-F238E27FC236}">
                <a16:creationId xmlns:a16="http://schemas.microsoft.com/office/drawing/2014/main" id="{C009FE6B-2FA2-4DF5-8847-A704AC2F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dot-grid">
            <a:extLst xmlns:a="http://schemas.openxmlformats.org/drawingml/2006/main">
              <a:ext uri="{FF2B5EF4-FFF2-40B4-BE49-F238E27FC236}">
                <a16:creationId xmlns:a16="http://schemas.microsoft.com/office/drawing/2014/main" id="{88B6F976-6052-4DD1-A735-F4FCA5C4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dot-grid">
            <a:extLst xmlns:a="http://schemas.openxmlformats.org/drawingml/2006/main">
              <a:ext uri="{FF2B5EF4-FFF2-40B4-BE49-F238E27FC236}">
                <a16:creationId xmlns:a16="http://schemas.microsoft.com/office/drawing/2014/main" id="{30723F0C-B366-4138-9BA0-03BEA71A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dot-grid">
            <a:extLst xmlns:a="http://schemas.openxmlformats.org/drawingml/2006/main">
              <a:ext uri="{FF2B5EF4-FFF2-40B4-BE49-F238E27FC236}">
                <a16:creationId xmlns:a16="http://schemas.microsoft.com/office/drawing/2014/main" id="{F1355A44-EC27-4531-9F16-32FEFFFA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dot-grid">
            <a:extLst xmlns:a="http://schemas.openxmlformats.org/drawingml/2006/main">
              <a:ext uri="{FF2B5EF4-FFF2-40B4-BE49-F238E27FC236}">
                <a16:creationId xmlns:a16="http://schemas.microsoft.com/office/drawing/2014/main" id="{0BC31E13-6D95-4288-BB21-45527933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dot-grid">
            <a:extLst xmlns:a="http://schemas.openxmlformats.org/drawingml/2006/main">
              <a:ext uri="{FF2B5EF4-FFF2-40B4-BE49-F238E27FC236}">
                <a16:creationId xmlns:a16="http://schemas.microsoft.com/office/drawing/2014/main" id="{FF77B891-F543-4FE0-BCA4-A9E97D41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dot-grid">
            <a:extLst xmlns:a="http://schemas.openxmlformats.org/drawingml/2006/main">
              <a:ext uri="{FF2B5EF4-FFF2-40B4-BE49-F238E27FC236}">
                <a16:creationId xmlns:a16="http://schemas.microsoft.com/office/drawing/2014/main" id="{2B3A3251-2188-47E1-8B8C-7240F536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dot-grid">
            <a:extLst xmlns:a="http://schemas.openxmlformats.org/drawingml/2006/main">
              <a:ext uri="{FF2B5EF4-FFF2-40B4-BE49-F238E27FC236}">
                <a16:creationId xmlns:a16="http://schemas.microsoft.com/office/drawing/2014/main" id="{4B8271D1-A5A6-4622-9604-2DB6CA13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dot-grid">
            <a:extLst xmlns:a="http://schemas.openxmlformats.org/drawingml/2006/main">
              <a:ext uri="{FF2B5EF4-FFF2-40B4-BE49-F238E27FC236}">
                <a16:creationId xmlns:a16="http://schemas.microsoft.com/office/drawing/2014/main" id="{10DAE0CC-0CC7-4B6A-BCB7-98658003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dot-grid">
            <a:extLst xmlns:a="http://schemas.openxmlformats.org/drawingml/2006/main">
              <a:ext uri="{FF2B5EF4-FFF2-40B4-BE49-F238E27FC236}">
                <a16:creationId xmlns:a16="http://schemas.microsoft.com/office/drawing/2014/main" id="{20255F75-E934-4273-82DB-43411AD2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dot-grid">
            <a:extLst xmlns:a="http://schemas.openxmlformats.org/drawingml/2006/main">
              <a:ext uri="{FF2B5EF4-FFF2-40B4-BE49-F238E27FC236}">
                <a16:creationId xmlns:a16="http://schemas.microsoft.com/office/drawing/2014/main" id="{4AD868BD-1095-4904-808B-0F223A4A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dot-grid">
            <a:extLst xmlns:a="http://schemas.openxmlformats.org/drawingml/2006/main">
              <a:ext uri="{FF2B5EF4-FFF2-40B4-BE49-F238E27FC236}">
                <a16:creationId xmlns:a16="http://schemas.microsoft.com/office/drawing/2014/main" id="{DBB45CCA-E39F-44FC-AECC-FEC2516A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dot-grid">
            <a:extLst xmlns:a="http://schemas.openxmlformats.org/drawingml/2006/main">
              <a:ext uri="{FF2B5EF4-FFF2-40B4-BE49-F238E27FC236}">
                <a16:creationId xmlns:a16="http://schemas.microsoft.com/office/drawing/2014/main" id="{1536D7CC-5098-4315-9F91-3B4C725D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dot-grid">
            <a:extLst xmlns:a="http://schemas.openxmlformats.org/drawingml/2006/main">
              <a:ext uri="{FF2B5EF4-FFF2-40B4-BE49-F238E27FC236}">
                <a16:creationId xmlns:a16="http://schemas.microsoft.com/office/drawing/2014/main" id="{73B7B7F4-0035-4A49-8ADD-0AAE399B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dot-grid">
            <a:extLst xmlns:a="http://schemas.openxmlformats.org/drawingml/2006/main">
              <a:ext uri="{FF2B5EF4-FFF2-40B4-BE49-F238E27FC236}">
                <a16:creationId xmlns:a16="http://schemas.microsoft.com/office/drawing/2014/main" id="{53C7D381-10F4-4861-872C-87BD7FA7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dot-grid">
            <a:extLst xmlns:a="http://schemas.openxmlformats.org/drawingml/2006/main">
              <a:ext uri="{FF2B5EF4-FFF2-40B4-BE49-F238E27FC236}">
                <a16:creationId xmlns:a16="http://schemas.microsoft.com/office/drawing/2014/main" id="{21BB6B5E-A76F-4003-BCB5-2C77CA34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dot-grid">
            <a:extLst xmlns:a="http://schemas.openxmlformats.org/drawingml/2006/main">
              <a:ext uri="{FF2B5EF4-FFF2-40B4-BE49-F238E27FC236}">
                <a16:creationId xmlns:a16="http://schemas.microsoft.com/office/drawing/2014/main" id="{2CF976B2-3B14-47CC-A802-5FFDFB0F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dot-grid">
            <a:extLst xmlns:a="http://schemas.openxmlformats.org/drawingml/2006/main">
              <a:ext uri="{FF2B5EF4-FFF2-40B4-BE49-F238E27FC236}">
                <a16:creationId xmlns:a16="http://schemas.microsoft.com/office/drawing/2014/main" id="{9A9544EF-1B20-40A0-A722-C75F2A1F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8676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dot-grid">
            <a:extLst xmlns:a="http://schemas.openxmlformats.org/drawingml/2006/main">
              <a:ext uri="{FF2B5EF4-FFF2-40B4-BE49-F238E27FC236}">
                <a16:creationId xmlns:a16="http://schemas.microsoft.com/office/drawing/2014/main" id="{A22664A0-CE35-4034-B43D-F19B101C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dot-grid">
            <a:extLst xmlns:a="http://schemas.openxmlformats.org/drawingml/2006/main">
              <a:ext uri="{FF2B5EF4-FFF2-40B4-BE49-F238E27FC236}">
                <a16:creationId xmlns:a16="http://schemas.microsoft.com/office/drawing/2014/main" id="{3144AB84-C696-43E7-BFC3-24FEAD51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dot-grid">
            <a:extLst xmlns:a="http://schemas.openxmlformats.org/drawingml/2006/main">
              <a:ext uri="{FF2B5EF4-FFF2-40B4-BE49-F238E27FC236}">
                <a16:creationId xmlns:a16="http://schemas.microsoft.com/office/drawing/2014/main" id="{2ED638F8-CC4C-4724-B2AA-36263907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dot-grid">
            <a:extLst xmlns:a="http://schemas.openxmlformats.org/drawingml/2006/main">
              <a:ext uri="{FF2B5EF4-FFF2-40B4-BE49-F238E27FC236}">
                <a16:creationId xmlns:a16="http://schemas.microsoft.com/office/drawing/2014/main" id="{B5C2CDA5-A0E6-4C75-9181-056EC0C3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dot-grid">
            <a:extLst xmlns:a="http://schemas.openxmlformats.org/drawingml/2006/main">
              <a:ext uri="{FF2B5EF4-FFF2-40B4-BE49-F238E27FC236}">
                <a16:creationId xmlns:a16="http://schemas.microsoft.com/office/drawing/2014/main" id="{E1D434AB-D222-44AA-B8D9-C9446152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dot-grid">
            <a:extLst xmlns:a="http://schemas.openxmlformats.org/drawingml/2006/main">
              <a:ext uri="{FF2B5EF4-FFF2-40B4-BE49-F238E27FC236}">
                <a16:creationId xmlns:a16="http://schemas.microsoft.com/office/drawing/2014/main" id="{44B79193-2D9D-4072-9D59-2C236E5A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dot-grid">
            <a:extLst xmlns:a="http://schemas.openxmlformats.org/drawingml/2006/main">
              <a:ext uri="{FF2B5EF4-FFF2-40B4-BE49-F238E27FC236}">
                <a16:creationId xmlns:a16="http://schemas.microsoft.com/office/drawing/2014/main" id="{8BF357E3-F8C5-4252-A563-BEDD67D1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ot-grid">
            <a:extLst xmlns:a="http://schemas.openxmlformats.org/drawingml/2006/main">
              <a:ext uri="{FF2B5EF4-FFF2-40B4-BE49-F238E27FC236}">
                <a16:creationId xmlns:a16="http://schemas.microsoft.com/office/drawing/2014/main" id="{C17D3C0F-067D-4C94-BA0E-618767FB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dot-grid">
            <a:extLst xmlns:a="http://schemas.openxmlformats.org/drawingml/2006/main">
              <a:ext uri="{FF2B5EF4-FFF2-40B4-BE49-F238E27FC236}">
                <a16:creationId xmlns:a16="http://schemas.microsoft.com/office/drawing/2014/main" id="{2AD7F4C1-FFB1-4830-B041-6F8AFB4F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ot-grid">
            <a:extLst xmlns:a="http://schemas.openxmlformats.org/drawingml/2006/main">
              <a:ext uri="{FF2B5EF4-FFF2-40B4-BE49-F238E27FC236}">
                <a16:creationId xmlns:a16="http://schemas.microsoft.com/office/drawing/2014/main" id="{5790CA6B-4478-44F1-BE29-7C2759B3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dot-grid">
            <a:extLst xmlns:a="http://schemas.openxmlformats.org/drawingml/2006/main">
              <a:ext uri="{FF2B5EF4-FFF2-40B4-BE49-F238E27FC236}">
                <a16:creationId xmlns:a16="http://schemas.microsoft.com/office/drawing/2014/main" id="{508A8123-3BA0-4664-A793-0A734CA9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ot-grid">
            <a:extLst xmlns:a="http://schemas.openxmlformats.org/drawingml/2006/main">
              <a:ext uri="{FF2B5EF4-FFF2-40B4-BE49-F238E27FC236}">
                <a16:creationId xmlns:a16="http://schemas.microsoft.com/office/drawing/2014/main" id="{45FFF6A2-059A-4DBC-BC19-B1B7ED84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dot-grid">
            <a:extLst xmlns:a="http://schemas.openxmlformats.org/drawingml/2006/main">
              <a:ext uri="{FF2B5EF4-FFF2-40B4-BE49-F238E27FC236}">
                <a16:creationId xmlns:a16="http://schemas.microsoft.com/office/drawing/2014/main" id="{4639C16B-B82A-44E9-AABA-0A15B486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ot-grid">
            <a:extLst xmlns:a="http://schemas.openxmlformats.org/drawingml/2006/main">
              <a:ext uri="{FF2B5EF4-FFF2-40B4-BE49-F238E27FC236}">
                <a16:creationId xmlns:a16="http://schemas.microsoft.com/office/drawing/2014/main" id="{99F8D7FD-08C4-4211-97C4-F6DF92B3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dot-grid">
            <a:extLst xmlns:a="http://schemas.openxmlformats.org/drawingml/2006/main">
              <a:ext uri="{FF2B5EF4-FFF2-40B4-BE49-F238E27FC236}">
                <a16:creationId xmlns:a16="http://schemas.microsoft.com/office/drawing/2014/main" id="{E0B8C3F3-D954-4156-A3C8-D70098F2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ot-grid">
            <a:extLst xmlns:a="http://schemas.openxmlformats.org/drawingml/2006/main">
              <a:ext uri="{FF2B5EF4-FFF2-40B4-BE49-F238E27FC236}">
                <a16:creationId xmlns:a16="http://schemas.microsoft.com/office/drawing/2014/main" id="{123489FA-AEFD-4ECA-8E42-6988DB3B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dot-grid">
            <a:extLst xmlns:a="http://schemas.openxmlformats.org/drawingml/2006/main">
              <a:ext uri="{FF2B5EF4-FFF2-40B4-BE49-F238E27FC236}">
                <a16:creationId xmlns:a16="http://schemas.microsoft.com/office/drawing/2014/main" id="{72E34C82-4B5D-4FE6-A445-9D75C82D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ot-grid">
            <a:extLst xmlns:a="http://schemas.openxmlformats.org/drawingml/2006/main">
              <a:ext uri="{FF2B5EF4-FFF2-40B4-BE49-F238E27FC236}">
                <a16:creationId xmlns:a16="http://schemas.microsoft.com/office/drawing/2014/main" id="{67229A56-729C-48EA-8A99-8461075B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80391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dot-grid">
            <a:extLst xmlns:a="http://schemas.openxmlformats.org/drawingml/2006/main">
              <a:ext uri="{FF2B5EF4-FFF2-40B4-BE49-F238E27FC236}">
                <a16:creationId xmlns:a16="http://schemas.microsoft.com/office/drawing/2014/main" id="{03FB0CAC-B92F-4BF4-AE40-37913EB8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ot-grid">
            <a:extLst xmlns:a="http://schemas.openxmlformats.org/drawingml/2006/main">
              <a:ext uri="{FF2B5EF4-FFF2-40B4-BE49-F238E27FC236}">
                <a16:creationId xmlns:a16="http://schemas.microsoft.com/office/drawing/2014/main" id="{A27CA3FB-4EFE-4AB6-B3FB-0E5533E4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dot-grid">
            <a:extLst xmlns:a="http://schemas.openxmlformats.org/drawingml/2006/main">
              <a:ext uri="{FF2B5EF4-FFF2-40B4-BE49-F238E27FC236}">
                <a16:creationId xmlns:a16="http://schemas.microsoft.com/office/drawing/2014/main" id="{2A13F53F-712A-47C2-83D7-712CCC7B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ot-grid">
            <a:extLst xmlns:a="http://schemas.openxmlformats.org/drawingml/2006/main">
              <a:ext uri="{FF2B5EF4-FFF2-40B4-BE49-F238E27FC236}">
                <a16:creationId xmlns:a16="http://schemas.microsoft.com/office/drawing/2014/main" id="{5B8D79E5-B65A-4172-8B32-A4D485C6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ot-grid">
            <a:extLst xmlns:a="http://schemas.openxmlformats.org/drawingml/2006/main">
              <a:ext uri="{FF2B5EF4-FFF2-40B4-BE49-F238E27FC236}">
                <a16:creationId xmlns:a16="http://schemas.microsoft.com/office/drawing/2014/main" id="{41027916-B870-483C-9698-D3B915B5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ot-grid">
            <a:extLst xmlns:a="http://schemas.openxmlformats.org/drawingml/2006/main">
              <a:ext uri="{FF2B5EF4-FFF2-40B4-BE49-F238E27FC236}">
                <a16:creationId xmlns:a16="http://schemas.microsoft.com/office/drawing/2014/main" id="{B6677607-2569-4F6F-9EBF-8006487B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ot-grid">
            <a:extLst xmlns:a="http://schemas.openxmlformats.org/drawingml/2006/main">
              <a:ext uri="{FF2B5EF4-FFF2-40B4-BE49-F238E27FC236}">
                <a16:creationId xmlns:a16="http://schemas.microsoft.com/office/drawing/2014/main" id="{28F29DD6-165A-438C-9718-DBB4D75F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ot-grid">
            <a:extLst xmlns:a="http://schemas.openxmlformats.org/drawingml/2006/main">
              <a:ext uri="{FF2B5EF4-FFF2-40B4-BE49-F238E27FC236}">
                <a16:creationId xmlns:a16="http://schemas.microsoft.com/office/drawing/2014/main" id="{FDFECF4B-98DB-4BE9-A7A4-61BA2FDE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dot-grid">
            <a:extLst xmlns:a="http://schemas.openxmlformats.org/drawingml/2006/main">
              <a:ext uri="{FF2B5EF4-FFF2-40B4-BE49-F238E27FC236}">
                <a16:creationId xmlns:a16="http://schemas.microsoft.com/office/drawing/2014/main" id="{F27BD4CA-F11A-4C28-A1BE-2848720B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ot-grid">
            <a:extLst xmlns:a="http://schemas.openxmlformats.org/drawingml/2006/main">
              <a:ext uri="{FF2B5EF4-FFF2-40B4-BE49-F238E27FC236}">
                <a16:creationId xmlns:a16="http://schemas.microsoft.com/office/drawing/2014/main" id="{82BC56CF-356C-480C-9C55-AD01BBEC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dot-grid">
            <a:extLst xmlns:a="http://schemas.openxmlformats.org/drawingml/2006/main">
              <a:ext uri="{FF2B5EF4-FFF2-40B4-BE49-F238E27FC236}">
                <a16:creationId xmlns:a16="http://schemas.microsoft.com/office/drawing/2014/main" id="{419B7139-B688-4B7F-A362-B80E0FE7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ot-grid">
            <a:extLst xmlns:a="http://schemas.openxmlformats.org/drawingml/2006/main">
              <a:ext uri="{FF2B5EF4-FFF2-40B4-BE49-F238E27FC236}">
                <a16:creationId xmlns:a16="http://schemas.microsoft.com/office/drawing/2014/main" id="{E5B3878F-608E-4783-8D57-1451A745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dot-grid">
            <a:extLst xmlns:a="http://schemas.openxmlformats.org/drawingml/2006/main">
              <a:ext uri="{FF2B5EF4-FFF2-40B4-BE49-F238E27FC236}">
                <a16:creationId xmlns:a16="http://schemas.microsoft.com/office/drawing/2014/main" id="{39B58B79-CA77-4B8D-9E0A-A2AF94C2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ot-grid">
            <a:extLst xmlns:a="http://schemas.openxmlformats.org/drawingml/2006/main">
              <a:ext uri="{FF2B5EF4-FFF2-40B4-BE49-F238E27FC236}">
                <a16:creationId xmlns:a16="http://schemas.microsoft.com/office/drawing/2014/main" id="{62CFA310-AE0E-46D4-9759-60F75381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dot-grid">
            <a:extLst xmlns:a="http://schemas.openxmlformats.org/drawingml/2006/main">
              <a:ext uri="{FF2B5EF4-FFF2-40B4-BE49-F238E27FC236}">
                <a16:creationId xmlns:a16="http://schemas.microsoft.com/office/drawing/2014/main" id="{884B5186-4060-4086-B255-CB7FE305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ot-grid">
            <a:extLst xmlns:a="http://schemas.openxmlformats.org/drawingml/2006/main">
              <a:ext uri="{FF2B5EF4-FFF2-40B4-BE49-F238E27FC236}">
                <a16:creationId xmlns:a16="http://schemas.microsoft.com/office/drawing/2014/main" id="{50CA0065-3334-43C6-9C9F-D735E654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dot-grid">
            <a:extLst xmlns:a="http://schemas.openxmlformats.org/drawingml/2006/main">
              <a:ext uri="{FF2B5EF4-FFF2-40B4-BE49-F238E27FC236}">
                <a16:creationId xmlns:a16="http://schemas.microsoft.com/office/drawing/2014/main" id="{CF48CE70-D9FB-4FAD-A0E9-A33D3373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ot-grid">
            <a:extLst xmlns:a="http://schemas.openxmlformats.org/drawingml/2006/main">
              <a:ext uri="{FF2B5EF4-FFF2-40B4-BE49-F238E27FC236}">
                <a16:creationId xmlns:a16="http://schemas.microsoft.com/office/drawing/2014/main" id="{C2A64272-3C23-46FF-9928-4CC6EFDC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82105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dot-grid">
            <a:extLst xmlns:a="http://schemas.openxmlformats.org/drawingml/2006/main">
              <a:ext uri="{FF2B5EF4-FFF2-40B4-BE49-F238E27FC236}">
                <a16:creationId xmlns:a16="http://schemas.microsoft.com/office/drawing/2014/main" id="{A90D142F-CFE3-4BF9-8E63-A8C65B55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ot-grid">
            <a:extLst xmlns:a="http://schemas.openxmlformats.org/drawingml/2006/main">
              <a:ext uri="{FF2B5EF4-FFF2-40B4-BE49-F238E27FC236}">
                <a16:creationId xmlns:a16="http://schemas.microsoft.com/office/drawing/2014/main" id="{9AFB4F3B-CE72-43D1-85EF-B76125C5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ot-grid">
            <a:extLst xmlns:a="http://schemas.openxmlformats.org/drawingml/2006/main">
              <a:ext uri="{FF2B5EF4-FFF2-40B4-BE49-F238E27FC236}">
                <a16:creationId xmlns:a16="http://schemas.microsoft.com/office/drawing/2014/main" id="{1C94B8C6-1954-4C99-93A8-8FA40562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dot-grid">
            <a:extLst xmlns:a="http://schemas.openxmlformats.org/drawingml/2006/main">
              <a:ext uri="{FF2B5EF4-FFF2-40B4-BE49-F238E27FC236}">
                <a16:creationId xmlns:a16="http://schemas.microsoft.com/office/drawing/2014/main" id="{E1C694CF-765F-4ED0-B9CF-84B7C1B6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ot-grid">
            <a:extLst xmlns:a="http://schemas.openxmlformats.org/drawingml/2006/main">
              <a:ext uri="{FF2B5EF4-FFF2-40B4-BE49-F238E27FC236}">
                <a16:creationId xmlns:a16="http://schemas.microsoft.com/office/drawing/2014/main" id="{BC2C5207-B2B7-47AF-972D-015DB202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dot-grid">
            <a:extLst xmlns:a="http://schemas.openxmlformats.org/drawingml/2006/main">
              <a:ext uri="{FF2B5EF4-FFF2-40B4-BE49-F238E27FC236}">
                <a16:creationId xmlns:a16="http://schemas.microsoft.com/office/drawing/2014/main" id="{92878C35-D1D2-4CE1-B265-050651E0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ot-grid">
            <a:extLst xmlns:a="http://schemas.openxmlformats.org/drawingml/2006/main">
              <a:ext uri="{FF2B5EF4-FFF2-40B4-BE49-F238E27FC236}">
                <a16:creationId xmlns:a16="http://schemas.microsoft.com/office/drawing/2014/main" id="{9F630831-66D9-4BAC-BC9E-D2432632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dot-grid">
            <a:extLst xmlns:a="http://schemas.openxmlformats.org/drawingml/2006/main">
              <a:ext uri="{FF2B5EF4-FFF2-40B4-BE49-F238E27FC236}">
                <a16:creationId xmlns:a16="http://schemas.microsoft.com/office/drawing/2014/main" id="{7A696D5B-057D-4ED5-8A7F-5FCE6D92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ot-grid">
            <a:extLst xmlns:a="http://schemas.openxmlformats.org/drawingml/2006/main">
              <a:ext uri="{FF2B5EF4-FFF2-40B4-BE49-F238E27FC236}">
                <a16:creationId xmlns:a16="http://schemas.microsoft.com/office/drawing/2014/main" id="{2E50AA37-4048-4A33-A5C8-87CB7C0C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dot-grid">
            <a:extLst xmlns:a="http://schemas.openxmlformats.org/drawingml/2006/main">
              <a:ext uri="{FF2B5EF4-FFF2-40B4-BE49-F238E27FC236}">
                <a16:creationId xmlns:a16="http://schemas.microsoft.com/office/drawing/2014/main" id="{2AC633D9-73A0-4873-9A60-C953B412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dot-grid">
            <a:extLst xmlns:a="http://schemas.openxmlformats.org/drawingml/2006/main">
              <a:ext uri="{FF2B5EF4-FFF2-40B4-BE49-F238E27FC236}">
                <a16:creationId xmlns:a16="http://schemas.microsoft.com/office/drawing/2014/main" id="{C1B8F0DA-4DD5-46CE-882E-D9C59219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dot-grid">
            <a:extLst xmlns:a="http://schemas.openxmlformats.org/drawingml/2006/main">
              <a:ext uri="{FF2B5EF4-FFF2-40B4-BE49-F238E27FC236}">
                <a16:creationId xmlns:a16="http://schemas.microsoft.com/office/drawing/2014/main" id="{2B542D18-D29E-489B-8614-E6978B8B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dot-grid">
            <a:extLst xmlns:a="http://schemas.openxmlformats.org/drawingml/2006/main">
              <a:ext uri="{FF2B5EF4-FFF2-40B4-BE49-F238E27FC236}">
                <a16:creationId xmlns:a16="http://schemas.microsoft.com/office/drawing/2014/main" id="{A29E9D4D-479B-43AB-83C2-2F88BB5C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dot-grid">
            <a:extLst xmlns:a="http://schemas.openxmlformats.org/drawingml/2006/main">
              <a:ext uri="{FF2B5EF4-FFF2-40B4-BE49-F238E27FC236}">
                <a16:creationId xmlns:a16="http://schemas.microsoft.com/office/drawing/2014/main" id="{D1ABD201-54B0-4D30-8456-72E3853F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dot-grid">
            <a:extLst xmlns:a="http://schemas.openxmlformats.org/drawingml/2006/main">
              <a:ext uri="{FF2B5EF4-FFF2-40B4-BE49-F238E27FC236}">
                <a16:creationId xmlns:a16="http://schemas.microsoft.com/office/drawing/2014/main" id="{158C6AC5-90DA-4447-B440-5F3AB6C7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dot-grid">
            <a:extLst xmlns:a="http://schemas.openxmlformats.org/drawingml/2006/main">
              <a:ext uri="{FF2B5EF4-FFF2-40B4-BE49-F238E27FC236}">
                <a16:creationId xmlns:a16="http://schemas.microsoft.com/office/drawing/2014/main" id="{5DD930DE-7CD0-44C8-A56F-CF55D998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dot-grid">
            <a:extLst xmlns:a="http://schemas.openxmlformats.org/drawingml/2006/main">
              <a:ext uri="{FF2B5EF4-FFF2-40B4-BE49-F238E27FC236}">
                <a16:creationId xmlns:a16="http://schemas.microsoft.com/office/drawing/2014/main" id="{B6BC89F6-4CFC-475D-AC0C-289509E8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dot-grid">
            <a:extLst xmlns:a="http://schemas.openxmlformats.org/drawingml/2006/main">
              <a:ext uri="{FF2B5EF4-FFF2-40B4-BE49-F238E27FC236}">
                <a16:creationId xmlns:a16="http://schemas.microsoft.com/office/drawing/2014/main" id="{403264F1-4AB7-4734-80BB-E9E0B186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83820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dot-grid">
            <a:extLst xmlns:a="http://schemas.openxmlformats.org/drawingml/2006/main">
              <a:ext uri="{FF2B5EF4-FFF2-40B4-BE49-F238E27FC236}">
                <a16:creationId xmlns:a16="http://schemas.microsoft.com/office/drawing/2014/main" id="{7B4756D5-7124-48EC-92DD-D3FC275B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dot-grid">
            <a:extLst xmlns:a="http://schemas.openxmlformats.org/drawingml/2006/main">
              <a:ext uri="{FF2B5EF4-FFF2-40B4-BE49-F238E27FC236}">
                <a16:creationId xmlns:a16="http://schemas.microsoft.com/office/drawing/2014/main" id="{A74D8B91-337E-4D3D-BFF4-E6DCFD78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dot-grid">
            <a:extLst xmlns:a="http://schemas.openxmlformats.org/drawingml/2006/main">
              <a:ext uri="{FF2B5EF4-FFF2-40B4-BE49-F238E27FC236}">
                <a16:creationId xmlns:a16="http://schemas.microsoft.com/office/drawing/2014/main" id="{639B5F5B-E469-49FF-A6A3-BCCF4FC7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dot-grid">
            <a:extLst xmlns:a="http://schemas.openxmlformats.org/drawingml/2006/main">
              <a:ext uri="{FF2B5EF4-FFF2-40B4-BE49-F238E27FC236}">
                <a16:creationId xmlns:a16="http://schemas.microsoft.com/office/drawing/2014/main" id="{C7538200-5357-4F15-852D-764C655B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dot-grid">
            <a:extLst xmlns:a="http://schemas.openxmlformats.org/drawingml/2006/main">
              <a:ext uri="{FF2B5EF4-FFF2-40B4-BE49-F238E27FC236}">
                <a16:creationId xmlns:a16="http://schemas.microsoft.com/office/drawing/2014/main" id="{094D4B17-F0CD-4177-8945-5224D218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dot-grid">
            <a:extLst xmlns:a="http://schemas.openxmlformats.org/drawingml/2006/main">
              <a:ext uri="{FF2B5EF4-FFF2-40B4-BE49-F238E27FC236}">
                <a16:creationId xmlns:a16="http://schemas.microsoft.com/office/drawing/2014/main" id="{A53EF4D1-9088-428B-B20E-2C56E377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dot-grid">
            <a:extLst xmlns:a="http://schemas.openxmlformats.org/drawingml/2006/main">
              <a:ext uri="{FF2B5EF4-FFF2-40B4-BE49-F238E27FC236}">
                <a16:creationId xmlns:a16="http://schemas.microsoft.com/office/drawing/2014/main" id="{5B2A2A67-FB01-4AA8-A9AC-FE448E0D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dot-grid">
            <a:extLst xmlns:a="http://schemas.openxmlformats.org/drawingml/2006/main">
              <a:ext uri="{FF2B5EF4-FFF2-40B4-BE49-F238E27FC236}">
                <a16:creationId xmlns:a16="http://schemas.microsoft.com/office/drawing/2014/main" id="{8ED36D70-0016-40A9-979C-4F7C3538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dot-grid">
            <a:extLst xmlns:a="http://schemas.openxmlformats.org/drawingml/2006/main">
              <a:ext uri="{FF2B5EF4-FFF2-40B4-BE49-F238E27FC236}">
                <a16:creationId xmlns:a16="http://schemas.microsoft.com/office/drawing/2014/main" id="{B10DE873-AA58-4F8D-8B25-EA5E6574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dot-grid">
            <a:extLst xmlns:a="http://schemas.openxmlformats.org/drawingml/2006/main">
              <a:ext uri="{FF2B5EF4-FFF2-40B4-BE49-F238E27FC236}">
                <a16:creationId xmlns:a16="http://schemas.microsoft.com/office/drawing/2014/main" id="{6D179DED-92C3-44D1-B846-4CFB8EAA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dot-grid">
            <a:extLst xmlns:a="http://schemas.openxmlformats.org/drawingml/2006/main">
              <a:ext uri="{FF2B5EF4-FFF2-40B4-BE49-F238E27FC236}">
                <a16:creationId xmlns:a16="http://schemas.microsoft.com/office/drawing/2014/main" id="{19197CD8-040A-4D51-B170-8E9949D9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dot-grid">
            <a:extLst xmlns:a="http://schemas.openxmlformats.org/drawingml/2006/main">
              <a:ext uri="{FF2B5EF4-FFF2-40B4-BE49-F238E27FC236}">
                <a16:creationId xmlns:a16="http://schemas.microsoft.com/office/drawing/2014/main" id="{BD94D6C0-89A4-452C-8C1D-B7739604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dot-grid">
            <a:extLst xmlns:a="http://schemas.openxmlformats.org/drawingml/2006/main">
              <a:ext uri="{FF2B5EF4-FFF2-40B4-BE49-F238E27FC236}">
                <a16:creationId xmlns:a16="http://schemas.microsoft.com/office/drawing/2014/main" id="{32FFD4EC-6937-44C0-B920-6E7A3B9F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dot-grid">
            <a:extLst xmlns:a="http://schemas.openxmlformats.org/drawingml/2006/main">
              <a:ext uri="{FF2B5EF4-FFF2-40B4-BE49-F238E27FC236}">
                <a16:creationId xmlns:a16="http://schemas.microsoft.com/office/drawing/2014/main" id="{0C99362E-F1CA-44E3-9896-4771D3E7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dot-grid">
            <a:extLst xmlns:a="http://schemas.openxmlformats.org/drawingml/2006/main">
              <a:ext uri="{FF2B5EF4-FFF2-40B4-BE49-F238E27FC236}">
                <a16:creationId xmlns:a16="http://schemas.microsoft.com/office/drawing/2014/main" id="{3F49E5AA-1FBF-432E-896C-273F7847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dot-grid">
            <a:extLst xmlns:a="http://schemas.openxmlformats.org/drawingml/2006/main">
              <a:ext uri="{FF2B5EF4-FFF2-40B4-BE49-F238E27FC236}">
                <a16:creationId xmlns:a16="http://schemas.microsoft.com/office/drawing/2014/main" id="{12CD4950-68E5-4C34-8E99-4D194903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dot-grid">
            <a:extLst xmlns:a="http://schemas.openxmlformats.org/drawingml/2006/main">
              <a:ext uri="{FF2B5EF4-FFF2-40B4-BE49-F238E27FC236}">
                <a16:creationId xmlns:a16="http://schemas.microsoft.com/office/drawing/2014/main" id="{C93131AF-8C78-46E0-ABA9-D4700EBB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dot-grid">
            <a:extLst xmlns:a="http://schemas.openxmlformats.org/drawingml/2006/main">
              <a:ext uri="{FF2B5EF4-FFF2-40B4-BE49-F238E27FC236}">
                <a16:creationId xmlns:a16="http://schemas.microsoft.com/office/drawing/2014/main" id="{D4143906-31D4-45BF-BE95-9F7E849D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85534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dot-grid">
            <a:extLst xmlns:a="http://schemas.openxmlformats.org/drawingml/2006/main">
              <a:ext uri="{FF2B5EF4-FFF2-40B4-BE49-F238E27FC236}">
                <a16:creationId xmlns:a16="http://schemas.microsoft.com/office/drawing/2014/main" id="{9384837D-20D1-4C2F-9B42-0C493E40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dot-grid">
            <a:extLst xmlns:a="http://schemas.openxmlformats.org/drawingml/2006/main">
              <a:ext uri="{FF2B5EF4-FFF2-40B4-BE49-F238E27FC236}">
                <a16:creationId xmlns:a16="http://schemas.microsoft.com/office/drawing/2014/main" id="{0CCEB6B2-9479-4412-A59C-9FEDD74E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dot-grid">
            <a:extLst xmlns:a="http://schemas.openxmlformats.org/drawingml/2006/main">
              <a:ext uri="{FF2B5EF4-FFF2-40B4-BE49-F238E27FC236}">
                <a16:creationId xmlns:a16="http://schemas.microsoft.com/office/drawing/2014/main" id="{634A6F10-95C1-467D-83CA-50C39D63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dot-grid">
            <a:extLst xmlns:a="http://schemas.openxmlformats.org/drawingml/2006/main">
              <a:ext uri="{FF2B5EF4-FFF2-40B4-BE49-F238E27FC236}">
                <a16:creationId xmlns:a16="http://schemas.microsoft.com/office/drawing/2014/main" id="{53E71FA7-1875-4C32-A1EB-3B232862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dot-grid">
            <a:extLst xmlns:a="http://schemas.openxmlformats.org/drawingml/2006/main">
              <a:ext uri="{FF2B5EF4-FFF2-40B4-BE49-F238E27FC236}">
                <a16:creationId xmlns:a16="http://schemas.microsoft.com/office/drawing/2014/main" id="{0C7BEA73-C5E1-4B0F-9D25-0B5FB4CE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dot-grid">
            <a:extLst xmlns:a="http://schemas.openxmlformats.org/drawingml/2006/main">
              <a:ext uri="{FF2B5EF4-FFF2-40B4-BE49-F238E27FC236}">
                <a16:creationId xmlns:a16="http://schemas.microsoft.com/office/drawing/2014/main" id="{79D557BD-9BC7-4891-8209-ED61CC05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dot-grid">
            <a:extLst xmlns:a="http://schemas.openxmlformats.org/drawingml/2006/main">
              <a:ext uri="{FF2B5EF4-FFF2-40B4-BE49-F238E27FC236}">
                <a16:creationId xmlns:a16="http://schemas.microsoft.com/office/drawing/2014/main" id="{7D8DAD09-F01D-499C-9FE2-C877EE14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dot-grid">
            <a:extLst xmlns:a="http://schemas.openxmlformats.org/drawingml/2006/main">
              <a:ext uri="{FF2B5EF4-FFF2-40B4-BE49-F238E27FC236}">
                <a16:creationId xmlns:a16="http://schemas.microsoft.com/office/drawing/2014/main" id="{0C066C9D-EF43-4227-9CE5-B5E2E9A3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dot-grid">
            <a:extLst xmlns:a="http://schemas.openxmlformats.org/drawingml/2006/main">
              <a:ext uri="{FF2B5EF4-FFF2-40B4-BE49-F238E27FC236}">
                <a16:creationId xmlns:a16="http://schemas.microsoft.com/office/drawing/2014/main" id="{9387E22A-0D41-47F9-9C66-F174B71C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dot-grid">
            <a:extLst xmlns:a="http://schemas.openxmlformats.org/drawingml/2006/main">
              <a:ext uri="{FF2B5EF4-FFF2-40B4-BE49-F238E27FC236}">
                <a16:creationId xmlns:a16="http://schemas.microsoft.com/office/drawing/2014/main" id="{96690669-F619-4C09-A2A9-65C11BF1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dot-grid">
            <a:extLst xmlns:a="http://schemas.openxmlformats.org/drawingml/2006/main">
              <a:ext uri="{FF2B5EF4-FFF2-40B4-BE49-F238E27FC236}">
                <a16:creationId xmlns:a16="http://schemas.microsoft.com/office/drawing/2014/main" id="{DB6F3035-4B21-4808-9629-EABDA688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dot-grid">
            <a:extLst xmlns:a="http://schemas.openxmlformats.org/drawingml/2006/main">
              <a:ext uri="{FF2B5EF4-FFF2-40B4-BE49-F238E27FC236}">
                <a16:creationId xmlns:a16="http://schemas.microsoft.com/office/drawing/2014/main" id="{D85933EF-AF59-4CCD-BA66-2DAF321F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dot-grid">
            <a:extLst xmlns:a="http://schemas.openxmlformats.org/drawingml/2006/main">
              <a:ext uri="{FF2B5EF4-FFF2-40B4-BE49-F238E27FC236}">
                <a16:creationId xmlns:a16="http://schemas.microsoft.com/office/drawing/2014/main" id="{9BC725D0-432E-417B-BEAC-B872241E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dot-grid">
            <a:extLst xmlns:a="http://schemas.openxmlformats.org/drawingml/2006/main">
              <a:ext uri="{FF2B5EF4-FFF2-40B4-BE49-F238E27FC236}">
                <a16:creationId xmlns:a16="http://schemas.microsoft.com/office/drawing/2014/main" id="{8E59CA6A-295E-4D02-BBF3-F2E1FBB7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dot-grid">
            <a:extLst xmlns:a="http://schemas.openxmlformats.org/drawingml/2006/main">
              <a:ext uri="{FF2B5EF4-FFF2-40B4-BE49-F238E27FC236}">
                <a16:creationId xmlns:a16="http://schemas.microsoft.com/office/drawing/2014/main" id="{7CCD9AB4-B85D-40D8-B95E-0A424BD6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dot-grid">
            <a:extLst xmlns:a="http://schemas.openxmlformats.org/drawingml/2006/main">
              <a:ext uri="{FF2B5EF4-FFF2-40B4-BE49-F238E27FC236}">
                <a16:creationId xmlns:a16="http://schemas.microsoft.com/office/drawing/2014/main" id="{D350D120-1F78-4CD8-9F77-CB4771A2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dot-grid">
            <a:extLst xmlns:a="http://schemas.openxmlformats.org/drawingml/2006/main">
              <a:ext uri="{FF2B5EF4-FFF2-40B4-BE49-F238E27FC236}">
                <a16:creationId xmlns:a16="http://schemas.microsoft.com/office/drawing/2014/main" id="{4F925088-1F9C-44B4-8F63-DA7BC1F5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dot-grid">
            <a:extLst xmlns:a="http://schemas.openxmlformats.org/drawingml/2006/main">
              <a:ext uri="{FF2B5EF4-FFF2-40B4-BE49-F238E27FC236}">
                <a16:creationId xmlns:a16="http://schemas.microsoft.com/office/drawing/2014/main" id="{AD9D0231-BBD3-40F7-AECA-2847CDB8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87249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dot-grid">
            <a:extLst xmlns:a="http://schemas.openxmlformats.org/drawingml/2006/main">
              <a:ext uri="{FF2B5EF4-FFF2-40B4-BE49-F238E27FC236}">
                <a16:creationId xmlns:a16="http://schemas.microsoft.com/office/drawing/2014/main" id="{55FF71C6-1BDA-4A4C-843B-0A95E02C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dot-grid">
            <a:extLst xmlns:a="http://schemas.openxmlformats.org/drawingml/2006/main">
              <a:ext uri="{FF2B5EF4-FFF2-40B4-BE49-F238E27FC236}">
                <a16:creationId xmlns:a16="http://schemas.microsoft.com/office/drawing/2014/main" id="{38FD2CBB-4A7F-478E-AB27-D055C0D1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dot-grid">
            <a:extLst xmlns:a="http://schemas.openxmlformats.org/drawingml/2006/main">
              <a:ext uri="{FF2B5EF4-FFF2-40B4-BE49-F238E27FC236}">
                <a16:creationId xmlns:a16="http://schemas.microsoft.com/office/drawing/2014/main" id="{D64A1EF9-94A7-47A0-BCD4-BABF4424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dot-grid">
            <a:extLst xmlns:a="http://schemas.openxmlformats.org/drawingml/2006/main">
              <a:ext uri="{FF2B5EF4-FFF2-40B4-BE49-F238E27FC236}">
                <a16:creationId xmlns:a16="http://schemas.microsoft.com/office/drawing/2014/main" id="{09A90384-C76B-4E83-ACCC-DA295692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dot-grid">
            <a:extLst xmlns:a="http://schemas.openxmlformats.org/drawingml/2006/main">
              <a:ext uri="{FF2B5EF4-FFF2-40B4-BE49-F238E27FC236}">
                <a16:creationId xmlns:a16="http://schemas.microsoft.com/office/drawing/2014/main" id="{079EA53B-9D8A-4724-A117-48B5FF89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dot-grid">
            <a:extLst xmlns:a="http://schemas.openxmlformats.org/drawingml/2006/main">
              <a:ext uri="{FF2B5EF4-FFF2-40B4-BE49-F238E27FC236}">
                <a16:creationId xmlns:a16="http://schemas.microsoft.com/office/drawing/2014/main" id="{30579E0F-A5B0-4698-B75E-155C10CA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dot-grid">
            <a:extLst xmlns:a="http://schemas.openxmlformats.org/drawingml/2006/main">
              <a:ext uri="{FF2B5EF4-FFF2-40B4-BE49-F238E27FC236}">
                <a16:creationId xmlns:a16="http://schemas.microsoft.com/office/drawing/2014/main" id="{2ACE76E1-E32E-4E9D-A73D-E9AB9C29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dot-grid">
            <a:extLst xmlns:a="http://schemas.openxmlformats.org/drawingml/2006/main">
              <a:ext uri="{FF2B5EF4-FFF2-40B4-BE49-F238E27FC236}">
                <a16:creationId xmlns:a16="http://schemas.microsoft.com/office/drawing/2014/main" id="{A1FFA01D-C0D9-4E79-A00D-E87922C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dot-grid">
            <a:extLst xmlns:a="http://schemas.openxmlformats.org/drawingml/2006/main">
              <a:ext uri="{FF2B5EF4-FFF2-40B4-BE49-F238E27FC236}">
                <a16:creationId xmlns:a16="http://schemas.microsoft.com/office/drawing/2014/main" id="{84489F5C-30A6-45A4-B2A9-E8BD8451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dot-grid">
            <a:extLst xmlns:a="http://schemas.openxmlformats.org/drawingml/2006/main">
              <a:ext uri="{FF2B5EF4-FFF2-40B4-BE49-F238E27FC236}">
                <a16:creationId xmlns:a16="http://schemas.microsoft.com/office/drawing/2014/main" id="{1061E8F8-C226-4753-8E69-9E4FC916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dot-grid">
            <a:extLst xmlns:a="http://schemas.openxmlformats.org/drawingml/2006/main">
              <a:ext uri="{FF2B5EF4-FFF2-40B4-BE49-F238E27FC236}">
                <a16:creationId xmlns:a16="http://schemas.microsoft.com/office/drawing/2014/main" id="{84751DB8-2D41-4B6D-85C6-FB9695A1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dot-grid">
            <a:extLst xmlns:a="http://schemas.openxmlformats.org/drawingml/2006/main">
              <a:ext uri="{FF2B5EF4-FFF2-40B4-BE49-F238E27FC236}">
                <a16:creationId xmlns:a16="http://schemas.microsoft.com/office/drawing/2014/main" id="{5BB3454B-1BC5-44ED-9B2D-A70AFBEE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dot-grid">
            <a:extLst xmlns:a="http://schemas.openxmlformats.org/drawingml/2006/main">
              <a:ext uri="{FF2B5EF4-FFF2-40B4-BE49-F238E27FC236}">
                <a16:creationId xmlns:a16="http://schemas.microsoft.com/office/drawing/2014/main" id="{A4F62C46-A3E5-4DCC-B8A1-10A7CD1A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dot-grid">
            <a:extLst xmlns:a="http://schemas.openxmlformats.org/drawingml/2006/main">
              <a:ext uri="{FF2B5EF4-FFF2-40B4-BE49-F238E27FC236}">
                <a16:creationId xmlns:a16="http://schemas.microsoft.com/office/drawing/2014/main" id="{563A01A9-FF55-491B-A214-64B714BC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dot-grid">
            <a:extLst xmlns:a="http://schemas.openxmlformats.org/drawingml/2006/main">
              <a:ext uri="{FF2B5EF4-FFF2-40B4-BE49-F238E27FC236}">
                <a16:creationId xmlns:a16="http://schemas.microsoft.com/office/drawing/2014/main" id="{C1973669-86E2-4591-AA3A-C313A228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dot-grid">
            <a:extLst xmlns:a="http://schemas.openxmlformats.org/drawingml/2006/main">
              <a:ext uri="{FF2B5EF4-FFF2-40B4-BE49-F238E27FC236}">
                <a16:creationId xmlns:a16="http://schemas.microsoft.com/office/drawing/2014/main" id="{91A07017-8E74-44EE-90F8-4EA8FF79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dot-grid">
            <a:extLst xmlns:a="http://schemas.openxmlformats.org/drawingml/2006/main">
              <a:ext uri="{FF2B5EF4-FFF2-40B4-BE49-F238E27FC236}">
                <a16:creationId xmlns:a16="http://schemas.microsoft.com/office/drawing/2014/main" id="{602BACA0-20AE-40F0-9AE9-0C0412CB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dot-grid">
            <a:extLst xmlns:a="http://schemas.openxmlformats.org/drawingml/2006/main">
              <a:ext uri="{FF2B5EF4-FFF2-40B4-BE49-F238E27FC236}">
                <a16:creationId xmlns:a16="http://schemas.microsoft.com/office/drawing/2014/main" id="{CC18B4E2-8F1B-49A3-BBC7-628ABBD2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88963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dot-grid">
            <a:extLst xmlns:a="http://schemas.openxmlformats.org/drawingml/2006/main">
              <a:ext uri="{FF2B5EF4-FFF2-40B4-BE49-F238E27FC236}">
                <a16:creationId xmlns:a16="http://schemas.microsoft.com/office/drawing/2014/main" id="{D3C32856-2662-440E-B9F4-B36462D9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dot-grid">
            <a:extLst xmlns:a="http://schemas.openxmlformats.org/drawingml/2006/main">
              <a:ext uri="{FF2B5EF4-FFF2-40B4-BE49-F238E27FC236}">
                <a16:creationId xmlns:a16="http://schemas.microsoft.com/office/drawing/2014/main" id="{1D0E79FE-A363-4666-86A4-7CE02163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dot-grid">
            <a:extLst xmlns:a="http://schemas.openxmlformats.org/drawingml/2006/main">
              <a:ext uri="{FF2B5EF4-FFF2-40B4-BE49-F238E27FC236}">
                <a16:creationId xmlns:a16="http://schemas.microsoft.com/office/drawing/2014/main" id="{7A2490D0-B788-4371-8A7F-4E0F0212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dot-grid">
            <a:extLst xmlns:a="http://schemas.openxmlformats.org/drawingml/2006/main">
              <a:ext uri="{FF2B5EF4-FFF2-40B4-BE49-F238E27FC236}">
                <a16:creationId xmlns:a16="http://schemas.microsoft.com/office/drawing/2014/main" id="{9CAB74C5-80E9-4BA6-AD32-562D9888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dot-grid">
            <a:extLst xmlns:a="http://schemas.openxmlformats.org/drawingml/2006/main">
              <a:ext uri="{FF2B5EF4-FFF2-40B4-BE49-F238E27FC236}">
                <a16:creationId xmlns:a16="http://schemas.microsoft.com/office/drawing/2014/main" id="{0C63E02B-C1A9-45C7-B48F-CF075236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dot-grid">
            <a:extLst xmlns:a="http://schemas.openxmlformats.org/drawingml/2006/main">
              <a:ext uri="{FF2B5EF4-FFF2-40B4-BE49-F238E27FC236}">
                <a16:creationId xmlns:a16="http://schemas.microsoft.com/office/drawing/2014/main" id="{D17FED97-9650-4085-B17D-4F68D93B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dot-grid">
            <a:extLst xmlns:a="http://schemas.openxmlformats.org/drawingml/2006/main">
              <a:ext uri="{FF2B5EF4-FFF2-40B4-BE49-F238E27FC236}">
                <a16:creationId xmlns:a16="http://schemas.microsoft.com/office/drawing/2014/main" id="{AAA5B6FC-1522-4E9F-8A96-C51DFC03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dot-grid">
            <a:extLst xmlns:a="http://schemas.openxmlformats.org/drawingml/2006/main">
              <a:ext uri="{FF2B5EF4-FFF2-40B4-BE49-F238E27FC236}">
                <a16:creationId xmlns:a16="http://schemas.microsoft.com/office/drawing/2014/main" id="{0B08A2A1-435C-4940-A962-D849BD08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dot-grid">
            <a:extLst xmlns:a="http://schemas.openxmlformats.org/drawingml/2006/main">
              <a:ext uri="{FF2B5EF4-FFF2-40B4-BE49-F238E27FC236}">
                <a16:creationId xmlns:a16="http://schemas.microsoft.com/office/drawing/2014/main" id="{87AB2FAF-5B8C-4E3E-9BC4-E20C9BDC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dot-grid">
            <a:extLst xmlns:a="http://schemas.openxmlformats.org/drawingml/2006/main">
              <a:ext uri="{FF2B5EF4-FFF2-40B4-BE49-F238E27FC236}">
                <a16:creationId xmlns:a16="http://schemas.microsoft.com/office/drawing/2014/main" id="{C1AE3593-3BB6-489F-B7FA-2070B07B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dot-grid">
            <a:extLst xmlns:a="http://schemas.openxmlformats.org/drawingml/2006/main">
              <a:ext uri="{FF2B5EF4-FFF2-40B4-BE49-F238E27FC236}">
                <a16:creationId xmlns:a16="http://schemas.microsoft.com/office/drawing/2014/main" id="{32C4F1B4-A346-4C06-8DAE-4DC76A08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dot-grid">
            <a:extLst xmlns:a="http://schemas.openxmlformats.org/drawingml/2006/main">
              <a:ext uri="{FF2B5EF4-FFF2-40B4-BE49-F238E27FC236}">
                <a16:creationId xmlns:a16="http://schemas.microsoft.com/office/drawing/2014/main" id="{E2626880-FF1C-4391-8D48-DB05042E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dot-grid">
            <a:extLst xmlns:a="http://schemas.openxmlformats.org/drawingml/2006/main">
              <a:ext uri="{FF2B5EF4-FFF2-40B4-BE49-F238E27FC236}">
                <a16:creationId xmlns:a16="http://schemas.microsoft.com/office/drawing/2014/main" id="{2A93257D-9829-4628-9C89-847DDAD4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dot-grid">
            <a:extLst xmlns:a="http://schemas.openxmlformats.org/drawingml/2006/main">
              <a:ext uri="{FF2B5EF4-FFF2-40B4-BE49-F238E27FC236}">
                <a16:creationId xmlns:a16="http://schemas.microsoft.com/office/drawing/2014/main" id="{B19F1E95-F6BD-4A5C-9EB8-281A6244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dot-grid">
            <a:extLst xmlns:a="http://schemas.openxmlformats.org/drawingml/2006/main">
              <a:ext uri="{FF2B5EF4-FFF2-40B4-BE49-F238E27FC236}">
                <a16:creationId xmlns:a16="http://schemas.microsoft.com/office/drawing/2014/main" id="{162323CB-FE69-4FC6-B3ED-DB7CCE43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dot-grid">
            <a:extLst xmlns:a="http://schemas.openxmlformats.org/drawingml/2006/main">
              <a:ext uri="{FF2B5EF4-FFF2-40B4-BE49-F238E27FC236}">
                <a16:creationId xmlns:a16="http://schemas.microsoft.com/office/drawing/2014/main" id="{A382953C-D313-4B16-A26C-7997B47F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dot-grid">
            <a:extLst xmlns:a="http://schemas.openxmlformats.org/drawingml/2006/main">
              <a:ext uri="{FF2B5EF4-FFF2-40B4-BE49-F238E27FC236}">
                <a16:creationId xmlns:a16="http://schemas.microsoft.com/office/drawing/2014/main" id="{AB8F703C-7772-4295-AD6E-91F1AEED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dot-grid">
            <a:extLst xmlns:a="http://schemas.openxmlformats.org/drawingml/2006/main">
              <a:ext uri="{FF2B5EF4-FFF2-40B4-BE49-F238E27FC236}">
                <a16:creationId xmlns:a16="http://schemas.microsoft.com/office/drawing/2014/main" id="{B667AC8C-D00A-43EB-B8BA-BB6EDDA7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90678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dot-grid">
            <a:extLst xmlns:a="http://schemas.openxmlformats.org/drawingml/2006/main">
              <a:ext uri="{FF2B5EF4-FFF2-40B4-BE49-F238E27FC236}">
                <a16:creationId xmlns:a16="http://schemas.microsoft.com/office/drawing/2014/main" id="{5FA193C1-187C-4327-B9AD-01BB2819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dot-grid">
            <a:extLst xmlns:a="http://schemas.openxmlformats.org/drawingml/2006/main">
              <a:ext uri="{FF2B5EF4-FFF2-40B4-BE49-F238E27FC236}">
                <a16:creationId xmlns:a16="http://schemas.microsoft.com/office/drawing/2014/main" id="{A92FE981-A06E-41FB-BEA1-1164F387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dot-grid">
            <a:extLst xmlns:a="http://schemas.openxmlformats.org/drawingml/2006/main">
              <a:ext uri="{FF2B5EF4-FFF2-40B4-BE49-F238E27FC236}">
                <a16:creationId xmlns:a16="http://schemas.microsoft.com/office/drawing/2014/main" id="{D4EBFF82-F2BB-4585-9A6F-D8112B77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dot-grid">
            <a:extLst xmlns:a="http://schemas.openxmlformats.org/drawingml/2006/main">
              <a:ext uri="{FF2B5EF4-FFF2-40B4-BE49-F238E27FC236}">
                <a16:creationId xmlns:a16="http://schemas.microsoft.com/office/drawing/2014/main" id="{4DF7EA29-9114-44AE-A0FE-350032F0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dot-grid">
            <a:extLst xmlns:a="http://schemas.openxmlformats.org/drawingml/2006/main">
              <a:ext uri="{FF2B5EF4-FFF2-40B4-BE49-F238E27FC236}">
                <a16:creationId xmlns:a16="http://schemas.microsoft.com/office/drawing/2014/main" id="{D1F076B2-65C4-43FE-A3D3-FCD31A6A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dot-grid">
            <a:extLst xmlns:a="http://schemas.openxmlformats.org/drawingml/2006/main">
              <a:ext uri="{FF2B5EF4-FFF2-40B4-BE49-F238E27FC236}">
                <a16:creationId xmlns:a16="http://schemas.microsoft.com/office/drawing/2014/main" id="{16BAFDBF-402F-4685-9438-30119576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dot-grid">
            <a:extLst xmlns:a="http://schemas.openxmlformats.org/drawingml/2006/main">
              <a:ext uri="{FF2B5EF4-FFF2-40B4-BE49-F238E27FC236}">
                <a16:creationId xmlns:a16="http://schemas.microsoft.com/office/drawing/2014/main" id="{62908184-FC42-4535-807F-DB275A27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dot-grid">
            <a:extLst xmlns:a="http://schemas.openxmlformats.org/drawingml/2006/main">
              <a:ext uri="{FF2B5EF4-FFF2-40B4-BE49-F238E27FC236}">
                <a16:creationId xmlns:a16="http://schemas.microsoft.com/office/drawing/2014/main" id="{8BD77D99-479F-4DB2-B956-13C77DE9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dot-grid">
            <a:extLst xmlns:a="http://schemas.openxmlformats.org/drawingml/2006/main">
              <a:ext uri="{FF2B5EF4-FFF2-40B4-BE49-F238E27FC236}">
                <a16:creationId xmlns:a16="http://schemas.microsoft.com/office/drawing/2014/main" id="{077278C6-134C-4815-BC8D-D666A727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dot-grid">
            <a:extLst xmlns:a="http://schemas.openxmlformats.org/drawingml/2006/main">
              <a:ext uri="{FF2B5EF4-FFF2-40B4-BE49-F238E27FC236}">
                <a16:creationId xmlns:a16="http://schemas.microsoft.com/office/drawing/2014/main" id="{9389D954-2102-4915-B9E7-FE8D2C4F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dot-grid">
            <a:extLst xmlns:a="http://schemas.openxmlformats.org/drawingml/2006/main">
              <a:ext uri="{FF2B5EF4-FFF2-40B4-BE49-F238E27FC236}">
                <a16:creationId xmlns:a16="http://schemas.microsoft.com/office/drawing/2014/main" id="{79A8BC95-8444-40B0-B219-4D248E0A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dot-grid">
            <a:extLst xmlns:a="http://schemas.openxmlformats.org/drawingml/2006/main">
              <a:ext uri="{FF2B5EF4-FFF2-40B4-BE49-F238E27FC236}">
                <a16:creationId xmlns:a16="http://schemas.microsoft.com/office/drawing/2014/main" id="{0B8C533A-CCDE-4B34-A2A8-28EC5213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dot-grid">
            <a:extLst xmlns:a="http://schemas.openxmlformats.org/drawingml/2006/main">
              <a:ext uri="{FF2B5EF4-FFF2-40B4-BE49-F238E27FC236}">
                <a16:creationId xmlns:a16="http://schemas.microsoft.com/office/drawing/2014/main" id="{F696C1A4-529C-40D6-860E-CAEA7DCE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dot-grid">
            <a:extLst xmlns:a="http://schemas.openxmlformats.org/drawingml/2006/main">
              <a:ext uri="{FF2B5EF4-FFF2-40B4-BE49-F238E27FC236}">
                <a16:creationId xmlns:a16="http://schemas.microsoft.com/office/drawing/2014/main" id="{34A4BA91-8119-422D-B928-1C88BBBA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dot-grid">
            <a:extLst xmlns:a="http://schemas.openxmlformats.org/drawingml/2006/main">
              <a:ext uri="{FF2B5EF4-FFF2-40B4-BE49-F238E27FC236}">
                <a16:creationId xmlns:a16="http://schemas.microsoft.com/office/drawing/2014/main" id="{79F9D37B-F91A-4349-93EF-4CF4479A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dot-grid">
            <a:extLst xmlns:a="http://schemas.openxmlformats.org/drawingml/2006/main">
              <a:ext uri="{FF2B5EF4-FFF2-40B4-BE49-F238E27FC236}">
                <a16:creationId xmlns:a16="http://schemas.microsoft.com/office/drawing/2014/main" id="{F1ABBAAA-3355-4568-A8F6-B4E3A2CD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dot-grid">
            <a:extLst xmlns:a="http://schemas.openxmlformats.org/drawingml/2006/main">
              <a:ext uri="{FF2B5EF4-FFF2-40B4-BE49-F238E27FC236}">
                <a16:creationId xmlns:a16="http://schemas.microsoft.com/office/drawing/2014/main" id="{4CBF1CFD-39FA-4856-8673-50414F2A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dot-grid">
            <a:extLst xmlns:a="http://schemas.openxmlformats.org/drawingml/2006/main">
              <a:ext uri="{FF2B5EF4-FFF2-40B4-BE49-F238E27FC236}">
                <a16:creationId xmlns:a16="http://schemas.microsoft.com/office/drawing/2014/main" id="{D73406A7-68DA-446A-8A8C-C098D7BC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923925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dot-grid">
            <a:extLst xmlns:a="http://schemas.openxmlformats.org/drawingml/2006/main">
              <a:ext uri="{FF2B5EF4-FFF2-40B4-BE49-F238E27FC236}">
                <a16:creationId xmlns:a16="http://schemas.microsoft.com/office/drawing/2014/main" id="{A16C2331-57E8-4419-B0D0-6CECB00F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dot-grid">
            <a:extLst xmlns:a="http://schemas.openxmlformats.org/drawingml/2006/main">
              <a:ext uri="{FF2B5EF4-FFF2-40B4-BE49-F238E27FC236}">
                <a16:creationId xmlns:a16="http://schemas.microsoft.com/office/drawing/2014/main" id="{2624ED3E-471F-4CCD-9EE0-C4497908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dot-grid">
            <a:extLst xmlns:a="http://schemas.openxmlformats.org/drawingml/2006/main">
              <a:ext uri="{FF2B5EF4-FFF2-40B4-BE49-F238E27FC236}">
                <a16:creationId xmlns:a16="http://schemas.microsoft.com/office/drawing/2014/main" id="{35ED025A-560B-4FF4-914E-83ADA3CB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dot-grid">
            <a:extLst xmlns:a="http://schemas.openxmlformats.org/drawingml/2006/main">
              <a:ext uri="{FF2B5EF4-FFF2-40B4-BE49-F238E27FC236}">
                <a16:creationId xmlns:a16="http://schemas.microsoft.com/office/drawing/2014/main" id="{B5427F83-B04F-4ED3-9D95-B581D57D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dot-grid">
            <a:extLst xmlns:a="http://schemas.openxmlformats.org/drawingml/2006/main">
              <a:ext uri="{FF2B5EF4-FFF2-40B4-BE49-F238E27FC236}">
                <a16:creationId xmlns:a16="http://schemas.microsoft.com/office/drawing/2014/main" id="{E4924997-711D-4AAF-A26B-16051578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dot-grid">
            <a:extLst xmlns:a="http://schemas.openxmlformats.org/drawingml/2006/main">
              <a:ext uri="{FF2B5EF4-FFF2-40B4-BE49-F238E27FC236}">
                <a16:creationId xmlns:a16="http://schemas.microsoft.com/office/drawing/2014/main" id="{0BD03526-7FC2-4674-9E34-4240344E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dot-grid">
            <a:extLst xmlns:a="http://schemas.openxmlformats.org/drawingml/2006/main">
              <a:ext uri="{FF2B5EF4-FFF2-40B4-BE49-F238E27FC236}">
                <a16:creationId xmlns:a16="http://schemas.microsoft.com/office/drawing/2014/main" id="{BDE93285-0B08-45C3-A290-89E7ED0B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dot-grid">
            <a:extLst xmlns:a="http://schemas.openxmlformats.org/drawingml/2006/main">
              <a:ext uri="{FF2B5EF4-FFF2-40B4-BE49-F238E27FC236}">
                <a16:creationId xmlns:a16="http://schemas.microsoft.com/office/drawing/2014/main" id="{DDCBD64D-8DFE-4924-8C86-337ED822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dot-grid">
            <a:extLst xmlns:a="http://schemas.openxmlformats.org/drawingml/2006/main">
              <a:ext uri="{FF2B5EF4-FFF2-40B4-BE49-F238E27FC236}">
                <a16:creationId xmlns:a16="http://schemas.microsoft.com/office/drawing/2014/main" id="{4C642DEB-6C7D-4E1E-914C-7DEB1DE7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dot-grid">
            <a:extLst xmlns:a="http://schemas.openxmlformats.org/drawingml/2006/main">
              <a:ext uri="{FF2B5EF4-FFF2-40B4-BE49-F238E27FC236}">
                <a16:creationId xmlns:a16="http://schemas.microsoft.com/office/drawing/2014/main" id="{CEA8AA5A-41F8-4FCA-8501-503D073A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dot-grid">
            <a:extLst xmlns:a="http://schemas.openxmlformats.org/drawingml/2006/main">
              <a:ext uri="{FF2B5EF4-FFF2-40B4-BE49-F238E27FC236}">
                <a16:creationId xmlns:a16="http://schemas.microsoft.com/office/drawing/2014/main" id="{0827F419-0365-4DE8-B1A4-82E0987D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dot-grid">
            <a:extLst xmlns:a="http://schemas.openxmlformats.org/drawingml/2006/main">
              <a:ext uri="{FF2B5EF4-FFF2-40B4-BE49-F238E27FC236}">
                <a16:creationId xmlns:a16="http://schemas.microsoft.com/office/drawing/2014/main" id="{C4318311-D274-4AB3-ADF2-C0527130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dot-grid">
            <a:extLst xmlns:a="http://schemas.openxmlformats.org/drawingml/2006/main">
              <a:ext uri="{FF2B5EF4-FFF2-40B4-BE49-F238E27FC236}">
                <a16:creationId xmlns:a16="http://schemas.microsoft.com/office/drawing/2014/main" id="{963F7E6E-44FA-4C22-BF67-A2FC7402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dot-grid">
            <a:extLst xmlns:a="http://schemas.openxmlformats.org/drawingml/2006/main">
              <a:ext uri="{FF2B5EF4-FFF2-40B4-BE49-F238E27FC236}">
                <a16:creationId xmlns:a16="http://schemas.microsoft.com/office/drawing/2014/main" id="{D6EACCF9-192E-4639-B51F-647611F6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dot-grid">
            <a:extLst xmlns:a="http://schemas.openxmlformats.org/drawingml/2006/main">
              <a:ext uri="{FF2B5EF4-FFF2-40B4-BE49-F238E27FC236}">
                <a16:creationId xmlns:a16="http://schemas.microsoft.com/office/drawing/2014/main" id="{0DC4BDA0-FB7E-4FCA-8AA1-7B86981A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dot-grid">
            <a:extLst xmlns:a="http://schemas.openxmlformats.org/drawingml/2006/main">
              <a:ext uri="{FF2B5EF4-FFF2-40B4-BE49-F238E27FC236}">
                <a16:creationId xmlns:a16="http://schemas.microsoft.com/office/drawing/2014/main" id="{1EFC3D76-0CB2-4EFD-877E-8BF3C8CD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dot-grid">
            <a:extLst xmlns:a="http://schemas.openxmlformats.org/drawingml/2006/main">
              <a:ext uri="{FF2B5EF4-FFF2-40B4-BE49-F238E27FC236}">
                <a16:creationId xmlns:a16="http://schemas.microsoft.com/office/drawing/2014/main" id="{09E10FFF-402E-4C51-BED3-2B724C2F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dot-grid">
            <a:extLst xmlns:a="http://schemas.openxmlformats.org/drawingml/2006/main">
              <a:ext uri="{FF2B5EF4-FFF2-40B4-BE49-F238E27FC236}">
                <a16:creationId xmlns:a16="http://schemas.microsoft.com/office/drawing/2014/main" id="{B0258D08-47BD-444F-AFFB-D23C9EA7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94107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text-Keywords">
            <a:extLst xmlns:a="http://schemas.openxmlformats.org/drawingml/2006/main">
              <a:ext uri="{FF2B5EF4-FFF2-40B4-BE49-F238E27FC236}">
                <a16:creationId xmlns:a16="http://schemas.microsoft.com/office/drawing/2014/main" id="{449C8B87-9C00-4C7B-8C0F-C6DDC643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000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97D62"/>
                </a:solidFill>
              </a:defRPr>
            </a:pPr>
            <a:r>
              <a:rPr sz="1350" b="0" i="0">
                <a:solidFill>
                  <a:srgbClr val="697D62"/>
                </a:solidFill>
              </a:rPr>
              <a:t>Keywords</a:t>
            </a:r>
          </a:p>
        </p:txBody>
      </p:sp>
      <p:sp>
        <p:nvSpPr>
          <p:cNvPr id="3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21B10DB-DA73-42B5-B5BC-37FE4D9A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72250"/>
            <a:ext cx="166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CEC179-62CE-4B26-BE9C-EBCC4E15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67525"/>
            <a:ext cx="166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7E92E3E-5642-4019-BC70-A00B5B6E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162800"/>
            <a:ext cx="166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65CB5D5-34AA-4466-A4FE-783BEDCE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458075"/>
            <a:ext cx="166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4A70EC0-735C-4D86-AD19-5CBF1ACD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753350"/>
            <a:ext cx="166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9A2F1C0-51D6-421F-B529-602C5C49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048625"/>
            <a:ext cx="166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text-Color Ideas">
            <a:extLst xmlns:a="http://schemas.openxmlformats.org/drawingml/2006/main">
              <a:ext uri="{FF2B5EF4-FFF2-40B4-BE49-F238E27FC236}">
                <a16:creationId xmlns:a16="http://schemas.microsoft.com/office/drawing/2014/main" id="{DD46C5BD-12C3-402E-A80E-31035B46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8286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97D62"/>
                </a:solidFill>
              </a:defRPr>
            </a:pPr>
            <a:r>
              <a:rPr sz="1350" b="0" i="0">
                <a:solidFill>
                  <a:srgbClr val="697D62"/>
                </a:solidFill>
              </a:rPr>
              <a:t>Color Ideas</a:t>
            </a:r>
          </a:p>
        </p:txBody>
      </p:sp>
      <p:sp>
        <p:nvSpPr>
          <p:cNvPr id="357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F1390BA6-8980-45C6-979F-CF329754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8763000"/>
            <a:ext cx="361950" cy="361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358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3963251C-4F1D-4BB8-AD99-F766F0FD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8763000"/>
            <a:ext cx="361950" cy="361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359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EBECC986-2405-4385-B7A2-A843340E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8763000"/>
            <a:ext cx="361950" cy="361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360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0874E9E4-B37E-44C6-93DD-CBC2D5FE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8763000"/>
            <a:ext cx="361950" cy="361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361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D4A8E805-F743-4C86-AB5D-261EA84E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9258300"/>
            <a:ext cx="361950" cy="361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362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D0B2BBB7-3E2F-4CDC-9F0D-E685F4EE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9258300"/>
            <a:ext cx="361950" cy="361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363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4213BBFC-1DF3-4677-9F61-6024B24F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9258300"/>
            <a:ext cx="361950" cy="361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364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1135E4AD-3754-47CC-A059-436BD7C7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9258300"/>
            <a:ext cx="361950" cy="361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41409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4dd001f324515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content-mask">
            <a:extLst xmlns:a="http://schemas.openxmlformats.org/drawingml/2006/main">
              <a:ext uri="{FF2B5EF4-FFF2-40B4-BE49-F238E27FC236}">
                <a16:creationId xmlns:a16="http://schemas.microsoft.com/office/drawing/2014/main" id="{36A7A0EA-73CF-4F98-8B4C-1E996005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6191250" cy="976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old-rule">
            <a:extLst xmlns:a="http://schemas.openxmlformats.org/drawingml/2006/main">
              <a:ext uri="{FF2B5EF4-FFF2-40B4-BE49-F238E27FC236}">
                <a16:creationId xmlns:a16="http://schemas.microsoft.com/office/drawing/2014/main" id="{5C6FA851-09FA-41E8-96EB-6BC855F8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858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rnament">
            <a:extLst xmlns:a="http://schemas.openxmlformats.org/drawingml/2006/main">
              <a:ext uri="{FF2B5EF4-FFF2-40B4-BE49-F238E27FC236}">
                <a16:creationId xmlns:a16="http://schemas.microsoft.com/office/drawing/2014/main" id="{CABE0AC8-5141-4F83-AE0C-ED7E616C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1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A43"/>
                </a:solidFill>
              </a:defRPr>
            </a:pPr>
            <a:r>
              <a:rPr sz="750" b="0" i="0">
                <a:solidFill>
                  <a:srgbClr val="C79A43"/>
                </a:solidFill>
              </a:rPr>
              <a:t>◆</a:t>
            </a:r>
          </a:p>
        </p:txBody>
      </p:sp>
      <p:sp>
        <p:nvSpPr>
          <p:cNvPr id="5" name="gold-rule">
            <a:extLst xmlns:a="http://schemas.openxmlformats.org/drawingml/2006/main">
              <a:ext uri="{FF2B5EF4-FFF2-40B4-BE49-F238E27FC236}">
                <a16:creationId xmlns:a16="http://schemas.microsoft.com/office/drawing/2014/main" id="{5D5E0775-7FC0-4662-AE66-7264FBCF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858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title">
            <a:extLst xmlns:a="http://schemas.openxmlformats.org/drawingml/2006/main">
              <a:ext uri="{FF2B5EF4-FFF2-40B4-BE49-F238E27FC236}">
                <a16:creationId xmlns:a16="http://schemas.microsoft.com/office/drawing/2014/main" id="{3414695E-0DE5-4EDF-AC0F-A9F872EF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7250"/>
            <a:ext cx="584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697D62"/>
                </a:solidFill>
              </a:defRPr>
            </a:pPr>
            <a:r>
              <a:rPr sz="3150" b="0" i="0">
                <a:solidFill>
                  <a:srgbClr val="697D62"/>
                </a:solidFill>
              </a:rPr>
              <a:t>WEDDING</a:t>
            </a:r>
          </a:p>
        </p:txBody>
      </p:sp>
      <p:sp>
        <p:nvSpPr>
          <p:cNvPr id="7" name="page-title">
            <a:extLst xmlns:a="http://schemas.openxmlformats.org/drawingml/2006/main">
              <a:ext uri="{FF2B5EF4-FFF2-40B4-BE49-F238E27FC236}">
                <a16:creationId xmlns:a16="http://schemas.microsoft.com/office/drawing/2014/main" id="{F27CA689-411A-4DBF-AD78-7455E53C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"/>
            <a:ext cx="584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697D62"/>
                </a:solidFill>
              </a:defRPr>
            </a:pPr>
            <a:r>
              <a:rPr sz="2625" b="0" i="0">
                <a:solidFill>
                  <a:srgbClr val="697D62"/>
                </a:solidFill>
              </a:rPr>
              <a:t>VISION &amp; MOOD BOARD</a:t>
            </a:r>
          </a:p>
        </p:txBody>
      </p:sp>
      <p:sp>
        <p:nvSpPr>
          <p:cNvPr id="8" name="gold-rule">
            <a:extLst xmlns:a="http://schemas.openxmlformats.org/drawingml/2006/main">
              <a:ext uri="{FF2B5EF4-FFF2-40B4-BE49-F238E27FC236}">
                <a16:creationId xmlns:a16="http://schemas.microsoft.com/office/drawing/2014/main" id="{E3702D48-AD1A-4CB3-AEBA-CB4F2E05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669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rnament">
            <a:extLst xmlns:a="http://schemas.openxmlformats.org/drawingml/2006/main">
              <a:ext uri="{FF2B5EF4-FFF2-40B4-BE49-F238E27FC236}">
                <a16:creationId xmlns:a16="http://schemas.microsoft.com/office/drawing/2014/main" id="{6CB1D641-7741-4B03-8FA4-422FB70E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7430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A43"/>
                </a:solidFill>
              </a:defRPr>
            </a:pPr>
            <a:r>
              <a:rPr sz="750" b="0" i="0">
                <a:solidFill>
                  <a:srgbClr val="C79A43"/>
                </a:solidFill>
              </a:rPr>
              <a:t>◆</a:t>
            </a:r>
          </a:p>
        </p:txBody>
      </p:sp>
      <p:sp>
        <p:nvSpPr>
          <p:cNvPr id="10" name="gold-rule">
            <a:extLst xmlns:a="http://schemas.openxmlformats.org/drawingml/2006/main">
              <a:ext uri="{FF2B5EF4-FFF2-40B4-BE49-F238E27FC236}">
                <a16:creationId xmlns:a16="http://schemas.microsoft.com/office/drawing/2014/main" id="{53B65FEA-BDAC-4DDB-ABD0-26EBA60F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8669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THEME">
            <a:extLst xmlns:a="http://schemas.openxmlformats.org/drawingml/2006/main">
              <a:ext uri="{FF2B5EF4-FFF2-40B4-BE49-F238E27FC236}">
                <a16:creationId xmlns:a16="http://schemas.microsoft.com/office/drawing/2014/main" id="{805168C4-1CC4-4523-8198-861C1356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38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D62"/>
                </a:solidFill>
              </a:defRPr>
            </a:pPr>
            <a:r>
              <a:rPr sz="1200" b="0" i="0">
                <a:solidFill>
                  <a:srgbClr val="697D62"/>
                </a:solidFill>
              </a:rPr>
              <a:t>THEME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284AB30-F5CB-4532-99BA-C356D407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263" y="2438400"/>
            <a:ext cx="4452938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84E4E33-FD54-48B6-B3E0-B64210B2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43200"/>
            <a:ext cx="5143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WEDDING STYLE">
            <a:extLst xmlns:a="http://schemas.openxmlformats.org/drawingml/2006/main">
              <a:ext uri="{FF2B5EF4-FFF2-40B4-BE49-F238E27FC236}">
                <a16:creationId xmlns:a16="http://schemas.microsoft.com/office/drawing/2014/main" id="{E784F743-6019-4DE6-B71D-41426F77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194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D62"/>
                </a:solidFill>
              </a:defRPr>
            </a:pPr>
            <a:r>
              <a:rPr sz="1200" b="0" i="0">
                <a:solidFill>
                  <a:srgbClr val="697D62"/>
                </a:solidFill>
              </a:rPr>
              <a:t>WEDDING STYLE</a:t>
            </a:r>
          </a:p>
        </p:txBody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40FF818-3577-4465-983E-AD488E8F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163" y="3219450"/>
            <a:ext cx="4110038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27EF36A-94B3-4205-9449-4464A662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24250"/>
            <a:ext cx="5143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VENUE VIBE">
            <a:extLst xmlns:a="http://schemas.openxmlformats.org/drawingml/2006/main">
              <a:ext uri="{FF2B5EF4-FFF2-40B4-BE49-F238E27FC236}">
                <a16:creationId xmlns:a16="http://schemas.microsoft.com/office/drawing/2014/main" id="{59BF9686-6D25-40B0-A7A1-1CC0E207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D62"/>
                </a:solidFill>
              </a:defRPr>
            </a:pPr>
            <a:r>
              <a:rPr sz="1200" b="0" i="0">
                <a:solidFill>
                  <a:srgbClr val="697D62"/>
                </a:solidFill>
              </a:rPr>
              <a:t>VENUE VIBE</a:t>
            </a:r>
          </a:p>
        </p:txBody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832C23B-BE89-4FFE-8AB4-ABB6904D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000500"/>
            <a:ext cx="4238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829E18-BCB4-43D8-9C4C-7B63AE02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05300"/>
            <a:ext cx="5143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MUST-HAVE MOMENTS">
            <a:extLst xmlns:a="http://schemas.openxmlformats.org/drawingml/2006/main">
              <a:ext uri="{FF2B5EF4-FFF2-40B4-BE49-F238E27FC236}">
                <a16:creationId xmlns:a16="http://schemas.microsoft.com/office/drawing/2014/main" id="{DF8A706A-9540-4341-92E7-A8DD73FE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81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D62"/>
                </a:solidFill>
              </a:defRPr>
            </a:pPr>
            <a:r>
              <a:rPr sz="1200" b="0" i="0">
                <a:solidFill>
                  <a:srgbClr val="697D62"/>
                </a:solidFill>
              </a:rPr>
              <a:t>MUST-HAVE MOMENTS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17ECB5E-DDFA-4AC1-8A89-4E494216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4781550"/>
            <a:ext cx="3938588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A39D5F3-4D40-4C72-8A56-C163B8ED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86350"/>
            <a:ext cx="5143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LORAL DIRECTION">
            <a:extLst xmlns:a="http://schemas.openxmlformats.org/drawingml/2006/main">
              <a:ext uri="{FF2B5EF4-FFF2-40B4-BE49-F238E27FC236}">
                <a16:creationId xmlns:a16="http://schemas.microsoft.com/office/drawing/2014/main" id="{6B962340-D0D9-4EB0-A767-B3B3145A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62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D62"/>
                </a:solidFill>
              </a:defRPr>
            </a:pPr>
            <a:r>
              <a:rPr sz="1200" b="0" i="0">
                <a:solidFill>
                  <a:srgbClr val="697D62"/>
                </a:solidFill>
              </a:rPr>
              <a:t>FLORAL DIRECTION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2DC227B-0F0F-460C-8CAE-EE7567D3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62600"/>
            <a:ext cx="39814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5A77042-54E4-4FDE-ACB0-E429D5D5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867400"/>
            <a:ext cx="5143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FASHION">
            <a:extLst xmlns:a="http://schemas.openxmlformats.org/drawingml/2006/main">
              <a:ext uri="{FF2B5EF4-FFF2-40B4-BE49-F238E27FC236}">
                <a16:creationId xmlns:a16="http://schemas.microsoft.com/office/drawing/2014/main" id="{52964A3B-12EF-4519-A937-076B335E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FASHION</a:t>
            </a:r>
          </a:p>
        </p:txBody>
      </p:sp>
      <p:sp>
        <p:nvSpPr>
          <p:cNvPr id="2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D9098AA-1CB7-49AE-8A6A-9AD7E07B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24625"/>
            <a:ext cx="14668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28" name="text-FLOWERS">
            <a:extLst xmlns:a="http://schemas.openxmlformats.org/drawingml/2006/main">
              <a:ext uri="{FF2B5EF4-FFF2-40B4-BE49-F238E27FC236}">
                <a16:creationId xmlns:a16="http://schemas.microsoft.com/office/drawing/2014/main" id="{1AA8437C-DF3D-4F0D-B504-FD219C16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219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FLOWERS</a:t>
            </a:r>
          </a:p>
        </p:txBody>
      </p:sp>
      <p:sp>
        <p:nvSpPr>
          <p:cNvPr id="29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2E7E10D-1F82-4990-ADCA-DDF5857F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524625"/>
            <a:ext cx="14668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30" name="text-DÉCOR">
            <a:extLst xmlns:a="http://schemas.openxmlformats.org/drawingml/2006/main">
              <a:ext uri="{FF2B5EF4-FFF2-40B4-BE49-F238E27FC236}">
                <a16:creationId xmlns:a16="http://schemas.microsoft.com/office/drawing/2014/main" id="{D67862B2-7B76-43D4-986C-D6B8B562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219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DÉCOR</a:t>
            </a:r>
          </a:p>
        </p:txBody>
      </p:sp>
      <p:sp>
        <p:nvSpPr>
          <p:cNvPr id="3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0EEE8966-3A86-4BEA-9CD2-5B426B91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524625"/>
            <a:ext cx="14668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32" name="text-CAKE">
            <a:extLst xmlns:a="http://schemas.openxmlformats.org/drawingml/2006/main">
              <a:ext uri="{FF2B5EF4-FFF2-40B4-BE49-F238E27FC236}">
                <a16:creationId xmlns:a16="http://schemas.microsoft.com/office/drawing/2014/main" id="{1E5B43EB-D8ED-42B2-9028-71F889C5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219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CAKE</a:t>
            </a:r>
          </a:p>
        </p:txBody>
      </p:sp>
      <p:sp>
        <p:nvSpPr>
          <p:cNvPr id="33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684B66C-E8C6-402B-8DBE-067D5962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524625"/>
            <a:ext cx="14668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34" name="text-COLOR PALETTE">
            <a:extLst xmlns:a="http://schemas.openxmlformats.org/drawingml/2006/main">
              <a:ext uri="{FF2B5EF4-FFF2-40B4-BE49-F238E27FC236}">
                <a16:creationId xmlns:a16="http://schemas.microsoft.com/office/drawing/2014/main" id="{075718C1-4327-4E61-A68E-7CF35538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90011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97D62"/>
                </a:solidFill>
              </a:defRPr>
            </a:pPr>
            <a:r>
              <a:rPr sz="1200" b="0" i="0">
                <a:solidFill>
                  <a:srgbClr val="697D62"/>
                </a:solidFill>
              </a:rPr>
              <a:t>COLOR PALETTE</a:t>
            </a:r>
          </a:p>
        </p:txBody>
      </p:sp>
      <p:sp>
        <p:nvSpPr>
          <p:cNvPr id="35" name="color-palette-swatch">
            <a:extLst xmlns:a="http://schemas.openxmlformats.org/drawingml/2006/main">
              <a:ext uri="{FF2B5EF4-FFF2-40B4-BE49-F238E27FC236}">
                <a16:creationId xmlns:a16="http://schemas.microsoft.com/office/drawing/2014/main" id="{81628F6F-E43B-4ECE-8B68-B9C80BCF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9410700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36" name="color-palette-swatch">
            <a:extLst xmlns:a="http://schemas.openxmlformats.org/drawingml/2006/main">
              <a:ext uri="{FF2B5EF4-FFF2-40B4-BE49-F238E27FC236}">
                <a16:creationId xmlns:a16="http://schemas.microsoft.com/office/drawing/2014/main" id="{ACAF541D-6499-4976-BD43-F2D20D7A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9410700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37" name="color-palette-swatch">
            <a:extLst xmlns:a="http://schemas.openxmlformats.org/drawingml/2006/main">
              <a:ext uri="{FF2B5EF4-FFF2-40B4-BE49-F238E27FC236}">
                <a16:creationId xmlns:a16="http://schemas.microsoft.com/office/drawing/2014/main" id="{9071446E-488F-416F-9236-5253232A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9410700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38" name="color-palette-swatch">
            <a:extLst xmlns:a="http://schemas.openxmlformats.org/drawingml/2006/main">
              <a:ext uri="{FF2B5EF4-FFF2-40B4-BE49-F238E27FC236}">
                <a16:creationId xmlns:a16="http://schemas.microsoft.com/office/drawing/2014/main" id="{2D1D04B6-9322-46D7-AE0E-3357EB74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9410700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39" name="color-palette-swatch">
            <a:extLst xmlns:a="http://schemas.openxmlformats.org/drawingml/2006/main">
              <a:ext uri="{FF2B5EF4-FFF2-40B4-BE49-F238E27FC236}">
                <a16:creationId xmlns:a16="http://schemas.microsoft.com/office/drawing/2014/main" id="{14E6F9DC-9127-4325-A32D-45B87C01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9410700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27630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457e2f2d8407b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content-mask">
            <a:extLst xmlns:a="http://schemas.openxmlformats.org/drawingml/2006/main">
              <a:ext uri="{FF2B5EF4-FFF2-40B4-BE49-F238E27FC236}">
                <a16:creationId xmlns:a16="http://schemas.microsoft.com/office/drawing/2014/main" id="{8E9B807B-6158-4F53-B312-9811BC1B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6381750" cy="923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old-rule">
            <a:extLst xmlns:a="http://schemas.openxmlformats.org/drawingml/2006/main">
              <a:ext uri="{FF2B5EF4-FFF2-40B4-BE49-F238E27FC236}">
                <a16:creationId xmlns:a16="http://schemas.microsoft.com/office/drawing/2014/main" id="{AFB3ED5F-9FE6-454D-A21B-5CA4AB65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8001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rnament">
            <a:extLst xmlns:a="http://schemas.openxmlformats.org/drawingml/2006/main">
              <a:ext uri="{FF2B5EF4-FFF2-40B4-BE49-F238E27FC236}">
                <a16:creationId xmlns:a16="http://schemas.microsoft.com/office/drawing/2014/main" id="{90987933-4B6D-420F-950F-7E6E6164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676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A43"/>
                </a:solidFill>
              </a:defRPr>
            </a:pPr>
            <a:r>
              <a:rPr sz="750" b="0" i="0">
                <a:solidFill>
                  <a:srgbClr val="C79A43"/>
                </a:solidFill>
              </a:rPr>
              <a:t>◆</a:t>
            </a:r>
          </a:p>
        </p:txBody>
      </p:sp>
      <p:sp>
        <p:nvSpPr>
          <p:cNvPr id="5" name="gold-rule">
            <a:extLst xmlns:a="http://schemas.openxmlformats.org/drawingml/2006/main">
              <a:ext uri="{FF2B5EF4-FFF2-40B4-BE49-F238E27FC236}">
                <a16:creationId xmlns:a16="http://schemas.microsoft.com/office/drawing/2014/main" id="{F4391AEA-9BE7-4D14-B31F-D83D8CA4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001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title">
            <a:extLst xmlns:a="http://schemas.openxmlformats.org/drawingml/2006/main">
              <a:ext uri="{FF2B5EF4-FFF2-40B4-BE49-F238E27FC236}">
                <a16:creationId xmlns:a16="http://schemas.microsoft.com/office/drawing/2014/main" id="{90E508C9-72F4-476F-B58D-EC942C95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584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697D62"/>
                </a:solidFill>
              </a:defRPr>
            </a:pPr>
            <a:r>
              <a:rPr sz="3225" b="0" i="0">
                <a:solidFill>
                  <a:srgbClr val="697D62"/>
                </a:solidFill>
              </a:rPr>
              <a:t>ROUGH NOTES</a:t>
            </a:r>
          </a:p>
        </p:txBody>
      </p:sp>
      <p:sp>
        <p:nvSpPr>
          <p:cNvPr id="7" name="text-Planning &amp; Budget">
            <a:extLst xmlns:a="http://schemas.openxmlformats.org/drawingml/2006/main">
              <a:ext uri="{FF2B5EF4-FFF2-40B4-BE49-F238E27FC236}">
                <a16:creationId xmlns:a16="http://schemas.microsoft.com/office/drawing/2014/main" id="{A1742F00-C982-4705-8AD4-525D77F6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71625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697D62"/>
                </a:solidFill>
              </a:defRPr>
            </a:pPr>
            <a:r>
              <a:rPr sz="1725" b="0" i="1">
                <a:solidFill>
                  <a:srgbClr val="697D62"/>
                </a:solidFill>
              </a:rPr>
              <a:t>Planning &amp; Budget</a:t>
            </a:r>
          </a:p>
        </p:txBody>
      </p:sp>
      <p:sp>
        <p:nvSpPr>
          <p:cNvPr id="8" name="text-♥">
            <a:extLst xmlns:a="http://schemas.openxmlformats.org/drawingml/2006/main">
              <a:ext uri="{FF2B5EF4-FFF2-40B4-BE49-F238E27FC236}">
                <a16:creationId xmlns:a16="http://schemas.microsoft.com/office/drawing/2014/main" id="{F1A0357A-D644-4CE3-8E98-607C6BC7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C79A43"/>
                </a:solidFill>
              </a:defRPr>
            </a:pPr>
            <a:r>
              <a:rPr sz="1650" b="0" i="0">
                <a:solidFill>
                  <a:srgbClr val="C79A43"/>
                </a:solidFill>
              </a:rPr>
              <a:t>♥</a:t>
            </a:r>
          </a:p>
        </p:txBody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1D52D04-4107-4FAF-A7C4-9B241375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7F27E91-2027-422A-929D-A099CFEA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8AD1A0D-6627-4840-B1AB-DE729061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9A45ECD-7D4E-4585-9FEB-E8067751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1AAF79F-143D-4B61-9551-50F4F678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A34FC3A-52F0-4434-8186-8A78EAFA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A5980C7-C4BA-4EDF-B78B-A91E2185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73FB071-E83C-4528-9965-65EFD275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1575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68D704E-D1E7-425E-9FC0-C4FD73C3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9BA45B8-96AC-46C1-B9ED-ACFEE5C6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C81451C-6C85-432E-BC44-4B05301E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F270E8E-679F-4107-8B45-F743A447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86475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6407EB1-FD40-43DD-9EBD-34A9D0C5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7A0AF89-9D7E-4078-A014-B4431C44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38925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E28D47C-01B1-4E68-AFDB-368EF17C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151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FA36C9A-7FA8-422F-A730-C6E6B040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91375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ED11707-DC3A-4F0F-AFDD-68ED16E8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676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F90A970-3206-4378-8B97-DAB8CC2B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43825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B02124-F73C-42DA-9F80-E4F573AC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200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A699AC7-B16A-4719-A6F6-2DB9E34E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96275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TO REMEMBER">
            <a:extLst xmlns:a="http://schemas.openxmlformats.org/drawingml/2006/main">
              <a:ext uri="{FF2B5EF4-FFF2-40B4-BE49-F238E27FC236}">
                <a16:creationId xmlns:a16="http://schemas.microsoft.com/office/drawing/2014/main" id="{E9FFDEF4-DEB8-42AA-8843-1C0D51FA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76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97D62"/>
                </a:solidFill>
              </a:defRPr>
            </a:pPr>
            <a:r>
              <a:rPr sz="1200" b="0" i="0">
                <a:solidFill>
                  <a:srgbClr val="697D62"/>
                </a:solidFill>
              </a:rPr>
              <a:t>TO REMEMBER</a:t>
            </a:r>
          </a:p>
        </p:txBody>
      </p:sp>
      <p:sp>
        <p:nvSpPr>
          <p:cNvPr id="30" name="checkbox">
            <a:extLst xmlns:a="http://schemas.openxmlformats.org/drawingml/2006/main">
              <a:ext uri="{FF2B5EF4-FFF2-40B4-BE49-F238E27FC236}">
                <a16:creationId xmlns:a16="http://schemas.microsoft.com/office/drawing/2014/main" id="{D82263C9-A8BF-487E-916C-507F23BD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4099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3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6174DFB-3ECA-488B-9970-594AFF03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14725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heckbox">
            <a:extLst xmlns:a="http://schemas.openxmlformats.org/drawingml/2006/main">
              <a:ext uri="{FF2B5EF4-FFF2-40B4-BE49-F238E27FC236}">
                <a16:creationId xmlns:a16="http://schemas.microsoft.com/office/drawing/2014/main" id="{A93274FE-4E76-45EE-849A-8EAB54BF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DA948E4-1033-4AD2-AC9B-46DDC8F3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909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heckbox">
            <a:extLst xmlns:a="http://schemas.openxmlformats.org/drawingml/2006/main">
              <a:ext uri="{FF2B5EF4-FFF2-40B4-BE49-F238E27FC236}">
                <a16:creationId xmlns:a16="http://schemas.microsoft.com/office/drawing/2014/main" id="{50FD1051-69E6-4F91-B0D1-0C847BCA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9624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907D44-B7C4-4BFD-AB3B-A97F9857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67175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heckbox">
            <a:extLst xmlns:a="http://schemas.openxmlformats.org/drawingml/2006/main">
              <a:ext uri="{FF2B5EF4-FFF2-40B4-BE49-F238E27FC236}">
                <a16:creationId xmlns:a16="http://schemas.microsoft.com/office/drawing/2014/main" id="{82EC6345-196D-499A-9889-3AE6FB08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238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974250E-4D2B-4133-9931-05EED977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4340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heckbox">
            <a:extLst xmlns:a="http://schemas.openxmlformats.org/drawingml/2006/main">
              <a:ext uri="{FF2B5EF4-FFF2-40B4-BE49-F238E27FC236}">
                <a16:creationId xmlns:a16="http://schemas.microsoft.com/office/drawing/2014/main" id="{5881A52E-751B-4FCD-8874-D216E928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5148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63ED5FE-E29F-48F1-BA48-BD7F4120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19625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heckbox">
            <a:extLst xmlns:a="http://schemas.openxmlformats.org/drawingml/2006/main">
              <a:ext uri="{FF2B5EF4-FFF2-40B4-BE49-F238E27FC236}">
                <a16:creationId xmlns:a16="http://schemas.microsoft.com/office/drawing/2014/main" id="{9F724A34-1BF9-41BA-8017-197889B8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7910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09FFE28-11FF-4902-831A-1139F8D3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958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heckbox">
            <a:extLst xmlns:a="http://schemas.openxmlformats.org/drawingml/2006/main">
              <a:ext uri="{FF2B5EF4-FFF2-40B4-BE49-F238E27FC236}">
                <a16:creationId xmlns:a16="http://schemas.microsoft.com/office/drawing/2014/main" id="{1CBDF1E8-C27A-446C-BBDF-7FC8E935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0673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C5CBCE0-A88C-4DE4-95FA-86DD3DE1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172075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heckbox">
            <a:extLst xmlns:a="http://schemas.openxmlformats.org/drawingml/2006/main">
              <a:ext uri="{FF2B5EF4-FFF2-40B4-BE49-F238E27FC236}">
                <a16:creationId xmlns:a16="http://schemas.microsoft.com/office/drawing/2014/main" id="{990CC346-2044-49A6-AB22-6F691E2D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343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5C63B2C-555F-4B7D-A02A-B2162419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44830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heckbox">
            <a:extLst xmlns:a="http://schemas.openxmlformats.org/drawingml/2006/main">
              <a:ext uri="{FF2B5EF4-FFF2-40B4-BE49-F238E27FC236}">
                <a16:creationId xmlns:a16="http://schemas.microsoft.com/office/drawing/2014/main" id="{909C8BBF-587C-42BA-83E9-DFC406E6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6197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05B2F5-FA87-46BA-9E9B-FA0D118E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724525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heckbox">
            <a:extLst xmlns:a="http://schemas.openxmlformats.org/drawingml/2006/main">
              <a:ext uri="{FF2B5EF4-FFF2-40B4-BE49-F238E27FC236}">
                <a16:creationId xmlns:a16="http://schemas.microsoft.com/office/drawing/2014/main" id="{77F59588-2454-43A8-94A4-65292918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8959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4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B2863E9-F0F9-461E-88A8-4B96932E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007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5600B84-F84B-46E0-A518-2399A5CC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572250"/>
            <a:ext cx="1905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51" name="text-QUESTIONS TO ASK">
            <a:extLst xmlns:a="http://schemas.openxmlformats.org/drawingml/2006/main">
              <a:ext uri="{FF2B5EF4-FFF2-40B4-BE49-F238E27FC236}">
                <a16:creationId xmlns:a16="http://schemas.microsoft.com/office/drawing/2014/main" id="{6B0A489A-2517-46E9-BC12-C4F18E23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743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97D62"/>
                </a:solidFill>
              </a:defRPr>
            </a:pPr>
            <a:r>
              <a:rPr sz="1050" b="0" i="0">
                <a:solidFill>
                  <a:srgbClr val="697D62"/>
                </a:solidFill>
              </a:rPr>
              <a:t>QUESTIONS TO ASK</a:t>
            </a:r>
          </a:p>
        </p:txBody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D30AFB5-6512-41BA-BDF0-8DAFE38B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33425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BBA42EE-07FB-4A33-8625-1CF06A10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63905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578F073-55A1-4710-A499-128E774D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94385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336E713-E500-411E-BD4C-2A5E75F6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824865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69B968E-63B2-4538-9E50-B7CFAA21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855345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03DF14F-476B-4611-892B-E3BB05BE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885825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AEABF3-EBD7-46EE-8F1B-6536BF8A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16305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25892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58bffbdba4c70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content-mask">
            <a:extLst xmlns:a="http://schemas.openxmlformats.org/drawingml/2006/main">
              <a:ext uri="{FF2B5EF4-FFF2-40B4-BE49-F238E27FC236}">
                <a16:creationId xmlns:a16="http://schemas.microsoft.com/office/drawing/2014/main" id="{34B3D00E-31CE-4643-BFD6-B77626A4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6477000" cy="952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old-rule">
            <a:extLst xmlns:a="http://schemas.openxmlformats.org/drawingml/2006/main">
              <a:ext uri="{FF2B5EF4-FFF2-40B4-BE49-F238E27FC236}">
                <a16:creationId xmlns:a16="http://schemas.microsoft.com/office/drawing/2014/main" id="{E59677B6-4D4C-469A-A2A7-83EFD2B4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858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rnament">
            <a:extLst xmlns:a="http://schemas.openxmlformats.org/drawingml/2006/main">
              <a:ext uri="{FF2B5EF4-FFF2-40B4-BE49-F238E27FC236}">
                <a16:creationId xmlns:a16="http://schemas.microsoft.com/office/drawing/2014/main" id="{B6FCFF28-A43E-4F88-9DDF-BF0B5492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1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A43"/>
                </a:solidFill>
              </a:defRPr>
            </a:pPr>
            <a:r>
              <a:rPr sz="750" b="0" i="0">
                <a:solidFill>
                  <a:srgbClr val="C79A43"/>
                </a:solidFill>
              </a:rPr>
              <a:t>◆</a:t>
            </a:r>
          </a:p>
        </p:txBody>
      </p:sp>
      <p:sp>
        <p:nvSpPr>
          <p:cNvPr id="5" name="gold-rule">
            <a:extLst xmlns:a="http://schemas.openxmlformats.org/drawingml/2006/main">
              <a:ext uri="{FF2B5EF4-FFF2-40B4-BE49-F238E27FC236}">
                <a16:creationId xmlns:a16="http://schemas.microsoft.com/office/drawing/2014/main" id="{F3209D05-3E19-4831-9CDD-BE7B47A7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858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title">
            <a:extLst xmlns:a="http://schemas.openxmlformats.org/drawingml/2006/main">
              <a:ext uri="{FF2B5EF4-FFF2-40B4-BE49-F238E27FC236}">
                <a16:creationId xmlns:a16="http://schemas.microsoft.com/office/drawing/2014/main" id="{A6203077-4E59-44AD-981D-5EB5F468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66775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697D62"/>
                </a:solidFill>
              </a:defRPr>
            </a:pPr>
            <a:r>
              <a:rPr sz="2850" b="0" i="0">
                <a:solidFill>
                  <a:srgbClr val="697D62"/>
                </a:solidFill>
              </a:rPr>
              <a:t>BUDGET PLANNER</a:t>
            </a:r>
          </a:p>
        </p:txBody>
      </p:sp>
      <p:sp>
        <p:nvSpPr>
          <p:cNvPr id="7" name="page-title">
            <a:extLst xmlns:a="http://schemas.openxmlformats.org/drawingml/2006/main">
              <a:ext uri="{FF2B5EF4-FFF2-40B4-BE49-F238E27FC236}">
                <a16:creationId xmlns:a16="http://schemas.microsoft.com/office/drawing/2014/main" id="{EA105290-4BEA-4C63-9730-D4712BAF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584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0" i="0">
                <a:solidFill>
                  <a:srgbClr val="697D62"/>
                </a:solidFill>
              </a:defRPr>
            </a:pPr>
            <a:r>
              <a:rPr sz="2700" b="0" i="0">
                <a:solidFill>
                  <a:srgbClr val="697D62"/>
                </a:solidFill>
              </a:rPr>
              <a:t>&amp; PAYMENT TRACKER</a:t>
            </a:r>
          </a:p>
        </p:txBody>
      </p:sp>
      <p:sp>
        <p:nvSpPr>
          <p:cNvPr id="8" name="gold-rule">
            <a:extLst xmlns:a="http://schemas.openxmlformats.org/drawingml/2006/main">
              <a:ext uri="{FF2B5EF4-FFF2-40B4-BE49-F238E27FC236}">
                <a16:creationId xmlns:a16="http://schemas.microsoft.com/office/drawing/2014/main" id="{A9610FB2-AF59-467F-B07B-FE5F49EC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57375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rnament">
            <a:extLst xmlns:a="http://schemas.openxmlformats.org/drawingml/2006/main">
              <a:ext uri="{FF2B5EF4-FFF2-40B4-BE49-F238E27FC236}">
                <a16:creationId xmlns:a16="http://schemas.microsoft.com/office/drawing/2014/main" id="{CFA71AD2-DCBD-49DA-8232-E5CEC249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733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A43"/>
                </a:solidFill>
              </a:defRPr>
            </a:pPr>
            <a:r>
              <a:rPr sz="750" b="0" i="0">
                <a:solidFill>
                  <a:srgbClr val="C79A43"/>
                </a:solidFill>
              </a:rPr>
              <a:t>◆</a:t>
            </a:r>
          </a:p>
        </p:txBody>
      </p:sp>
      <p:sp>
        <p:nvSpPr>
          <p:cNvPr id="10" name="gold-rule">
            <a:extLst xmlns:a="http://schemas.openxmlformats.org/drawingml/2006/main">
              <a:ext uri="{FF2B5EF4-FFF2-40B4-BE49-F238E27FC236}">
                <a16:creationId xmlns:a16="http://schemas.microsoft.com/office/drawing/2014/main" id="{DE7EBC0F-E7AE-4A9B-8F72-B7809E91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857375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25719716-E2EB-4BCF-8E63-5E650CC0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1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14B7AF9F-C6EF-4349-BAF2-80C9EE31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83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13" name="table-v">
            <a:extLst xmlns:a="http://schemas.openxmlformats.org/drawingml/2006/main">
              <a:ext uri="{FF2B5EF4-FFF2-40B4-BE49-F238E27FC236}">
                <a16:creationId xmlns:a16="http://schemas.microsoft.com/office/drawing/2014/main" id="{F6ED8D3C-03D1-4E02-B625-6CC22E95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095500"/>
            <a:ext cx="7620" cy="383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v">
            <a:extLst xmlns:a="http://schemas.openxmlformats.org/drawingml/2006/main">
              <a:ext uri="{FF2B5EF4-FFF2-40B4-BE49-F238E27FC236}">
                <a16:creationId xmlns:a16="http://schemas.microsoft.com/office/drawing/2014/main" id="{88F176DC-154E-4425-AFC2-221171E3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95500"/>
            <a:ext cx="7620" cy="383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v">
            <a:extLst xmlns:a="http://schemas.openxmlformats.org/drawingml/2006/main">
              <a:ext uri="{FF2B5EF4-FFF2-40B4-BE49-F238E27FC236}">
                <a16:creationId xmlns:a16="http://schemas.microsoft.com/office/drawing/2014/main" id="{5D658552-9F76-4CBC-A44A-39F467A3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095500"/>
            <a:ext cx="7620" cy="383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FBE9094-45F8-4EB7-8321-B5F0D7D9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5C8A834-C2E2-42CE-818F-414E5911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1D788DF-6FD6-42D3-B3A9-0ADDBD37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0E6DF8E-59A8-41C6-A1C3-D097A6E5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5C64FE7-5DFC-4A9D-93A2-6E16252C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12D7F1D-F6D5-48C9-B5B9-5F5602F3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16E73E5-3829-4EA0-96A6-8E8FF56B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5214F4B-2236-4366-8A4E-437EA08B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636FF74-9BC1-4A8B-8B86-C20CBBFA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52975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BF7557C-7F04-4BC3-A174-1849BAED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3134C43-7513-4860-8150-E777F99E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43525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D024D33-DE41-4074-BC25-37A8BDC7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CATEGORY">
            <a:extLst xmlns:a="http://schemas.openxmlformats.org/drawingml/2006/main">
              <a:ext uri="{FF2B5EF4-FFF2-40B4-BE49-F238E27FC236}">
                <a16:creationId xmlns:a16="http://schemas.microsoft.com/office/drawing/2014/main" id="{05681121-45CB-4487-81DC-FCC60CD4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29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FE370C6B-2349-4D02-823E-F1A8C2A5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095500"/>
            <a:ext cx="1552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30" name="text-ACTUAL">
            <a:extLst xmlns:a="http://schemas.openxmlformats.org/drawingml/2006/main">
              <a:ext uri="{FF2B5EF4-FFF2-40B4-BE49-F238E27FC236}">
                <a16:creationId xmlns:a16="http://schemas.microsoft.com/office/drawing/2014/main" id="{EC086225-892D-49AE-A5BB-E3FB300F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9550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31" name="text-PAID">
            <a:extLst xmlns:a="http://schemas.openxmlformats.org/drawingml/2006/main">
              <a:ext uri="{FF2B5EF4-FFF2-40B4-BE49-F238E27FC236}">
                <a16:creationId xmlns:a16="http://schemas.microsoft.com/office/drawing/2014/main" id="{6E5DD544-50BA-4F90-8B39-A7E22EBA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095500"/>
            <a:ext cx="1323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32" name="text-Venue">
            <a:extLst xmlns:a="http://schemas.openxmlformats.org/drawingml/2006/main">
              <a:ext uri="{FF2B5EF4-FFF2-40B4-BE49-F238E27FC236}">
                <a16:creationId xmlns:a16="http://schemas.microsoft.com/office/drawing/2014/main" id="{023020D1-B89D-4CDF-B9EF-0533B5FE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97D62"/>
                </a:solidFill>
              </a:defRPr>
            </a:pPr>
            <a:r>
              <a:rPr sz="1050" b="0" i="1">
                <a:solidFill>
                  <a:srgbClr val="697D62"/>
                </a:solidFill>
              </a:rPr>
              <a:t>Venue</a:t>
            </a:r>
          </a:p>
        </p:txBody>
      </p:sp>
      <p:sp>
        <p:nvSpPr>
          <p:cNvPr id="33" name="text-Catering">
            <a:extLst xmlns:a="http://schemas.openxmlformats.org/drawingml/2006/main">
              <a:ext uri="{FF2B5EF4-FFF2-40B4-BE49-F238E27FC236}">
                <a16:creationId xmlns:a16="http://schemas.microsoft.com/office/drawing/2014/main" id="{F574035C-8137-4E36-8682-029040DE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97D62"/>
                </a:solidFill>
              </a:defRPr>
            </a:pPr>
            <a:r>
              <a:rPr sz="1050" b="0" i="1">
                <a:solidFill>
                  <a:srgbClr val="697D62"/>
                </a:solidFill>
              </a:rPr>
              <a:t>Catering</a:t>
            </a:r>
          </a:p>
        </p:txBody>
      </p:sp>
      <p:sp>
        <p:nvSpPr>
          <p:cNvPr id="34" name="text-Attire">
            <a:extLst xmlns:a="http://schemas.openxmlformats.org/drawingml/2006/main">
              <a:ext uri="{FF2B5EF4-FFF2-40B4-BE49-F238E27FC236}">
                <a16:creationId xmlns:a16="http://schemas.microsoft.com/office/drawing/2014/main" id="{4BAC8FFC-C127-4499-9908-71216A81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813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97D62"/>
                </a:solidFill>
              </a:defRPr>
            </a:pPr>
            <a:r>
              <a:rPr sz="1050" b="0" i="1">
                <a:solidFill>
                  <a:srgbClr val="697D62"/>
                </a:solidFill>
              </a:rPr>
              <a:t>Attire</a:t>
            </a:r>
          </a:p>
        </p:txBody>
      </p:sp>
      <p:sp>
        <p:nvSpPr>
          <p:cNvPr id="35" name="text-Photography">
            <a:extLst xmlns:a="http://schemas.openxmlformats.org/drawingml/2006/main">
              <a:ext uri="{FF2B5EF4-FFF2-40B4-BE49-F238E27FC236}">
                <a16:creationId xmlns:a16="http://schemas.microsoft.com/office/drawing/2014/main" id="{5F0ADA08-AA4A-44DC-B0C6-BF7EC454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97D62"/>
                </a:solidFill>
              </a:defRPr>
            </a:pPr>
            <a:r>
              <a:rPr sz="1050" b="0" i="1">
                <a:solidFill>
                  <a:srgbClr val="697D62"/>
                </a:solidFill>
              </a:rPr>
              <a:t>Photography</a:t>
            </a:r>
          </a:p>
        </p:txBody>
      </p:sp>
      <p:sp>
        <p:nvSpPr>
          <p:cNvPr id="36" name="text-Florals">
            <a:extLst xmlns:a="http://schemas.openxmlformats.org/drawingml/2006/main">
              <a:ext uri="{FF2B5EF4-FFF2-40B4-BE49-F238E27FC236}">
                <a16:creationId xmlns:a16="http://schemas.microsoft.com/office/drawing/2014/main" id="{F6FB2D4C-DBE0-4ABD-B4A9-AC360DC1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97D62"/>
                </a:solidFill>
              </a:defRPr>
            </a:pPr>
            <a:r>
              <a:rPr sz="1050" b="0" i="1">
                <a:solidFill>
                  <a:srgbClr val="697D62"/>
                </a:solidFill>
              </a:rPr>
              <a:t>Florals</a:t>
            </a:r>
          </a:p>
        </p:txBody>
      </p:sp>
      <p:sp>
        <p:nvSpPr>
          <p:cNvPr id="37" name="text-Décor">
            <a:extLst xmlns:a="http://schemas.openxmlformats.org/drawingml/2006/main">
              <a:ext uri="{FF2B5EF4-FFF2-40B4-BE49-F238E27FC236}">
                <a16:creationId xmlns:a16="http://schemas.microsoft.com/office/drawing/2014/main" id="{33BCCBB6-B7F0-42F8-BC85-DC3C6190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97D62"/>
                </a:solidFill>
              </a:defRPr>
            </a:pPr>
            <a:r>
              <a:rPr sz="1050" b="0" i="1">
                <a:solidFill>
                  <a:srgbClr val="697D62"/>
                </a:solidFill>
              </a:rPr>
              <a:t>Décor</a:t>
            </a:r>
          </a:p>
        </p:txBody>
      </p:sp>
      <p:sp>
        <p:nvSpPr>
          <p:cNvPr id="38" name="text-Music">
            <a:extLst xmlns:a="http://schemas.openxmlformats.org/drawingml/2006/main">
              <a:ext uri="{FF2B5EF4-FFF2-40B4-BE49-F238E27FC236}">
                <a16:creationId xmlns:a16="http://schemas.microsoft.com/office/drawing/2014/main" id="{2A27D9A2-E953-4B5C-8ECE-69AA3564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97D62"/>
                </a:solidFill>
              </a:defRPr>
            </a:pPr>
            <a:r>
              <a:rPr sz="1050" b="0" i="1">
                <a:solidFill>
                  <a:srgbClr val="697D62"/>
                </a:solidFill>
              </a:rPr>
              <a:t>Music</a:t>
            </a:r>
          </a:p>
        </p:txBody>
      </p:sp>
      <p:sp>
        <p:nvSpPr>
          <p:cNvPr id="39" name="text-Stationery">
            <a:extLst xmlns:a="http://schemas.openxmlformats.org/drawingml/2006/main">
              <a:ext uri="{FF2B5EF4-FFF2-40B4-BE49-F238E27FC236}">
                <a16:creationId xmlns:a16="http://schemas.microsoft.com/office/drawing/2014/main" id="{A38D5C69-4FEC-407F-8CE3-8E43C7F9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97D62"/>
                </a:solidFill>
              </a:defRPr>
            </a:pPr>
            <a:r>
              <a:rPr sz="1050" b="0" i="1">
                <a:solidFill>
                  <a:srgbClr val="697D62"/>
                </a:solidFill>
              </a:rPr>
              <a:t>Stationery</a:t>
            </a:r>
          </a:p>
        </p:txBody>
      </p:sp>
      <p:sp>
        <p:nvSpPr>
          <p:cNvPr id="40" name="text-Transport">
            <a:extLst xmlns:a="http://schemas.openxmlformats.org/drawingml/2006/main">
              <a:ext uri="{FF2B5EF4-FFF2-40B4-BE49-F238E27FC236}">
                <a16:creationId xmlns:a16="http://schemas.microsoft.com/office/drawing/2014/main" id="{1ED20D32-8756-418D-99A7-FE6FEE7B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97D62"/>
                </a:solidFill>
              </a:defRPr>
            </a:pPr>
            <a:r>
              <a:rPr sz="1050" b="0" i="1">
                <a:solidFill>
                  <a:srgbClr val="697D62"/>
                </a:solidFill>
              </a:rPr>
              <a:t>Transport</a:t>
            </a:r>
          </a:p>
        </p:txBody>
      </p:sp>
      <p:sp>
        <p:nvSpPr>
          <p:cNvPr id="41" name="text-Beauty">
            <a:extLst xmlns:a="http://schemas.openxmlformats.org/drawingml/2006/main">
              <a:ext uri="{FF2B5EF4-FFF2-40B4-BE49-F238E27FC236}">
                <a16:creationId xmlns:a16="http://schemas.microsoft.com/office/drawing/2014/main" id="{D9C6E9CA-5946-48D7-A1ED-2BEDECB9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97D62"/>
                </a:solidFill>
              </a:defRPr>
            </a:pPr>
            <a:r>
              <a:rPr sz="1050" b="0" i="1">
                <a:solidFill>
                  <a:srgbClr val="697D62"/>
                </a:solidFill>
              </a:rPr>
              <a:t>Beauty</a:t>
            </a:r>
          </a:p>
        </p:txBody>
      </p:sp>
      <p:sp>
        <p:nvSpPr>
          <p:cNvPr id="42" name="text-Cake">
            <a:extLst xmlns:a="http://schemas.openxmlformats.org/drawingml/2006/main">
              <a:ext uri="{FF2B5EF4-FFF2-40B4-BE49-F238E27FC236}">
                <a16:creationId xmlns:a16="http://schemas.microsoft.com/office/drawing/2014/main" id="{69DF6F68-4CB6-4B85-B856-A3568E8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435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97D62"/>
                </a:solidFill>
              </a:defRPr>
            </a:pPr>
            <a:r>
              <a:rPr sz="1050" b="0" i="1">
                <a:solidFill>
                  <a:srgbClr val="697D62"/>
                </a:solidFill>
              </a:rPr>
              <a:t>Cake</a:t>
            </a:r>
          </a:p>
        </p:txBody>
      </p:sp>
      <p:sp>
        <p:nvSpPr>
          <p:cNvPr id="43" name="text-Misc.">
            <a:extLst xmlns:a="http://schemas.openxmlformats.org/drawingml/2006/main">
              <a:ext uri="{FF2B5EF4-FFF2-40B4-BE49-F238E27FC236}">
                <a16:creationId xmlns:a16="http://schemas.microsoft.com/office/drawing/2014/main" id="{7E27D2B7-0173-4327-B289-A717A0B9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97D62"/>
                </a:solidFill>
              </a:defRPr>
            </a:pPr>
            <a:r>
              <a:rPr sz="1050" b="0" i="1">
                <a:solidFill>
                  <a:srgbClr val="697D62"/>
                </a:solidFill>
              </a:rPr>
              <a:t>Misc.</a:t>
            </a:r>
          </a:p>
        </p:txBody>
      </p:sp>
      <p:sp>
        <p:nvSpPr>
          <p:cNvPr id="44" name="box">
            <a:extLst xmlns:a="http://schemas.openxmlformats.org/drawingml/2006/main">
              <a:ext uri="{FF2B5EF4-FFF2-40B4-BE49-F238E27FC236}">
                <a16:creationId xmlns:a16="http://schemas.microsoft.com/office/drawing/2014/main" id="{749AC7DC-C21B-4F1D-A089-4729ADAD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6115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45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040464CE-BCDA-40A2-B322-6727AC66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61150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46" name="vertical-line">
            <a:extLst xmlns:a="http://schemas.openxmlformats.org/drawingml/2006/main">
              <a:ext uri="{FF2B5EF4-FFF2-40B4-BE49-F238E27FC236}">
                <a16:creationId xmlns:a16="http://schemas.microsoft.com/office/drawing/2014/main" id="{F008E78F-98AE-459D-A48D-C5332037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000750"/>
            <a:ext cx="762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vertical-line">
            <a:extLst xmlns:a="http://schemas.openxmlformats.org/drawingml/2006/main">
              <a:ext uri="{FF2B5EF4-FFF2-40B4-BE49-F238E27FC236}">
                <a16:creationId xmlns:a16="http://schemas.microsoft.com/office/drawing/2014/main" id="{78780C61-CD55-452B-B89B-4AF180B0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000750"/>
            <a:ext cx="762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vertical-line">
            <a:extLst xmlns:a="http://schemas.openxmlformats.org/drawingml/2006/main">
              <a:ext uri="{FF2B5EF4-FFF2-40B4-BE49-F238E27FC236}">
                <a16:creationId xmlns:a16="http://schemas.microsoft.com/office/drawing/2014/main" id="{CBFE0CC0-2B90-4F97-859F-842FB13E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6000750"/>
            <a:ext cx="762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vertical-line">
            <a:extLst xmlns:a="http://schemas.openxmlformats.org/drawingml/2006/main">
              <a:ext uri="{FF2B5EF4-FFF2-40B4-BE49-F238E27FC236}">
                <a16:creationId xmlns:a16="http://schemas.microsoft.com/office/drawing/2014/main" id="{B9115959-B6BA-411F-900E-D3D85662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6000750"/>
            <a:ext cx="762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BDF5058-EB80-4FD8-BE4B-5780C628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995966E-BBE0-411F-9D3D-5CF442D5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53200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06AB378-601E-41AF-9444-17872A93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29425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D9602DD-AF7B-44DB-B108-6A866B34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05650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2590A64-342A-4F6A-AF46-68A04939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81875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C8642C6-E5FC-497C-86B2-285B7E89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58100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2B95B02-757E-4857-BE51-E076D84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34325"/>
            <a:ext cx="61150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text-VENDOR">
            <a:extLst xmlns:a="http://schemas.openxmlformats.org/drawingml/2006/main">
              <a:ext uri="{FF2B5EF4-FFF2-40B4-BE49-F238E27FC236}">
                <a16:creationId xmlns:a16="http://schemas.microsoft.com/office/drawing/2014/main" id="{4632D8B9-98C8-4052-A268-6087BAAA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73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FFFFFF"/>
                </a:solidFill>
              </a:defRPr>
            </a:pPr>
            <a:r>
              <a:rPr sz="900" b="0" i="0">
                <a:solidFill>
                  <a:srgbClr val="FFFFFF"/>
                </a:solidFill>
              </a:rPr>
              <a:t>VENDOR</a:t>
            </a:r>
          </a:p>
        </p:txBody>
      </p:sp>
      <p:sp>
        <p:nvSpPr>
          <p:cNvPr id="58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23BA6FC2-48A2-43EE-AD50-1A0A7C35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000750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FFFFFF"/>
                </a:solidFill>
              </a:defRPr>
            </a:pPr>
            <a:r>
              <a:rPr sz="900" b="0" i="0">
                <a:solidFill>
                  <a:srgbClr val="FFFFFF"/>
                </a:solidFill>
              </a:rPr>
              <a:t>DEPOSIT</a:t>
            </a:r>
          </a:p>
        </p:txBody>
      </p:sp>
      <p:sp>
        <p:nvSpPr>
          <p:cNvPr id="59" name="text-BALANCE DUE">
            <a:extLst xmlns:a="http://schemas.openxmlformats.org/drawingml/2006/main">
              <a:ext uri="{FF2B5EF4-FFF2-40B4-BE49-F238E27FC236}">
                <a16:creationId xmlns:a16="http://schemas.microsoft.com/office/drawing/2014/main" id="{1A49118A-2B37-4DD3-8899-6175180A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00075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FFFFFF"/>
                </a:solidFill>
              </a:defRPr>
            </a:pPr>
            <a:r>
              <a:rPr sz="900" b="0" i="0">
                <a:solidFill>
                  <a:srgbClr val="FFFFFF"/>
                </a:solidFill>
              </a:rPr>
              <a:t>BALANCE DUE</a:t>
            </a:r>
          </a:p>
        </p:txBody>
      </p:sp>
      <p:sp>
        <p:nvSpPr>
          <p:cNvPr id="60" name="text-DUE DATE">
            <a:extLst xmlns:a="http://schemas.openxmlformats.org/drawingml/2006/main">
              <a:ext uri="{FF2B5EF4-FFF2-40B4-BE49-F238E27FC236}">
                <a16:creationId xmlns:a16="http://schemas.microsoft.com/office/drawing/2014/main" id="{43DCD662-6384-45CF-842C-B7D115BF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6000750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FFFFFF"/>
                </a:solidFill>
              </a:defRPr>
            </a:pPr>
            <a:r>
              <a:rPr sz="900" b="0" i="0">
                <a:solidFill>
                  <a:srgbClr val="FFFFFF"/>
                </a:solidFill>
              </a:rPr>
              <a:t>DUE DATE</a:t>
            </a:r>
          </a:p>
        </p:txBody>
      </p:sp>
      <p:sp>
        <p:nvSpPr>
          <p:cNvPr id="61" name="text-STATUS">
            <a:extLst xmlns:a="http://schemas.openxmlformats.org/drawingml/2006/main">
              <a:ext uri="{FF2B5EF4-FFF2-40B4-BE49-F238E27FC236}">
                <a16:creationId xmlns:a16="http://schemas.microsoft.com/office/drawing/2014/main" id="{CBF6EC22-2EC3-4657-B9B7-30AB894F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6000750"/>
            <a:ext cx="1076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FFFFFF"/>
                </a:solidFill>
              </a:defRPr>
            </a:pPr>
            <a:r>
              <a:rPr sz="900" b="0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62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94276916-337F-4605-BB8B-783B7747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436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63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AE3FB82F-BAA6-41CE-92F6-5813FD43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6198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64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19A793D2-5147-46F2-BF7E-F2A71545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8961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65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7AD843DE-89E0-48BF-B3DC-C9C7D0B2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71723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66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35C6FB20-329B-4D6C-B4FD-C9A18FE7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74485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67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2B1FB98C-5B73-4B1A-9B79-961E08F8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77247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68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A541B45D-4371-4BC6-8776-EC4E648E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80010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69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F73AD8F-F057-4BE1-9230-4ADA6BAD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477250"/>
            <a:ext cx="5505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70" name="text-BUDGET NOTES">
            <a:extLst xmlns:a="http://schemas.openxmlformats.org/drawingml/2006/main">
              <a:ext uri="{FF2B5EF4-FFF2-40B4-BE49-F238E27FC236}">
                <a16:creationId xmlns:a16="http://schemas.microsoft.com/office/drawing/2014/main" id="{45D05BFB-D31C-4C5B-BF76-819E9E9F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85725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97D62"/>
                </a:solidFill>
              </a:defRPr>
            </a:pPr>
            <a:r>
              <a:rPr sz="1200" b="0" i="0">
                <a:solidFill>
                  <a:srgbClr val="697D62"/>
                </a:solidFill>
              </a:rPr>
              <a:t>BUDGET NOTES</a:t>
            </a:r>
          </a:p>
        </p:txBody>
      </p:sp>
      <p:sp>
        <p:nvSpPr>
          <p:cNvPr id="7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308E934-CBE6-40CE-89FC-8072B2F9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0011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D53BE81-0A3E-48FB-BEB7-CA477DFD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2392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BF0442-B6CE-443F-8FC7-E49DD2E8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773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CBA809D-B670-4D70-87F6-AEFA8C33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59906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74bc25ce34a59"/>
          <a:srcRect xmlns:a="http://schemas.openxmlformats.org/drawingml/2006/main" l="33" t="0" r="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content-mask">
            <a:extLst xmlns:a="http://schemas.openxmlformats.org/drawingml/2006/main">
              <a:ext uri="{FF2B5EF4-FFF2-40B4-BE49-F238E27FC236}">
                <a16:creationId xmlns:a16="http://schemas.microsoft.com/office/drawing/2014/main" id="{2A6F4270-F7B6-4104-AFD9-B88EF327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6381750" cy="923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old-rule">
            <a:extLst xmlns:a="http://schemas.openxmlformats.org/drawingml/2006/main">
              <a:ext uri="{FF2B5EF4-FFF2-40B4-BE49-F238E27FC236}">
                <a16:creationId xmlns:a16="http://schemas.microsoft.com/office/drawing/2014/main" id="{AB183833-C308-4384-BB7D-71146784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78105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rnament">
            <a:extLst xmlns:a="http://schemas.openxmlformats.org/drawingml/2006/main">
              <a:ext uri="{FF2B5EF4-FFF2-40B4-BE49-F238E27FC236}">
                <a16:creationId xmlns:a16="http://schemas.microsoft.com/office/drawing/2014/main" id="{B903E898-7938-41B1-8810-8C9857CD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657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A43"/>
                </a:solidFill>
              </a:defRPr>
            </a:pPr>
            <a:r>
              <a:rPr sz="750" b="0" i="0">
                <a:solidFill>
                  <a:srgbClr val="C79A43"/>
                </a:solidFill>
              </a:rPr>
              <a:t>◆</a:t>
            </a:r>
          </a:p>
        </p:txBody>
      </p:sp>
      <p:sp>
        <p:nvSpPr>
          <p:cNvPr id="5" name="gold-rule">
            <a:extLst xmlns:a="http://schemas.openxmlformats.org/drawingml/2006/main">
              <a:ext uri="{FF2B5EF4-FFF2-40B4-BE49-F238E27FC236}">
                <a16:creationId xmlns:a16="http://schemas.microsoft.com/office/drawing/2014/main" id="{F0BE3CB3-079C-4052-A711-8717C2DC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78105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title">
            <a:extLst xmlns:a="http://schemas.openxmlformats.org/drawingml/2006/main">
              <a:ext uri="{FF2B5EF4-FFF2-40B4-BE49-F238E27FC236}">
                <a16:creationId xmlns:a16="http://schemas.microsoft.com/office/drawing/2014/main" id="{13C2A5B8-B910-472B-A2A7-B865EA56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0125"/>
            <a:ext cx="584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697D62"/>
                </a:solidFill>
              </a:defRPr>
            </a:pPr>
            <a:r>
              <a:rPr sz="2625" b="0" i="0">
                <a:solidFill>
                  <a:srgbClr val="697D62"/>
                </a:solidFill>
              </a:rPr>
              <a:t>ONE-YEAR CALENDAR</a:t>
            </a:r>
          </a:p>
        </p:txBody>
      </p:sp>
      <p:sp>
        <p:nvSpPr>
          <p:cNvPr id="7" name="text-Year:">
            <a:extLst xmlns:a="http://schemas.openxmlformats.org/drawingml/2006/main">
              <a:ext uri="{FF2B5EF4-FFF2-40B4-BE49-F238E27FC236}">
                <a16:creationId xmlns:a16="http://schemas.microsoft.com/office/drawing/2014/main" id="{FC384F74-1507-4533-B8A2-8220E454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43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697D62"/>
                </a:solidFill>
              </a:defRPr>
            </a:pPr>
            <a:r>
              <a:rPr sz="1350" b="0" i="1">
                <a:solidFill>
                  <a:srgbClr val="697D62"/>
                </a:solidFill>
              </a:rPr>
              <a:t>Year: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6ED1507-D833-4617-B6FE-A218057C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100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JANUARY">
            <a:extLst xmlns:a="http://schemas.openxmlformats.org/drawingml/2006/main">
              <a:ext uri="{FF2B5EF4-FFF2-40B4-BE49-F238E27FC236}">
                <a16:creationId xmlns:a16="http://schemas.microsoft.com/office/drawing/2014/main" id="{6E894E94-2005-44BC-9EF6-AD1FA985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97D62"/>
                </a:solidFill>
              </a:defRPr>
            </a:pPr>
            <a:r>
              <a:rPr sz="975" b="0" i="0">
                <a:solidFill>
                  <a:srgbClr val="697D62"/>
                </a:solidFill>
              </a:rPr>
              <a:t>JANUARY</a:t>
            </a:r>
          </a:p>
        </p:txBody>
      </p:sp>
      <p:sp>
        <p:nvSpPr>
          <p:cNvPr id="10" name="text-M    T    W    T    F   ">
            <a:extLst xmlns:a="http://schemas.openxmlformats.org/drawingml/2006/main">
              <a:ext uri="{FF2B5EF4-FFF2-40B4-BE49-F238E27FC236}">
                <a16:creationId xmlns:a16="http://schemas.microsoft.com/office/drawing/2014/main" id="{F58C9567-4C63-40EA-A7FF-89564C63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97D62"/>
                </a:solidFill>
              </a:defRPr>
            </a:pPr>
            <a:r>
              <a:rPr sz="675" b="0" i="0">
                <a:solidFill>
                  <a:srgbClr val="697D62"/>
                </a:solidFill>
              </a:rPr>
              <a:t>M    T    W    T    F    S    S</a:t>
            </a:r>
          </a:p>
        </p:txBody>
      </p:sp>
      <p:sp>
        <p:nvSpPr>
          <p:cNvPr id="1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84C8D79-6308-4394-A785-57C1F9C6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97D62"/>
            </a:solidFill>
            <a:prstDash val="solid"/>
          </a:ln>
        </p:spPr>
      </p:sp>
      <p:sp>
        <p:nvSpPr>
          <p:cNvPr id="12" name="grid-line-v">
            <a:extLst xmlns:a="http://schemas.openxmlformats.org/drawingml/2006/main">
              <a:ext uri="{FF2B5EF4-FFF2-40B4-BE49-F238E27FC236}">
                <a16:creationId xmlns:a16="http://schemas.microsoft.com/office/drawing/2014/main" id="{5FB9D20D-1E2F-43BF-8CBD-7867F480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79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line-v">
            <a:extLst xmlns:a="http://schemas.openxmlformats.org/drawingml/2006/main">
              <a:ext uri="{FF2B5EF4-FFF2-40B4-BE49-F238E27FC236}">
                <a16:creationId xmlns:a16="http://schemas.microsoft.com/office/drawing/2014/main" id="{7C2E3015-649E-4879-9846-A3ECB1B3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907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line-v">
            <a:extLst xmlns:a="http://schemas.openxmlformats.org/drawingml/2006/main">
              <a:ext uri="{FF2B5EF4-FFF2-40B4-BE49-F238E27FC236}">
                <a16:creationId xmlns:a16="http://schemas.microsoft.com/office/drawing/2014/main" id="{5723AA1B-57A2-4EDA-82F4-46CB7034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836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line-v">
            <a:extLst xmlns:a="http://schemas.openxmlformats.org/drawingml/2006/main">
              <a:ext uri="{FF2B5EF4-FFF2-40B4-BE49-F238E27FC236}">
                <a16:creationId xmlns:a16="http://schemas.microsoft.com/office/drawing/2014/main" id="{6D7D6CDE-EA5B-4D41-94C6-1E089466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764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line-v">
            <a:extLst xmlns:a="http://schemas.openxmlformats.org/drawingml/2006/main">
              <a:ext uri="{FF2B5EF4-FFF2-40B4-BE49-F238E27FC236}">
                <a16:creationId xmlns:a16="http://schemas.microsoft.com/office/drawing/2014/main" id="{CF14796D-8821-43E7-B874-61DA293D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693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line-v">
            <a:extLst xmlns:a="http://schemas.openxmlformats.org/drawingml/2006/main">
              <a:ext uri="{FF2B5EF4-FFF2-40B4-BE49-F238E27FC236}">
                <a16:creationId xmlns:a16="http://schemas.microsoft.com/office/drawing/2014/main" id="{FCA90ECB-ECAD-4809-9AE2-D62CE77C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621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line-h">
            <a:extLst xmlns:a="http://schemas.openxmlformats.org/drawingml/2006/main">
              <a:ext uri="{FF2B5EF4-FFF2-40B4-BE49-F238E27FC236}">
                <a16:creationId xmlns:a16="http://schemas.microsoft.com/office/drawing/2014/main" id="{EFB216E1-DD8A-480D-926A-D93B519C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line-h">
            <a:extLst xmlns:a="http://schemas.openxmlformats.org/drawingml/2006/main">
              <a:ext uri="{FF2B5EF4-FFF2-40B4-BE49-F238E27FC236}">
                <a16:creationId xmlns:a16="http://schemas.microsoft.com/office/drawing/2014/main" id="{92164CA9-C889-4175-B8C2-3695EA77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line-h">
            <a:extLst xmlns:a="http://schemas.openxmlformats.org/drawingml/2006/main">
              <a:ext uri="{FF2B5EF4-FFF2-40B4-BE49-F238E27FC236}">
                <a16:creationId xmlns:a16="http://schemas.microsoft.com/office/drawing/2014/main" id="{71A591AC-31E1-4E25-A85E-04E74A0E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line-h">
            <a:extLst xmlns:a="http://schemas.openxmlformats.org/drawingml/2006/main">
              <a:ext uri="{FF2B5EF4-FFF2-40B4-BE49-F238E27FC236}">
                <a16:creationId xmlns:a16="http://schemas.microsoft.com/office/drawing/2014/main" id="{E1C29538-4FC8-4594-8A9F-6B0A1DEA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FEBRUARY">
            <a:extLst xmlns:a="http://schemas.openxmlformats.org/drawingml/2006/main">
              <a:ext uri="{FF2B5EF4-FFF2-40B4-BE49-F238E27FC236}">
                <a16:creationId xmlns:a16="http://schemas.microsoft.com/office/drawing/2014/main" id="{4D3A14E9-A211-4101-9AA6-222C9B8E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76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97D62"/>
                </a:solidFill>
              </a:defRPr>
            </a:pPr>
            <a:r>
              <a:rPr sz="975" b="0" i="0">
                <a:solidFill>
                  <a:srgbClr val="697D62"/>
                </a:solidFill>
              </a:rPr>
              <a:t>FEBRUARY</a:t>
            </a:r>
          </a:p>
        </p:txBody>
      </p:sp>
      <p:sp>
        <p:nvSpPr>
          <p:cNvPr id="23" name="text-M    T    W    T    F   ">
            <a:extLst xmlns:a="http://schemas.openxmlformats.org/drawingml/2006/main">
              <a:ext uri="{FF2B5EF4-FFF2-40B4-BE49-F238E27FC236}">
                <a16:creationId xmlns:a16="http://schemas.microsoft.com/office/drawing/2014/main" id="{F662178C-A543-43D5-A80F-EC41E48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717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97D62"/>
                </a:solidFill>
              </a:defRPr>
            </a:pPr>
            <a:r>
              <a:rPr sz="675" b="0" i="0">
                <a:solidFill>
                  <a:srgbClr val="697D62"/>
                </a:solidFill>
              </a:rPr>
              <a:t>M    T    W    T    F    S    S</a:t>
            </a:r>
          </a:p>
        </p:txBody>
      </p:sp>
      <p:sp>
        <p:nvSpPr>
          <p:cNvPr id="2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12636B4E-4622-44A4-A6FC-ACBD9F89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57175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97D62"/>
            </a:solidFill>
            <a:prstDash val="solid"/>
          </a:ln>
        </p:spPr>
      </p:sp>
      <p:sp>
        <p:nvSpPr>
          <p:cNvPr id="25" name="grid-line-v">
            <a:extLst xmlns:a="http://schemas.openxmlformats.org/drawingml/2006/main">
              <a:ext uri="{FF2B5EF4-FFF2-40B4-BE49-F238E27FC236}">
                <a16:creationId xmlns:a16="http://schemas.microsoft.com/office/drawing/2014/main" id="{CF92F45F-CD89-4CC5-96CB-301D9B02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904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line-v">
            <a:extLst xmlns:a="http://schemas.openxmlformats.org/drawingml/2006/main">
              <a:ext uri="{FF2B5EF4-FFF2-40B4-BE49-F238E27FC236}">
                <a16:creationId xmlns:a16="http://schemas.microsoft.com/office/drawing/2014/main" id="{EC1BDAE5-6E74-41A5-A9BB-E1F057F5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832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line-v">
            <a:extLst xmlns:a="http://schemas.openxmlformats.org/drawingml/2006/main">
              <a:ext uri="{FF2B5EF4-FFF2-40B4-BE49-F238E27FC236}">
                <a16:creationId xmlns:a16="http://schemas.microsoft.com/office/drawing/2014/main" id="{59F60064-B8F7-4DDF-8A0F-289813E8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761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line-v">
            <a:extLst xmlns:a="http://schemas.openxmlformats.org/drawingml/2006/main">
              <a:ext uri="{FF2B5EF4-FFF2-40B4-BE49-F238E27FC236}">
                <a16:creationId xmlns:a16="http://schemas.microsoft.com/office/drawing/2014/main" id="{2A2A176A-C9F7-4423-992B-01E853CB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689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line-v">
            <a:extLst xmlns:a="http://schemas.openxmlformats.org/drawingml/2006/main">
              <a:ext uri="{FF2B5EF4-FFF2-40B4-BE49-F238E27FC236}">
                <a16:creationId xmlns:a16="http://schemas.microsoft.com/office/drawing/2014/main" id="{3E51B4E1-59C0-4F9D-8D4C-B802A3CE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18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line-v">
            <a:extLst xmlns:a="http://schemas.openxmlformats.org/drawingml/2006/main">
              <a:ext uri="{FF2B5EF4-FFF2-40B4-BE49-F238E27FC236}">
                <a16:creationId xmlns:a16="http://schemas.microsoft.com/office/drawing/2014/main" id="{6EC75B1D-BF7C-45E9-9241-7786244B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546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line-h">
            <a:extLst xmlns:a="http://schemas.openxmlformats.org/drawingml/2006/main">
              <a:ext uri="{FF2B5EF4-FFF2-40B4-BE49-F238E27FC236}">
                <a16:creationId xmlns:a16="http://schemas.microsoft.com/office/drawing/2014/main" id="{B2601E32-475E-4892-A70E-09D00CD1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003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line-h">
            <a:extLst xmlns:a="http://schemas.openxmlformats.org/drawingml/2006/main">
              <a:ext uri="{FF2B5EF4-FFF2-40B4-BE49-F238E27FC236}">
                <a16:creationId xmlns:a16="http://schemas.microsoft.com/office/drawing/2014/main" id="{0C203FE1-4B63-4007-A786-9DF9DBC7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289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line-h">
            <a:extLst xmlns:a="http://schemas.openxmlformats.org/drawingml/2006/main">
              <a:ext uri="{FF2B5EF4-FFF2-40B4-BE49-F238E27FC236}">
                <a16:creationId xmlns:a16="http://schemas.microsoft.com/office/drawing/2014/main" id="{40C72C47-BD09-4F0F-B62A-38223CBC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2575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line-h">
            <a:extLst xmlns:a="http://schemas.openxmlformats.org/drawingml/2006/main">
              <a:ext uri="{FF2B5EF4-FFF2-40B4-BE49-F238E27FC236}">
                <a16:creationId xmlns:a16="http://schemas.microsoft.com/office/drawing/2014/main" id="{3D0C262E-4CDC-4A85-90D3-F940E56C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4861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MARCH">
            <a:extLst xmlns:a="http://schemas.openxmlformats.org/drawingml/2006/main">
              <a:ext uri="{FF2B5EF4-FFF2-40B4-BE49-F238E27FC236}">
                <a16:creationId xmlns:a16="http://schemas.microsoft.com/office/drawing/2014/main" id="{78AE6D9F-1C1B-4E03-8B70-B8B57C69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76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97D62"/>
                </a:solidFill>
              </a:defRPr>
            </a:pPr>
            <a:r>
              <a:rPr sz="975" b="0" i="0">
                <a:solidFill>
                  <a:srgbClr val="697D62"/>
                </a:solidFill>
              </a:rPr>
              <a:t>MARCH</a:t>
            </a:r>
          </a:p>
        </p:txBody>
      </p:sp>
      <p:sp>
        <p:nvSpPr>
          <p:cNvPr id="36" name="text-M    T    W    T    F   ">
            <a:extLst xmlns:a="http://schemas.openxmlformats.org/drawingml/2006/main">
              <a:ext uri="{FF2B5EF4-FFF2-40B4-BE49-F238E27FC236}">
                <a16:creationId xmlns:a16="http://schemas.microsoft.com/office/drawing/2014/main" id="{C0476530-C29A-47E9-8072-2CC22D7D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717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97D62"/>
                </a:solidFill>
              </a:defRPr>
            </a:pPr>
            <a:r>
              <a:rPr sz="675" b="0" i="0">
                <a:solidFill>
                  <a:srgbClr val="697D62"/>
                </a:solidFill>
              </a:rPr>
              <a:t>M    T    W    T    F    S    S</a:t>
            </a:r>
          </a:p>
        </p:txBody>
      </p:sp>
      <p:sp>
        <p:nvSpPr>
          <p:cNvPr id="3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E759338-16CA-423F-ADE7-49216B28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7175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97D62"/>
            </a:solidFill>
            <a:prstDash val="solid"/>
          </a:ln>
        </p:spPr>
      </p:sp>
      <p:sp>
        <p:nvSpPr>
          <p:cNvPr id="38" name="grid-line-v">
            <a:extLst xmlns:a="http://schemas.openxmlformats.org/drawingml/2006/main">
              <a:ext uri="{FF2B5EF4-FFF2-40B4-BE49-F238E27FC236}">
                <a16:creationId xmlns:a16="http://schemas.microsoft.com/office/drawing/2014/main" id="{D140ED67-2ED1-4093-A821-6E895B41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829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grid-line-v">
            <a:extLst xmlns:a="http://schemas.openxmlformats.org/drawingml/2006/main">
              <a:ext uri="{FF2B5EF4-FFF2-40B4-BE49-F238E27FC236}">
                <a16:creationId xmlns:a16="http://schemas.microsoft.com/office/drawing/2014/main" id="{54DF7E53-5E4D-444D-8F05-B6D5BCE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757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grid-line-v">
            <a:extLst xmlns:a="http://schemas.openxmlformats.org/drawingml/2006/main">
              <a:ext uri="{FF2B5EF4-FFF2-40B4-BE49-F238E27FC236}">
                <a16:creationId xmlns:a16="http://schemas.microsoft.com/office/drawing/2014/main" id="{612C0C70-6820-426E-B2DC-60428DD4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86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grid-line-v">
            <a:extLst xmlns:a="http://schemas.openxmlformats.org/drawingml/2006/main">
              <a:ext uri="{FF2B5EF4-FFF2-40B4-BE49-F238E27FC236}">
                <a16:creationId xmlns:a16="http://schemas.microsoft.com/office/drawing/2014/main" id="{25A060CB-9596-454C-BBC6-18D43015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614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grid-line-v">
            <a:extLst xmlns:a="http://schemas.openxmlformats.org/drawingml/2006/main">
              <a:ext uri="{FF2B5EF4-FFF2-40B4-BE49-F238E27FC236}">
                <a16:creationId xmlns:a16="http://schemas.microsoft.com/office/drawing/2014/main" id="{F13679F2-E1DA-4821-8A3A-8E9CA161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9543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grid-line-v">
            <a:extLst xmlns:a="http://schemas.openxmlformats.org/drawingml/2006/main">
              <a:ext uri="{FF2B5EF4-FFF2-40B4-BE49-F238E27FC236}">
                <a16:creationId xmlns:a16="http://schemas.microsoft.com/office/drawing/2014/main" id="{614BEAF4-4EC8-4943-8604-C88460E9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471" y="25717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rid-line-h">
            <a:extLst xmlns:a="http://schemas.openxmlformats.org/drawingml/2006/main">
              <a:ext uri="{FF2B5EF4-FFF2-40B4-BE49-F238E27FC236}">
                <a16:creationId xmlns:a16="http://schemas.microsoft.com/office/drawing/2014/main" id="{6725A55B-99AD-41A8-9198-C2AC6726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003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rid-line-h">
            <a:extLst xmlns:a="http://schemas.openxmlformats.org/drawingml/2006/main">
              <a:ext uri="{FF2B5EF4-FFF2-40B4-BE49-F238E27FC236}">
                <a16:creationId xmlns:a16="http://schemas.microsoft.com/office/drawing/2014/main" id="{DEC91582-C83E-463F-B950-9E714D8D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289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id-line-h">
            <a:extLst xmlns:a="http://schemas.openxmlformats.org/drawingml/2006/main">
              <a:ext uri="{FF2B5EF4-FFF2-40B4-BE49-F238E27FC236}">
                <a16:creationId xmlns:a16="http://schemas.microsoft.com/office/drawing/2014/main" id="{AE6853EA-F1DF-48E9-864E-8BB7355B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575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id-line-h">
            <a:extLst xmlns:a="http://schemas.openxmlformats.org/drawingml/2006/main">
              <a:ext uri="{FF2B5EF4-FFF2-40B4-BE49-F238E27FC236}">
                <a16:creationId xmlns:a16="http://schemas.microsoft.com/office/drawing/2014/main" id="{69AB8567-DFB7-4976-A29B-B5EF0470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861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ext-APRIL">
            <a:extLst xmlns:a="http://schemas.openxmlformats.org/drawingml/2006/main">
              <a:ext uri="{FF2B5EF4-FFF2-40B4-BE49-F238E27FC236}">
                <a16:creationId xmlns:a16="http://schemas.microsoft.com/office/drawing/2014/main" id="{859EE58F-49DF-4C16-B995-00F51B40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97D62"/>
                </a:solidFill>
              </a:defRPr>
            </a:pPr>
            <a:r>
              <a:rPr sz="975" b="0" i="0">
                <a:solidFill>
                  <a:srgbClr val="697D62"/>
                </a:solidFill>
              </a:rPr>
              <a:t>APRIL</a:t>
            </a:r>
          </a:p>
        </p:txBody>
      </p:sp>
      <p:sp>
        <p:nvSpPr>
          <p:cNvPr id="49" name="text-M    T    W    T    F   ">
            <a:extLst xmlns:a="http://schemas.openxmlformats.org/drawingml/2006/main">
              <a:ext uri="{FF2B5EF4-FFF2-40B4-BE49-F238E27FC236}">
                <a16:creationId xmlns:a16="http://schemas.microsoft.com/office/drawing/2014/main" id="{8342CAC1-E71C-4829-BD6A-CFAEC2FE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97D62"/>
                </a:solidFill>
              </a:defRPr>
            </a:pPr>
            <a:r>
              <a:rPr sz="675" b="0" i="0">
                <a:solidFill>
                  <a:srgbClr val="697D62"/>
                </a:solidFill>
              </a:rPr>
              <a:t>M    T    W    T    F    S    S</a:t>
            </a:r>
          </a:p>
        </p:txBody>
      </p:sp>
      <p:sp>
        <p:nvSpPr>
          <p:cNvPr id="5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644F62C-D366-4284-A2AA-1E1CFDDF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97D62"/>
            </a:solidFill>
            <a:prstDash val="solid"/>
          </a:ln>
        </p:spPr>
      </p:sp>
      <p:sp>
        <p:nvSpPr>
          <p:cNvPr id="51" name="grid-line-v">
            <a:extLst xmlns:a="http://schemas.openxmlformats.org/drawingml/2006/main">
              <a:ext uri="{FF2B5EF4-FFF2-40B4-BE49-F238E27FC236}">
                <a16:creationId xmlns:a16="http://schemas.microsoft.com/office/drawing/2014/main" id="{0302201F-6285-41A6-A1C3-A67318A5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79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id-line-v">
            <a:extLst xmlns:a="http://schemas.openxmlformats.org/drawingml/2006/main">
              <a:ext uri="{FF2B5EF4-FFF2-40B4-BE49-F238E27FC236}">
                <a16:creationId xmlns:a16="http://schemas.microsoft.com/office/drawing/2014/main" id="{47AE969F-8619-4714-A687-7498BDDD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907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id-line-v">
            <a:extLst xmlns:a="http://schemas.openxmlformats.org/drawingml/2006/main">
              <a:ext uri="{FF2B5EF4-FFF2-40B4-BE49-F238E27FC236}">
                <a16:creationId xmlns:a16="http://schemas.microsoft.com/office/drawing/2014/main" id="{AB84507C-02B1-4FC9-B303-1279C4C3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836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id-line-v">
            <a:extLst xmlns:a="http://schemas.openxmlformats.org/drawingml/2006/main">
              <a:ext uri="{FF2B5EF4-FFF2-40B4-BE49-F238E27FC236}">
                <a16:creationId xmlns:a16="http://schemas.microsoft.com/office/drawing/2014/main" id="{69204214-97B7-4BDE-97ED-15C3D5E4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764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id-line-v">
            <a:extLst xmlns:a="http://schemas.openxmlformats.org/drawingml/2006/main">
              <a:ext uri="{FF2B5EF4-FFF2-40B4-BE49-F238E27FC236}">
                <a16:creationId xmlns:a16="http://schemas.microsoft.com/office/drawing/2014/main" id="{2EBD8A3D-6D9D-4CE8-936C-A7EEC80D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693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grid-line-v">
            <a:extLst xmlns:a="http://schemas.openxmlformats.org/drawingml/2006/main">
              <a:ext uri="{FF2B5EF4-FFF2-40B4-BE49-F238E27FC236}">
                <a16:creationId xmlns:a16="http://schemas.microsoft.com/office/drawing/2014/main" id="{347C39FF-F73A-47CF-AE6B-7C295FEE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621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grid-line-h">
            <a:extLst xmlns:a="http://schemas.openxmlformats.org/drawingml/2006/main">
              <a:ext uri="{FF2B5EF4-FFF2-40B4-BE49-F238E27FC236}">
                <a16:creationId xmlns:a16="http://schemas.microsoft.com/office/drawing/2014/main" id="{96117756-54FC-4B2E-9341-3AE6A034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grid-line-h">
            <a:extLst xmlns:a="http://schemas.openxmlformats.org/drawingml/2006/main">
              <a:ext uri="{FF2B5EF4-FFF2-40B4-BE49-F238E27FC236}">
                <a16:creationId xmlns:a16="http://schemas.microsoft.com/office/drawing/2014/main" id="{8B7B316C-E81E-44D3-8356-B4B4BF98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grid-line-h">
            <a:extLst xmlns:a="http://schemas.openxmlformats.org/drawingml/2006/main">
              <a:ext uri="{FF2B5EF4-FFF2-40B4-BE49-F238E27FC236}">
                <a16:creationId xmlns:a16="http://schemas.microsoft.com/office/drawing/2014/main" id="{572A347E-0F39-4BF9-AE87-00090004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grid-line-h">
            <a:extLst xmlns:a="http://schemas.openxmlformats.org/drawingml/2006/main">
              <a:ext uri="{FF2B5EF4-FFF2-40B4-BE49-F238E27FC236}">
                <a16:creationId xmlns:a16="http://schemas.microsoft.com/office/drawing/2014/main" id="{83604D8E-3740-4AB8-BD55-D7460893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-MAY">
            <a:extLst xmlns:a="http://schemas.openxmlformats.org/drawingml/2006/main">
              <a:ext uri="{FF2B5EF4-FFF2-40B4-BE49-F238E27FC236}">
                <a16:creationId xmlns:a16="http://schemas.microsoft.com/office/drawing/2014/main" id="{ED14E616-2FE6-4AE1-B52E-D061F7E1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886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97D62"/>
                </a:solidFill>
              </a:defRPr>
            </a:pPr>
            <a:r>
              <a:rPr sz="975" b="0" i="0">
                <a:solidFill>
                  <a:srgbClr val="697D62"/>
                </a:solidFill>
              </a:rPr>
              <a:t>MAY</a:t>
            </a:r>
          </a:p>
        </p:txBody>
      </p:sp>
      <p:sp>
        <p:nvSpPr>
          <p:cNvPr id="62" name="text-M    T    W    T    F   ">
            <a:extLst xmlns:a="http://schemas.openxmlformats.org/drawingml/2006/main">
              <a:ext uri="{FF2B5EF4-FFF2-40B4-BE49-F238E27FC236}">
                <a16:creationId xmlns:a16="http://schemas.microsoft.com/office/drawing/2014/main" id="{5CAB8E1B-2383-473E-A6BA-0839F703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1814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97D62"/>
                </a:solidFill>
              </a:defRPr>
            </a:pPr>
            <a:r>
              <a:rPr sz="675" b="0" i="0">
                <a:solidFill>
                  <a:srgbClr val="697D62"/>
                </a:solidFill>
              </a:rPr>
              <a:t>M    T    W    T    F    S    S</a:t>
            </a:r>
          </a:p>
        </p:txBody>
      </p:sp>
      <p:sp>
        <p:nvSpPr>
          <p:cNvPr id="63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83ABE78-1AC7-4104-A907-D2BF8EDF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38150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97D62"/>
            </a:solidFill>
            <a:prstDash val="solid"/>
          </a:ln>
        </p:spPr>
      </p:sp>
      <p:sp>
        <p:nvSpPr>
          <p:cNvPr id="64" name="grid-line-v">
            <a:extLst xmlns:a="http://schemas.openxmlformats.org/drawingml/2006/main">
              <a:ext uri="{FF2B5EF4-FFF2-40B4-BE49-F238E27FC236}">
                <a16:creationId xmlns:a16="http://schemas.microsoft.com/office/drawing/2014/main" id="{06B3A813-9DF1-48A0-94FA-F77E63AC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904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grid-line-v">
            <a:extLst xmlns:a="http://schemas.openxmlformats.org/drawingml/2006/main">
              <a:ext uri="{FF2B5EF4-FFF2-40B4-BE49-F238E27FC236}">
                <a16:creationId xmlns:a16="http://schemas.microsoft.com/office/drawing/2014/main" id="{C5A7484C-5D3F-450F-A68D-43B4D6F2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832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grid-line-v">
            <a:extLst xmlns:a="http://schemas.openxmlformats.org/drawingml/2006/main">
              <a:ext uri="{FF2B5EF4-FFF2-40B4-BE49-F238E27FC236}">
                <a16:creationId xmlns:a16="http://schemas.microsoft.com/office/drawing/2014/main" id="{FBA8F600-8690-44DE-9AAC-7E104211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761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grid-line-v">
            <a:extLst xmlns:a="http://schemas.openxmlformats.org/drawingml/2006/main">
              <a:ext uri="{FF2B5EF4-FFF2-40B4-BE49-F238E27FC236}">
                <a16:creationId xmlns:a16="http://schemas.microsoft.com/office/drawing/2014/main" id="{E812FB88-11A6-4EF3-A531-DD3CCFEC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689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grid-line-v">
            <a:extLst xmlns:a="http://schemas.openxmlformats.org/drawingml/2006/main">
              <a:ext uri="{FF2B5EF4-FFF2-40B4-BE49-F238E27FC236}">
                <a16:creationId xmlns:a16="http://schemas.microsoft.com/office/drawing/2014/main" id="{2042D000-1C3B-431C-B874-7E9B25C6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18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grid-line-v">
            <a:extLst xmlns:a="http://schemas.openxmlformats.org/drawingml/2006/main">
              <a:ext uri="{FF2B5EF4-FFF2-40B4-BE49-F238E27FC236}">
                <a16:creationId xmlns:a16="http://schemas.microsoft.com/office/drawing/2014/main" id="{DAB0C5F7-EE49-42DB-BCC5-D7667412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546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grid-line-h">
            <a:extLst xmlns:a="http://schemas.openxmlformats.org/drawingml/2006/main">
              <a:ext uri="{FF2B5EF4-FFF2-40B4-BE49-F238E27FC236}">
                <a16:creationId xmlns:a16="http://schemas.microsoft.com/office/drawing/2014/main" id="{FEAD48ED-2DCA-47D8-A907-566BAAB0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6101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grid-line-h">
            <a:extLst xmlns:a="http://schemas.openxmlformats.org/drawingml/2006/main">
              <a:ext uri="{FF2B5EF4-FFF2-40B4-BE49-F238E27FC236}">
                <a16:creationId xmlns:a16="http://schemas.microsoft.com/office/drawing/2014/main" id="{E3A4C2A2-A1BE-4048-BB71-1833DCCD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8387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grid-line-h">
            <a:extLst xmlns:a="http://schemas.openxmlformats.org/drawingml/2006/main">
              <a:ext uri="{FF2B5EF4-FFF2-40B4-BE49-F238E27FC236}">
                <a16:creationId xmlns:a16="http://schemas.microsoft.com/office/drawing/2014/main" id="{EDEFC0AD-C68E-4FB7-AF75-FD24E24F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0673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grid-line-h">
            <a:extLst xmlns:a="http://schemas.openxmlformats.org/drawingml/2006/main">
              <a:ext uri="{FF2B5EF4-FFF2-40B4-BE49-F238E27FC236}">
                <a16:creationId xmlns:a16="http://schemas.microsoft.com/office/drawing/2014/main" id="{B5F96AED-42DE-4D8A-9DE5-13B1E2D5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2959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text-JUNE">
            <a:extLst xmlns:a="http://schemas.openxmlformats.org/drawingml/2006/main">
              <a:ext uri="{FF2B5EF4-FFF2-40B4-BE49-F238E27FC236}">
                <a16:creationId xmlns:a16="http://schemas.microsoft.com/office/drawing/2014/main" id="{314E2DD1-875B-4C93-B554-547E5989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86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97D62"/>
                </a:solidFill>
              </a:defRPr>
            </a:pPr>
            <a:r>
              <a:rPr sz="975" b="0" i="0">
                <a:solidFill>
                  <a:srgbClr val="697D62"/>
                </a:solidFill>
              </a:rPr>
              <a:t>JUNE</a:t>
            </a:r>
          </a:p>
        </p:txBody>
      </p:sp>
      <p:sp>
        <p:nvSpPr>
          <p:cNvPr id="75" name="text-M    T    W    T    F   ">
            <a:extLst xmlns:a="http://schemas.openxmlformats.org/drawingml/2006/main">
              <a:ext uri="{FF2B5EF4-FFF2-40B4-BE49-F238E27FC236}">
                <a16:creationId xmlns:a16="http://schemas.microsoft.com/office/drawing/2014/main" id="{FEF0FF56-7DD8-41C5-B0FC-D32F322D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814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97D62"/>
                </a:solidFill>
              </a:defRPr>
            </a:pPr>
            <a:r>
              <a:rPr sz="675" b="0" i="0">
                <a:solidFill>
                  <a:srgbClr val="697D62"/>
                </a:solidFill>
              </a:rPr>
              <a:t>M    T    W    T    F    S    S</a:t>
            </a:r>
          </a:p>
        </p:txBody>
      </p:sp>
      <p:sp>
        <p:nvSpPr>
          <p:cNvPr id="76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57D801F-E251-49D7-94BB-10457E5E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8150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97D62"/>
            </a:solidFill>
            <a:prstDash val="solid"/>
          </a:ln>
        </p:spPr>
      </p:sp>
      <p:sp>
        <p:nvSpPr>
          <p:cNvPr id="77" name="grid-line-v">
            <a:extLst xmlns:a="http://schemas.openxmlformats.org/drawingml/2006/main">
              <a:ext uri="{FF2B5EF4-FFF2-40B4-BE49-F238E27FC236}">
                <a16:creationId xmlns:a16="http://schemas.microsoft.com/office/drawing/2014/main" id="{470A12CD-8045-4186-9B16-DBC58AC2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829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grid-line-v">
            <a:extLst xmlns:a="http://schemas.openxmlformats.org/drawingml/2006/main">
              <a:ext uri="{FF2B5EF4-FFF2-40B4-BE49-F238E27FC236}">
                <a16:creationId xmlns:a16="http://schemas.microsoft.com/office/drawing/2014/main" id="{C870E189-61D3-4727-8914-187317A7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757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grid-line-v">
            <a:extLst xmlns:a="http://schemas.openxmlformats.org/drawingml/2006/main">
              <a:ext uri="{FF2B5EF4-FFF2-40B4-BE49-F238E27FC236}">
                <a16:creationId xmlns:a16="http://schemas.microsoft.com/office/drawing/2014/main" id="{8573EA80-C3B4-4546-B13E-3E806A4C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86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grid-line-v">
            <a:extLst xmlns:a="http://schemas.openxmlformats.org/drawingml/2006/main">
              <a:ext uri="{FF2B5EF4-FFF2-40B4-BE49-F238E27FC236}">
                <a16:creationId xmlns:a16="http://schemas.microsoft.com/office/drawing/2014/main" id="{EF93D8E8-8394-485C-B34F-76AC2E71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614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grid-line-v">
            <a:extLst xmlns:a="http://schemas.openxmlformats.org/drawingml/2006/main">
              <a:ext uri="{FF2B5EF4-FFF2-40B4-BE49-F238E27FC236}">
                <a16:creationId xmlns:a16="http://schemas.microsoft.com/office/drawing/2014/main" id="{23B7A45D-D3F4-46C5-A2D6-6528B35B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9543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grid-line-v">
            <a:extLst xmlns:a="http://schemas.openxmlformats.org/drawingml/2006/main">
              <a:ext uri="{FF2B5EF4-FFF2-40B4-BE49-F238E27FC236}">
                <a16:creationId xmlns:a16="http://schemas.microsoft.com/office/drawing/2014/main" id="{3D29FB97-60D9-4CDB-82DD-723F30DC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471" y="43815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grid-line-h">
            <a:extLst xmlns:a="http://schemas.openxmlformats.org/drawingml/2006/main">
              <a:ext uri="{FF2B5EF4-FFF2-40B4-BE49-F238E27FC236}">
                <a16:creationId xmlns:a16="http://schemas.microsoft.com/office/drawing/2014/main" id="{52820D11-655C-4B95-9626-72206742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101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grid-line-h">
            <a:extLst xmlns:a="http://schemas.openxmlformats.org/drawingml/2006/main">
              <a:ext uri="{FF2B5EF4-FFF2-40B4-BE49-F238E27FC236}">
                <a16:creationId xmlns:a16="http://schemas.microsoft.com/office/drawing/2014/main" id="{BCAD671A-E55C-4688-BF71-36256B23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387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grid-line-h">
            <a:extLst xmlns:a="http://schemas.openxmlformats.org/drawingml/2006/main">
              <a:ext uri="{FF2B5EF4-FFF2-40B4-BE49-F238E27FC236}">
                <a16:creationId xmlns:a16="http://schemas.microsoft.com/office/drawing/2014/main" id="{39CCF678-C34C-4298-B695-7A422C16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673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grid-line-h">
            <a:extLst xmlns:a="http://schemas.openxmlformats.org/drawingml/2006/main">
              <a:ext uri="{FF2B5EF4-FFF2-40B4-BE49-F238E27FC236}">
                <a16:creationId xmlns:a16="http://schemas.microsoft.com/office/drawing/2014/main" id="{CB10CC7B-915E-4281-B91B-A449A58C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959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text-JULY">
            <a:extLst xmlns:a="http://schemas.openxmlformats.org/drawingml/2006/main">
              <a:ext uri="{FF2B5EF4-FFF2-40B4-BE49-F238E27FC236}">
                <a16:creationId xmlns:a16="http://schemas.microsoft.com/office/drawing/2014/main" id="{2A8355BA-94B2-42B3-B324-CB060E02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97D62"/>
                </a:solidFill>
              </a:defRPr>
            </a:pPr>
            <a:r>
              <a:rPr sz="975" b="0" i="0">
                <a:solidFill>
                  <a:srgbClr val="697D62"/>
                </a:solidFill>
              </a:rPr>
              <a:t>JULY</a:t>
            </a:r>
          </a:p>
        </p:txBody>
      </p:sp>
      <p:sp>
        <p:nvSpPr>
          <p:cNvPr id="88" name="text-M    T    W    T    F   ">
            <a:extLst xmlns:a="http://schemas.openxmlformats.org/drawingml/2006/main">
              <a:ext uri="{FF2B5EF4-FFF2-40B4-BE49-F238E27FC236}">
                <a16:creationId xmlns:a16="http://schemas.microsoft.com/office/drawing/2014/main" id="{E3F47AC2-4B17-4F05-8B18-5CB078C8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912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97D62"/>
                </a:solidFill>
              </a:defRPr>
            </a:pPr>
            <a:r>
              <a:rPr sz="675" b="0" i="0">
                <a:solidFill>
                  <a:srgbClr val="697D62"/>
                </a:solidFill>
              </a:rPr>
              <a:t>M    T    W    T    F    S    S</a:t>
            </a:r>
          </a:p>
        </p:txBody>
      </p:sp>
      <p:sp>
        <p:nvSpPr>
          <p:cNvPr id="89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ACCA091-7F38-47A2-AA17-1E72E25F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97D62"/>
            </a:solidFill>
            <a:prstDash val="solid"/>
          </a:ln>
        </p:spPr>
      </p:sp>
      <p:sp>
        <p:nvSpPr>
          <p:cNvPr id="90" name="grid-line-v">
            <a:extLst xmlns:a="http://schemas.openxmlformats.org/drawingml/2006/main">
              <a:ext uri="{FF2B5EF4-FFF2-40B4-BE49-F238E27FC236}">
                <a16:creationId xmlns:a16="http://schemas.microsoft.com/office/drawing/2014/main" id="{EB64C123-8C2F-4F22-9665-D352F867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79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grid-line-v">
            <a:extLst xmlns:a="http://schemas.openxmlformats.org/drawingml/2006/main">
              <a:ext uri="{FF2B5EF4-FFF2-40B4-BE49-F238E27FC236}">
                <a16:creationId xmlns:a16="http://schemas.microsoft.com/office/drawing/2014/main" id="{E89E6B87-F1EA-46A0-B1BB-90EC3BF3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907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grid-line-v">
            <a:extLst xmlns:a="http://schemas.openxmlformats.org/drawingml/2006/main">
              <a:ext uri="{FF2B5EF4-FFF2-40B4-BE49-F238E27FC236}">
                <a16:creationId xmlns:a16="http://schemas.microsoft.com/office/drawing/2014/main" id="{241188C8-B54F-4065-BDBF-1B3BE619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836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grid-line-v">
            <a:extLst xmlns:a="http://schemas.openxmlformats.org/drawingml/2006/main">
              <a:ext uri="{FF2B5EF4-FFF2-40B4-BE49-F238E27FC236}">
                <a16:creationId xmlns:a16="http://schemas.microsoft.com/office/drawing/2014/main" id="{1D853BC1-B08E-4FC1-A075-B252E671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764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grid-line-v">
            <a:extLst xmlns:a="http://schemas.openxmlformats.org/drawingml/2006/main">
              <a:ext uri="{FF2B5EF4-FFF2-40B4-BE49-F238E27FC236}">
                <a16:creationId xmlns:a16="http://schemas.microsoft.com/office/drawing/2014/main" id="{784553F6-FEEF-492A-B6EC-D02464E3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693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grid-line-v">
            <a:extLst xmlns:a="http://schemas.openxmlformats.org/drawingml/2006/main">
              <a:ext uri="{FF2B5EF4-FFF2-40B4-BE49-F238E27FC236}">
                <a16:creationId xmlns:a16="http://schemas.microsoft.com/office/drawing/2014/main" id="{63091F14-D184-4B90-A09C-5C6FB9EE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621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grid-line-h">
            <a:extLst xmlns:a="http://schemas.openxmlformats.org/drawingml/2006/main">
              <a:ext uri="{FF2B5EF4-FFF2-40B4-BE49-F238E27FC236}">
                <a16:creationId xmlns:a16="http://schemas.microsoft.com/office/drawing/2014/main" id="{C40B2D84-96CE-4FA2-B756-C3A50E60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198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grid-line-h">
            <a:extLst xmlns:a="http://schemas.openxmlformats.org/drawingml/2006/main">
              <a:ext uri="{FF2B5EF4-FFF2-40B4-BE49-F238E27FC236}">
                <a16:creationId xmlns:a16="http://schemas.microsoft.com/office/drawing/2014/main" id="{20CDFA6F-1876-491D-B6C0-63D14FDE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484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grid-line-h">
            <a:extLst xmlns:a="http://schemas.openxmlformats.org/drawingml/2006/main">
              <a:ext uri="{FF2B5EF4-FFF2-40B4-BE49-F238E27FC236}">
                <a16:creationId xmlns:a16="http://schemas.microsoft.com/office/drawing/2014/main" id="{64D76D31-4C0C-42AF-8591-B0D1FB1A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770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grid-line-h">
            <a:extLst xmlns:a="http://schemas.openxmlformats.org/drawingml/2006/main">
              <a:ext uri="{FF2B5EF4-FFF2-40B4-BE49-F238E27FC236}">
                <a16:creationId xmlns:a16="http://schemas.microsoft.com/office/drawing/2014/main" id="{9C289589-781C-4D88-8A24-29868D67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056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text-AUGUST">
            <a:extLst xmlns:a="http://schemas.openxmlformats.org/drawingml/2006/main">
              <a:ext uri="{FF2B5EF4-FFF2-40B4-BE49-F238E27FC236}">
                <a16:creationId xmlns:a16="http://schemas.microsoft.com/office/drawing/2014/main" id="{6C7EBE91-FB9D-4E4F-AA4C-2A6DD288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695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97D62"/>
                </a:solidFill>
              </a:defRPr>
            </a:pPr>
            <a:r>
              <a:rPr sz="975" b="0" i="0">
                <a:solidFill>
                  <a:srgbClr val="697D62"/>
                </a:solidFill>
              </a:rPr>
              <a:t>AUGUST</a:t>
            </a:r>
          </a:p>
        </p:txBody>
      </p:sp>
      <p:sp>
        <p:nvSpPr>
          <p:cNvPr id="101" name="text-M    T    W    T    F   ">
            <a:extLst xmlns:a="http://schemas.openxmlformats.org/drawingml/2006/main">
              <a:ext uri="{FF2B5EF4-FFF2-40B4-BE49-F238E27FC236}">
                <a16:creationId xmlns:a16="http://schemas.microsoft.com/office/drawing/2014/main" id="{F398F205-847F-4EEC-94B0-9EC46FCE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9912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97D62"/>
                </a:solidFill>
              </a:defRPr>
            </a:pPr>
            <a:r>
              <a:rPr sz="675" b="0" i="0">
                <a:solidFill>
                  <a:srgbClr val="697D62"/>
                </a:solidFill>
              </a:rPr>
              <a:t>M    T    W    T    F    S    S</a:t>
            </a:r>
          </a:p>
        </p:txBody>
      </p:sp>
      <p:sp>
        <p:nvSpPr>
          <p:cNvPr id="10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35125D5-9F23-4AB6-B690-3FBC46E4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619125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97D62"/>
            </a:solidFill>
            <a:prstDash val="solid"/>
          </a:ln>
        </p:spPr>
      </p:sp>
      <p:sp>
        <p:nvSpPr>
          <p:cNvPr id="103" name="grid-line-v">
            <a:extLst xmlns:a="http://schemas.openxmlformats.org/drawingml/2006/main">
              <a:ext uri="{FF2B5EF4-FFF2-40B4-BE49-F238E27FC236}">
                <a16:creationId xmlns:a16="http://schemas.microsoft.com/office/drawing/2014/main" id="{2B6000B5-A812-4F74-9F56-066938E1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904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grid-line-v">
            <a:extLst xmlns:a="http://schemas.openxmlformats.org/drawingml/2006/main">
              <a:ext uri="{FF2B5EF4-FFF2-40B4-BE49-F238E27FC236}">
                <a16:creationId xmlns:a16="http://schemas.microsoft.com/office/drawing/2014/main" id="{16451F73-04B4-4F2E-9C78-7C8061E1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832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grid-line-v">
            <a:extLst xmlns:a="http://schemas.openxmlformats.org/drawingml/2006/main">
              <a:ext uri="{FF2B5EF4-FFF2-40B4-BE49-F238E27FC236}">
                <a16:creationId xmlns:a16="http://schemas.microsoft.com/office/drawing/2014/main" id="{0F0A91E2-D9FA-4AFF-826E-FFF15DF6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761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grid-line-v">
            <a:extLst xmlns:a="http://schemas.openxmlformats.org/drawingml/2006/main">
              <a:ext uri="{FF2B5EF4-FFF2-40B4-BE49-F238E27FC236}">
                <a16:creationId xmlns:a16="http://schemas.microsoft.com/office/drawing/2014/main" id="{01D35D58-3754-4D45-8AA5-D4CBD818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689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grid-line-v">
            <a:extLst xmlns:a="http://schemas.openxmlformats.org/drawingml/2006/main">
              <a:ext uri="{FF2B5EF4-FFF2-40B4-BE49-F238E27FC236}">
                <a16:creationId xmlns:a16="http://schemas.microsoft.com/office/drawing/2014/main" id="{5600A825-0865-4BCE-B3BC-E1AB4989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18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grid-line-v">
            <a:extLst xmlns:a="http://schemas.openxmlformats.org/drawingml/2006/main">
              <a:ext uri="{FF2B5EF4-FFF2-40B4-BE49-F238E27FC236}">
                <a16:creationId xmlns:a16="http://schemas.microsoft.com/office/drawing/2014/main" id="{C1C5467F-4DE8-430C-B3A6-7C0B1FC0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546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grid-line-h">
            <a:extLst xmlns:a="http://schemas.openxmlformats.org/drawingml/2006/main">
              <a:ext uri="{FF2B5EF4-FFF2-40B4-BE49-F238E27FC236}">
                <a16:creationId xmlns:a16="http://schemas.microsoft.com/office/drawing/2014/main" id="{0D393EF0-1DD7-40F3-9B79-E9C514E0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64198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grid-line-h">
            <a:extLst xmlns:a="http://schemas.openxmlformats.org/drawingml/2006/main">
              <a:ext uri="{FF2B5EF4-FFF2-40B4-BE49-F238E27FC236}">
                <a16:creationId xmlns:a16="http://schemas.microsoft.com/office/drawing/2014/main" id="{299F1A40-D651-41B0-B360-31FF231A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66484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grid-line-h">
            <a:extLst xmlns:a="http://schemas.openxmlformats.org/drawingml/2006/main">
              <a:ext uri="{FF2B5EF4-FFF2-40B4-BE49-F238E27FC236}">
                <a16:creationId xmlns:a16="http://schemas.microsoft.com/office/drawing/2014/main" id="{FF2B1C08-E4FE-483E-B9E4-CDAC87FB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68770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grid-line-h">
            <a:extLst xmlns:a="http://schemas.openxmlformats.org/drawingml/2006/main">
              <a:ext uri="{FF2B5EF4-FFF2-40B4-BE49-F238E27FC236}">
                <a16:creationId xmlns:a16="http://schemas.microsoft.com/office/drawing/2014/main" id="{3AA0FA7D-6029-443F-B245-D769D7E6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71056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text-SEPTEMBER">
            <a:extLst xmlns:a="http://schemas.openxmlformats.org/drawingml/2006/main">
              <a:ext uri="{FF2B5EF4-FFF2-40B4-BE49-F238E27FC236}">
                <a16:creationId xmlns:a16="http://schemas.microsoft.com/office/drawing/2014/main" id="{3F779727-1D54-42D4-BE90-16C08D58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95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97D62"/>
                </a:solidFill>
              </a:defRPr>
            </a:pPr>
            <a:r>
              <a:rPr sz="975" b="0" i="0">
                <a:solidFill>
                  <a:srgbClr val="697D62"/>
                </a:solidFill>
              </a:rPr>
              <a:t>SEPTEMBER</a:t>
            </a:r>
          </a:p>
        </p:txBody>
      </p:sp>
      <p:sp>
        <p:nvSpPr>
          <p:cNvPr id="114" name="text-M    T    W    T    F   ">
            <a:extLst xmlns:a="http://schemas.openxmlformats.org/drawingml/2006/main">
              <a:ext uri="{FF2B5EF4-FFF2-40B4-BE49-F238E27FC236}">
                <a16:creationId xmlns:a16="http://schemas.microsoft.com/office/drawing/2014/main" id="{79601DF2-A520-4ED0-8CF1-FBFC3FD9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9912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97D62"/>
                </a:solidFill>
              </a:defRPr>
            </a:pPr>
            <a:r>
              <a:rPr sz="675" b="0" i="0">
                <a:solidFill>
                  <a:srgbClr val="697D62"/>
                </a:solidFill>
              </a:rPr>
              <a:t>M    T    W    T    F    S    S</a:t>
            </a:r>
          </a:p>
        </p:txBody>
      </p:sp>
      <p:sp>
        <p:nvSpPr>
          <p:cNvPr id="115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4B8A6B7-8C4F-452E-AE7B-D40AA83E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19125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97D62"/>
            </a:solidFill>
            <a:prstDash val="solid"/>
          </a:ln>
        </p:spPr>
      </p:sp>
      <p:sp>
        <p:nvSpPr>
          <p:cNvPr id="116" name="grid-line-v">
            <a:extLst xmlns:a="http://schemas.openxmlformats.org/drawingml/2006/main">
              <a:ext uri="{FF2B5EF4-FFF2-40B4-BE49-F238E27FC236}">
                <a16:creationId xmlns:a16="http://schemas.microsoft.com/office/drawing/2014/main" id="{1B3B03B9-502C-422E-9F9A-186B4D17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829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grid-line-v">
            <a:extLst xmlns:a="http://schemas.openxmlformats.org/drawingml/2006/main">
              <a:ext uri="{FF2B5EF4-FFF2-40B4-BE49-F238E27FC236}">
                <a16:creationId xmlns:a16="http://schemas.microsoft.com/office/drawing/2014/main" id="{7FEE9B4B-4584-4624-8954-DE61D731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757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grid-line-v">
            <a:extLst xmlns:a="http://schemas.openxmlformats.org/drawingml/2006/main">
              <a:ext uri="{FF2B5EF4-FFF2-40B4-BE49-F238E27FC236}">
                <a16:creationId xmlns:a16="http://schemas.microsoft.com/office/drawing/2014/main" id="{9F954B1E-6BC8-4C86-B3A3-43D6E658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86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grid-line-v">
            <a:extLst xmlns:a="http://schemas.openxmlformats.org/drawingml/2006/main">
              <a:ext uri="{FF2B5EF4-FFF2-40B4-BE49-F238E27FC236}">
                <a16:creationId xmlns:a16="http://schemas.microsoft.com/office/drawing/2014/main" id="{2A911CB1-346E-440F-82F7-97A3E599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614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grid-line-v">
            <a:extLst xmlns:a="http://schemas.openxmlformats.org/drawingml/2006/main">
              <a:ext uri="{FF2B5EF4-FFF2-40B4-BE49-F238E27FC236}">
                <a16:creationId xmlns:a16="http://schemas.microsoft.com/office/drawing/2014/main" id="{6D01EBE8-764C-4974-B435-E96EF07C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9543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grid-line-v">
            <a:extLst xmlns:a="http://schemas.openxmlformats.org/drawingml/2006/main">
              <a:ext uri="{FF2B5EF4-FFF2-40B4-BE49-F238E27FC236}">
                <a16:creationId xmlns:a16="http://schemas.microsoft.com/office/drawing/2014/main" id="{E3E8BD9E-5F91-47E8-8B99-966A19BB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471" y="619125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grid-line-h">
            <a:extLst xmlns:a="http://schemas.openxmlformats.org/drawingml/2006/main">
              <a:ext uri="{FF2B5EF4-FFF2-40B4-BE49-F238E27FC236}">
                <a16:creationId xmlns:a16="http://schemas.microsoft.com/office/drawing/2014/main" id="{CF512C24-8B79-47F1-8EA0-7A3536C5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4198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grid-line-h">
            <a:extLst xmlns:a="http://schemas.openxmlformats.org/drawingml/2006/main">
              <a:ext uri="{FF2B5EF4-FFF2-40B4-BE49-F238E27FC236}">
                <a16:creationId xmlns:a16="http://schemas.microsoft.com/office/drawing/2014/main" id="{9FD7C088-621B-4FCA-90CA-2925A322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6484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grid-line-h">
            <a:extLst xmlns:a="http://schemas.openxmlformats.org/drawingml/2006/main">
              <a:ext uri="{FF2B5EF4-FFF2-40B4-BE49-F238E27FC236}">
                <a16:creationId xmlns:a16="http://schemas.microsoft.com/office/drawing/2014/main" id="{9790CFD6-0E99-417D-B837-1CDA2F2E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8770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grid-line-h">
            <a:extLst xmlns:a="http://schemas.openxmlformats.org/drawingml/2006/main">
              <a:ext uri="{FF2B5EF4-FFF2-40B4-BE49-F238E27FC236}">
                <a16:creationId xmlns:a16="http://schemas.microsoft.com/office/drawing/2014/main" id="{6D4A4732-48E3-4DD9-95C8-D6E1E599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710565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text-OCTOBER">
            <a:extLst xmlns:a="http://schemas.openxmlformats.org/drawingml/2006/main">
              <a:ext uri="{FF2B5EF4-FFF2-40B4-BE49-F238E27FC236}">
                <a16:creationId xmlns:a16="http://schemas.microsoft.com/office/drawing/2014/main" id="{987913A5-90D8-4125-B47B-7CAB2C43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05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97D62"/>
                </a:solidFill>
              </a:defRPr>
            </a:pPr>
            <a:r>
              <a:rPr sz="975" b="0" i="0">
                <a:solidFill>
                  <a:srgbClr val="697D62"/>
                </a:solidFill>
              </a:rPr>
              <a:t>OCTOBER</a:t>
            </a:r>
          </a:p>
        </p:txBody>
      </p:sp>
      <p:sp>
        <p:nvSpPr>
          <p:cNvPr id="127" name="text-M    T    W    T    F   ">
            <a:extLst xmlns:a="http://schemas.openxmlformats.org/drawingml/2006/main">
              <a:ext uri="{FF2B5EF4-FFF2-40B4-BE49-F238E27FC236}">
                <a16:creationId xmlns:a16="http://schemas.microsoft.com/office/drawing/2014/main" id="{81D8DC79-7A08-47A6-B682-93B547CF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009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97D62"/>
                </a:solidFill>
              </a:defRPr>
            </a:pPr>
            <a:r>
              <a:rPr sz="675" b="0" i="0">
                <a:solidFill>
                  <a:srgbClr val="697D62"/>
                </a:solidFill>
              </a:rPr>
              <a:t>M    T    W    T    F    S    S</a:t>
            </a:r>
          </a:p>
        </p:txBody>
      </p:sp>
      <p:sp>
        <p:nvSpPr>
          <p:cNvPr id="12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9D7D53B-ABDA-44C2-AF67-CAA7BCFD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97D62"/>
            </a:solidFill>
            <a:prstDash val="solid"/>
          </a:ln>
        </p:spPr>
      </p:sp>
      <p:sp>
        <p:nvSpPr>
          <p:cNvPr id="129" name="grid-line-v">
            <a:extLst xmlns:a="http://schemas.openxmlformats.org/drawingml/2006/main">
              <a:ext uri="{FF2B5EF4-FFF2-40B4-BE49-F238E27FC236}">
                <a16:creationId xmlns:a16="http://schemas.microsoft.com/office/drawing/2014/main" id="{1340F2B4-0110-416A-8945-014B661C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79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grid-line-v">
            <a:extLst xmlns:a="http://schemas.openxmlformats.org/drawingml/2006/main">
              <a:ext uri="{FF2B5EF4-FFF2-40B4-BE49-F238E27FC236}">
                <a16:creationId xmlns:a16="http://schemas.microsoft.com/office/drawing/2014/main" id="{3B66562D-9069-4998-9D82-A5F96B37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907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grid-line-v">
            <a:extLst xmlns:a="http://schemas.openxmlformats.org/drawingml/2006/main">
              <a:ext uri="{FF2B5EF4-FFF2-40B4-BE49-F238E27FC236}">
                <a16:creationId xmlns:a16="http://schemas.microsoft.com/office/drawing/2014/main" id="{F2B1E5F6-C184-4CC0-8A7B-58803BC9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836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grid-line-v">
            <a:extLst xmlns:a="http://schemas.openxmlformats.org/drawingml/2006/main">
              <a:ext uri="{FF2B5EF4-FFF2-40B4-BE49-F238E27FC236}">
                <a16:creationId xmlns:a16="http://schemas.microsoft.com/office/drawing/2014/main" id="{EE533032-D0DA-4CDC-B041-755350FB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764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grid-line-v">
            <a:extLst xmlns:a="http://schemas.openxmlformats.org/drawingml/2006/main">
              <a:ext uri="{FF2B5EF4-FFF2-40B4-BE49-F238E27FC236}">
                <a16:creationId xmlns:a16="http://schemas.microsoft.com/office/drawing/2014/main" id="{CAEC0CBC-95AB-486F-82CE-FEB7F856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693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grid-line-v">
            <a:extLst xmlns:a="http://schemas.openxmlformats.org/drawingml/2006/main">
              <a:ext uri="{FF2B5EF4-FFF2-40B4-BE49-F238E27FC236}">
                <a16:creationId xmlns:a16="http://schemas.microsoft.com/office/drawing/2014/main" id="{A6795188-2DE4-4D1B-ADBD-FB0D81C5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621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grid-line-h">
            <a:extLst xmlns:a="http://schemas.openxmlformats.org/drawingml/2006/main">
              <a:ext uri="{FF2B5EF4-FFF2-40B4-BE49-F238E27FC236}">
                <a16:creationId xmlns:a16="http://schemas.microsoft.com/office/drawing/2014/main" id="{04FAF3FC-5E7C-4183-92DB-712CD92B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296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grid-line-h">
            <a:extLst xmlns:a="http://schemas.openxmlformats.org/drawingml/2006/main">
              <a:ext uri="{FF2B5EF4-FFF2-40B4-BE49-F238E27FC236}">
                <a16:creationId xmlns:a16="http://schemas.microsoft.com/office/drawing/2014/main" id="{FF945A8A-4D2C-4A66-BC46-0E32C19F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4582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grid-line-h">
            <a:extLst xmlns:a="http://schemas.openxmlformats.org/drawingml/2006/main">
              <a:ext uri="{FF2B5EF4-FFF2-40B4-BE49-F238E27FC236}">
                <a16:creationId xmlns:a16="http://schemas.microsoft.com/office/drawing/2014/main" id="{B53FA875-2439-4C09-9A26-BE5EC99D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6868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grid-line-h">
            <a:extLst xmlns:a="http://schemas.openxmlformats.org/drawingml/2006/main">
              <a:ext uri="{FF2B5EF4-FFF2-40B4-BE49-F238E27FC236}">
                <a16:creationId xmlns:a16="http://schemas.microsoft.com/office/drawing/2014/main" id="{6AEB7F39-856D-4DA5-AB95-129E7F4A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9154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text-NOVEMBER">
            <a:extLst xmlns:a="http://schemas.openxmlformats.org/drawingml/2006/main">
              <a:ext uri="{FF2B5EF4-FFF2-40B4-BE49-F238E27FC236}">
                <a16:creationId xmlns:a16="http://schemas.microsoft.com/office/drawing/2014/main" id="{9BB8F3CA-659C-4B09-ABD2-DB67C9AE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7505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97D62"/>
                </a:solidFill>
              </a:defRPr>
            </a:pPr>
            <a:r>
              <a:rPr sz="975" b="0" i="0">
                <a:solidFill>
                  <a:srgbClr val="697D62"/>
                </a:solidFill>
              </a:rPr>
              <a:t>NOVEMBER</a:t>
            </a:r>
          </a:p>
        </p:txBody>
      </p:sp>
      <p:sp>
        <p:nvSpPr>
          <p:cNvPr id="140" name="text-M    T    W    T    F   ">
            <a:extLst xmlns:a="http://schemas.openxmlformats.org/drawingml/2006/main">
              <a:ext uri="{FF2B5EF4-FFF2-40B4-BE49-F238E27FC236}">
                <a16:creationId xmlns:a16="http://schemas.microsoft.com/office/drawing/2014/main" id="{928D670F-B83D-4EF4-A1CE-90BA0297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78009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97D62"/>
                </a:solidFill>
              </a:defRPr>
            </a:pPr>
            <a:r>
              <a:rPr sz="675" b="0" i="0">
                <a:solidFill>
                  <a:srgbClr val="697D62"/>
                </a:solidFill>
              </a:rPr>
              <a:t>M    T    W    T    F    S    S</a:t>
            </a:r>
          </a:p>
        </p:txBody>
      </p:sp>
      <p:sp>
        <p:nvSpPr>
          <p:cNvPr id="1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6C232E1-5149-4DA8-AD83-93D26B40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800100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97D62"/>
            </a:solidFill>
            <a:prstDash val="solid"/>
          </a:ln>
        </p:spPr>
      </p:sp>
      <p:sp>
        <p:nvSpPr>
          <p:cNvPr id="142" name="grid-line-v">
            <a:extLst xmlns:a="http://schemas.openxmlformats.org/drawingml/2006/main">
              <a:ext uri="{FF2B5EF4-FFF2-40B4-BE49-F238E27FC236}">
                <a16:creationId xmlns:a16="http://schemas.microsoft.com/office/drawing/2014/main" id="{40497CB7-6594-42E7-9CED-2A14D417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904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grid-line-v">
            <a:extLst xmlns:a="http://schemas.openxmlformats.org/drawingml/2006/main">
              <a:ext uri="{FF2B5EF4-FFF2-40B4-BE49-F238E27FC236}">
                <a16:creationId xmlns:a16="http://schemas.microsoft.com/office/drawing/2014/main" id="{FC4EFF0B-9515-42EF-81FE-E6A7E279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832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grid-line-v">
            <a:extLst xmlns:a="http://schemas.openxmlformats.org/drawingml/2006/main">
              <a:ext uri="{FF2B5EF4-FFF2-40B4-BE49-F238E27FC236}">
                <a16:creationId xmlns:a16="http://schemas.microsoft.com/office/drawing/2014/main" id="{A1D525DE-87B4-4C74-9D74-AFC05C08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761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grid-line-v">
            <a:extLst xmlns:a="http://schemas.openxmlformats.org/drawingml/2006/main">
              <a:ext uri="{FF2B5EF4-FFF2-40B4-BE49-F238E27FC236}">
                <a16:creationId xmlns:a16="http://schemas.microsoft.com/office/drawing/2014/main" id="{784A3BEA-BF22-4364-BF34-063A6938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689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grid-line-v">
            <a:extLst xmlns:a="http://schemas.openxmlformats.org/drawingml/2006/main">
              <a:ext uri="{FF2B5EF4-FFF2-40B4-BE49-F238E27FC236}">
                <a16:creationId xmlns:a16="http://schemas.microsoft.com/office/drawing/2014/main" id="{B9EC81AE-A8A6-42F1-B21D-D2C4D6F3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18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grid-line-v">
            <a:extLst xmlns:a="http://schemas.openxmlformats.org/drawingml/2006/main">
              <a:ext uri="{FF2B5EF4-FFF2-40B4-BE49-F238E27FC236}">
                <a16:creationId xmlns:a16="http://schemas.microsoft.com/office/drawing/2014/main" id="{96D19B70-C980-4CA7-A6C8-7EC099FF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546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grid-line-h">
            <a:extLst xmlns:a="http://schemas.openxmlformats.org/drawingml/2006/main">
              <a:ext uri="{FF2B5EF4-FFF2-40B4-BE49-F238E27FC236}">
                <a16:creationId xmlns:a16="http://schemas.microsoft.com/office/drawing/2014/main" id="{C17518F3-B655-4FE7-9197-96A40DF8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82296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grid-line-h">
            <a:extLst xmlns:a="http://schemas.openxmlformats.org/drawingml/2006/main">
              <a:ext uri="{FF2B5EF4-FFF2-40B4-BE49-F238E27FC236}">
                <a16:creationId xmlns:a16="http://schemas.microsoft.com/office/drawing/2014/main" id="{295ACC49-99A7-4CB4-93F6-9EC6420E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84582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grid-line-h">
            <a:extLst xmlns:a="http://schemas.openxmlformats.org/drawingml/2006/main">
              <a:ext uri="{FF2B5EF4-FFF2-40B4-BE49-F238E27FC236}">
                <a16:creationId xmlns:a16="http://schemas.microsoft.com/office/drawing/2014/main" id="{F2EEF17A-EA54-422B-AA74-561B4A98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86868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grid-line-h">
            <a:extLst xmlns:a="http://schemas.openxmlformats.org/drawingml/2006/main">
              <a:ext uri="{FF2B5EF4-FFF2-40B4-BE49-F238E27FC236}">
                <a16:creationId xmlns:a16="http://schemas.microsoft.com/office/drawing/2014/main" id="{E951BE07-B770-4932-8E84-A9380C73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89154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text-DECEMBER">
            <a:extLst xmlns:a="http://schemas.openxmlformats.org/drawingml/2006/main">
              <a:ext uri="{FF2B5EF4-FFF2-40B4-BE49-F238E27FC236}">
                <a16:creationId xmlns:a16="http://schemas.microsoft.com/office/drawing/2014/main" id="{9EED25D5-1787-46CA-AC2C-D7E584D5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7505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97D62"/>
                </a:solidFill>
              </a:defRPr>
            </a:pPr>
            <a:r>
              <a:rPr sz="975" b="0" i="0">
                <a:solidFill>
                  <a:srgbClr val="697D62"/>
                </a:solidFill>
              </a:rPr>
              <a:t>DECEMBER</a:t>
            </a:r>
          </a:p>
        </p:txBody>
      </p:sp>
      <p:sp>
        <p:nvSpPr>
          <p:cNvPr id="153" name="text-M    T    W    T    F   ">
            <a:extLst xmlns:a="http://schemas.openxmlformats.org/drawingml/2006/main">
              <a:ext uri="{FF2B5EF4-FFF2-40B4-BE49-F238E27FC236}">
                <a16:creationId xmlns:a16="http://schemas.microsoft.com/office/drawing/2014/main" id="{31CBFC7B-23AC-4396-B411-A693C7BB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78009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97D62"/>
                </a:solidFill>
              </a:defRPr>
            </a:pPr>
            <a:r>
              <a:rPr sz="675" b="0" i="0">
                <a:solidFill>
                  <a:srgbClr val="697D62"/>
                </a:solidFill>
              </a:rPr>
              <a:t>M    T    W    T    F    S    S</a:t>
            </a:r>
          </a:p>
        </p:txBody>
      </p:sp>
      <p:sp>
        <p:nvSpPr>
          <p:cNvPr id="15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E89817D-9FC3-4B18-87C3-634EF547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00100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97D62"/>
            </a:solidFill>
            <a:prstDash val="solid"/>
          </a:ln>
        </p:spPr>
      </p:sp>
      <p:sp>
        <p:nvSpPr>
          <p:cNvPr id="155" name="grid-line-v">
            <a:extLst xmlns:a="http://schemas.openxmlformats.org/drawingml/2006/main">
              <a:ext uri="{FF2B5EF4-FFF2-40B4-BE49-F238E27FC236}">
                <a16:creationId xmlns:a16="http://schemas.microsoft.com/office/drawing/2014/main" id="{00E72525-D1FC-4212-BCF5-6830E082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829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grid-line-v">
            <a:extLst xmlns:a="http://schemas.openxmlformats.org/drawingml/2006/main">
              <a:ext uri="{FF2B5EF4-FFF2-40B4-BE49-F238E27FC236}">
                <a16:creationId xmlns:a16="http://schemas.microsoft.com/office/drawing/2014/main" id="{87DA13C2-DFD9-41D1-B757-867600B4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757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grid-line-v">
            <a:extLst xmlns:a="http://schemas.openxmlformats.org/drawingml/2006/main">
              <a:ext uri="{FF2B5EF4-FFF2-40B4-BE49-F238E27FC236}">
                <a16:creationId xmlns:a16="http://schemas.microsoft.com/office/drawing/2014/main" id="{9C5F99D7-6F7A-4FA0-8747-52D59C18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86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grid-line-v">
            <a:extLst xmlns:a="http://schemas.openxmlformats.org/drawingml/2006/main">
              <a:ext uri="{FF2B5EF4-FFF2-40B4-BE49-F238E27FC236}">
                <a16:creationId xmlns:a16="http://schemas.microsoft.com/office/drawing/2014/main" id="{4C3A137C-09DB-47FB-ACEC-6ED722B5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614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grid-line-v">
            <a:extLst xmlns:a="http://schemas.openxmlformats.org/drawingml/2006/main">
              <a:ext uri="{FF2B5EF4-FFF2-40B4-BE49-F238E27FC236}">
                <a16:creationId xmlns:a16="http://schemas.microsoft.com/office/drawing/2014/main" id="{D2942251-8D1E-46DC-856D-C4E2B61B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9543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grid-line-v">
            <a:extLst xmlns:a="http://schemas.openxmlformats.org/drawingml/2006/main">
              <a:ext uri="{FF2B5EF4-FFF2-40B4-BE49-F238E27FC236}">
                <a16:creationId xmlns:a16="http://schemas.microsoft.com/office/drawing/2014/main" id="{F168787B-A74E-49B3-B6A0-C42E0645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471" y="8001000"/>
            <a:ext cx="666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grid-line-h">
            <a:extLst xmlns:a="http://schemas.openxmlformats.org/drawingml/2006/main">
              <a:ext uri="{FF2B5EF4-FFF2-40B4-BE49-F238E27FC236}">
                <a16:creationId xmlns:a16="http://schemas.microsoft.com/office/drawing/2014/main" id="{558DF6EB-E9F7-4BCA-B11D-2A5AAB59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2296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grid-line-h">
            <a:extLst xmlns:a="http://schemas.openxmlformats.org/drawingml/2006/main">
              <a:ext uri="{FF2B5EF4-FFF2-40B4-BE49-F238E27FC236}">
                <a16:creationId xmlns:a16="http://schemas.microsoft.com/office/drawing/2014/main" id="{548A12EF-3C9C-4B80-93C4-D12C42E4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4582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grid-line-h">
            <a:extLst xmlns:a="http://schemas.openxmlformats.org/drawingml/2006/main">
              <a:ext uri="{FF2B5EF4-FFF2-40B4-BE49-F238E27FC236}">
                <a16:creationId xmlns:a16="http://schemas.microsoft.com/office/drawing/2014/main" id="{79C98B55-8C60-4992-AC79-68E512E0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6868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grid-line-h">
            <a:extLst xmlns:a="http://schemas.openxmlformats.org/drawingml/2006/main">
              <a:ext uri="{FF2B5EF4-FFF2-40B4-BE49-F238E27FC236}">
                <a16:creationId xmlns:a16="http://schemas.microsoft.com/office/drawing/2014/main" id="{07F29009-99CE-4185-BEF8-56B5FF3F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915400"/>
            <a:ext cx="1714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8191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1fdba46b64618"/>
          <a:srcRect xmlns:a="http://schemas.openxmlformats.org/drawingml/2006/main" l="33" t="0" r="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content-mask">
            <a:extLst xmlns:a="http://schemas.openxmlformats.org/drawingml/2006/main">
              <a:ext uri="{FF2B5EF4-FFF2-40B4-BE49-F238E27FC236}">
                <a16:creationId xmlns:a16="http://schemas.microsoft.com/office/drawing/2014/main" id="{C68B96E0-919C-4FB5-89D4-2664C979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6238875" cy="923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old-rule">
            <a:extLst xmlns:a="http://schemas.openxmlformats.org/drawingml/2006/main">
              <a:ext uri="{FF2B5EF4-FFF2-40B4-BE49-F238E27FC236}">
                <a16:creationId xmlns:a16="http://schemas.microsoft.com/office/drawing/2014/main" id="{FCAF7B1A-4709-4EBB-9FFC-A68DF6D5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85725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rnament">
            <a:extLst xmlns:a="http://schemas.openxmlformats.org/drawingml/2006/main">
              <a:ext uri="{FF2B5EF4-FFF2-40B4-BE49-F238E27FC236}">
                <a16:creationId xmlns:a16="http://schemas.microsoft.com/office/drawing/2014/main" id="{6E15FBA9-2759-4CA9-8971-6797600F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334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A43"/>
                </a:solidFill>
              </a:defRPr>
            </a:pPr>
            <a:r>
              <a:rPr sz="750" b="0" i="0">
                <a:solidFill>
                  <a:srgbClr val="C79A43"/>
                </a:solidFill>
              </a:rPr>
              <a:t>◆</a:t>
            </a:r>
          </a:p>
        </p:txBody>
      </p:sp>
      <p:sp>
        <p:nvSpPr>
          <p:cNvPr id="5" name="gold-rule">
            <a:extLst xmlns:a="http://schemas.openxmlformats.org/drawingml/2006/main">
              <a:ext uri="{FF2B5EF4-FFF2-40B4-BE49-F238E27FC236}">
                <a16:creationId xmlns:a16="http://schemas.microsoft.com/office/drawing/2014/main" id="{97379F06-CF94-42A2-B04C-4F0F2407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5725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title">
            <a:extLst xmlns:a="http://schemas.openxmlformats.org/drawingml/2006/main">
              <a:ext uri="{FF2B5EF4-FFF2-40B4-BE49-F238E27FC236}">
                <a16:creationId xmlns:a16="http://schemas.microsoft.com/office/drawing/2014/main" id="{BA0732B3-C480-4CDF-A1FF-BA543A53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23950"/>
            <a:ext cx="584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697D62"/>
                </a:solidFill>
              </a:defRPr>
            </a:pPr>
            <a:r>
              <a:rPr sz="3150" b="0" i="0">
                <a:solidFill>
                  <a:srgbClr val="697D62"/>
                </a:solidFill>
              </a:rPr>
              <a:t>ROUGH NOTES</a:t>
            </a:r>
          </a:p>
        </p:txBody>
      </p:sp>
      <p:sp>
        <p:nvSpPr>
          <p:cNvPr id="7" name="text-Guests &amp; Vendors">
            <a:extLst xmlns:a="http://schemas.openxmlformats.org/drawingml/2006/main">
              <a:ext uri="{FF2B5EF4-FFF2-40B4-BE49-F238E27FC236}">
                <a16:creationId xmlns:a16="http://schemas.microsoft.com/office/drawing/2014/main" id="{D20AAF18-96D5-44FE-A981-B288BAE0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287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697D62"/>
                </a:solidFill>
              </a:defRPr>
            </a:pPr>
            <a:r>
              <a:rPr sz="1725" b="0" i="1">
                <a:solidFill>
                  <a:srgbClr val="697D62"/>
                </a:solidFill>
              </a:rPr>
              <a:t>Guests &amp; Vendors</a:t>
            </a:r>
          </a:p>
        </p:txBody>
      </p:sp>
      <p:sp>
        <p:nvSpPr>
          <p:cNvPr id="8" name="text-♥">
            <a:extLst xmlns:a="http://schemas.openxmlformats.org/drawingml/2006/main">
              <a:ext uri="{FF2B5EF4-FFF2-40B4-BE49-F238E27FC236}">
                <a16:creationId xmlns:a16="http://schemas.microsoft.com/office/drawing/2014/main" id="{6413FBF7-7EC1-4083-ABDF-9AD2E207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764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C79A43"/>
                </a:solidFill>
              </a:defRPr>
            </a:pPr>
            <a:r>
              <a:rPr sz="1575" b="0" i="0">
                <a:solidFill>
                  <a:srgbClr val="C79A43"/>
                </a:solidFill>
              </a:rPr>
              <a:t>♥</a:t>
            </a:r>
          </a:p>
        </p:txBody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08F903E-A6CB-4CBE-BB28-DC52202C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7830E03-8B8B-4DC0-B1E6-76384A72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1947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A4F5B99-CC0A-4C57-BE83-8AD414F6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77C86C0-AE80-4231-99F6-7B6357C6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1329F6F-A197-4B99-ABEE-970C25D2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5DDCB68-B524-449C-B18C-2832EBB5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7E735ED-6FA3-4745-8F57-A96A50D6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F0BE309-A436-4E79-8372-044C7720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768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A2F4C83-B14E-4A15-AE75-CEC11EFD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AC67CB9-1233-4ABD-B7FC-D4E6AC30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2927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ECE5CA3-2E6F-4C40-BE4D-A751C6BD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FA40574-C472-4A31-A103-47A36020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817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2CB1F6C-2F11-407C-A099-A512C86E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579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DCF688-B95A-42C9-B42A-24A04A60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73417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9FF6C5-4BEE-466E-B3BC-A5974CF8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104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230DFA5-604A-4337-98F5-9A7661A4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866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A5611E9-B2A0-4FA4-8B83-73DC38E6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562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815C66F-5A67-4440-A51D-E7AC85DA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3907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772C821-E571-44E9-A508-B57F0583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15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B46FE6F-A763-4724-A79E-B1AFCCCC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915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E2731FB-7EFC-47EF-AEAE-0EFDBEF4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6677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DDC49AA-17C8-4297-827A-CAE63CFE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21907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31" name="text-NAMES TO REMEMBER">
            <a:extLst xmlns:a="http://schemas.openxmlformats.org/drawingml/2006/main">
              <a:ext uri="{FF2B5EF4-FFF2-40B4-BE49-F238E27FC236}">
                <a16:creationId xmlns:a16="http://schemas.microsoft.com/office/drawing/2014/main" id="{C22393B4-AEC8-4D14-8B64-17DAA309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0375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97D62"/>
                </a:solidFill>
              </a:defRPr>
            </a:pPr>
            <a:r>
              <a:rPr sz="1050" b="0" i="0">
                <a:solidFill>
                  <a:srgbClr val="697D62"/>
                </a:solidFill>
              </a:rPr>
              <a:t>NAMES TO REMEMBER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BF5F456-9769-48AC-B56A-30D9BA87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909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8EF2607-D56E-453E-B595-D9F65A95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67150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1CB5C17-3235-4A87-8A7B-08D13E8E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433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E420DC8-1D77-4E77-BE36-996C2223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19600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8E25979-C741-406A-A8DD-51AC15E1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958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4B4EC15-F1AB-405D-B9C0-5161B60C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72050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915E408-F1B9-4794-B2C4-1627012A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482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89AF2608-0861-40E3-95D2-7927D889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10250"/>
            <a:ext cx="2190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40" name="text-VENDOR QUESTIONS">
            <a:extLst xmlns:a="http://schemas.openxmlformats.org/drawingml/2006/main">
              <a:ext uri="{FF2B5EF4-FFF2-40B4-BE49-F238E27FC236}">
                <a16:creationId xmlns:a16="http://schemas.microsoft.com/office/drawing/2014/main" id="{486FBA46-81C2-4C3D-9D67-1AC9C5D5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9626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97D62"/>
                </a:solidFill>
              </a:defRPr>
            </a:pPr>
            <a:r>
              <a:rPr sz="1050" b="0" i="0">
                <a:solidFill>
                  <a:srgbClr val="697D62"/>
                </a:solidFill>
              </a:rPr>
              <a:t>VENDOR QUESTIONS</a:t>
            </a:r>
          </a:p>
        </p:txBody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F11E68F-8364-4B22-9E0E-385DC130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72250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86F486D-7393-4D38-81B9-7C82E746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8675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E76074B-146D-4982-AEFF-2BD57C3B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162800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B47F53B-B337-4249-8BD5-7673D88A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4580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6254E3E-F1CE-40F6-AC9C-A626E487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753350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FD43DE6-606B-4030-A583-00DBBD9E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80486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7F96C7D-DEB8-4B17-A97A-10F6BB65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8343900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369406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7560409d94401"/>
          <a:srcRect xmlns:a="http://schemas.openxmlformats.org/drawingml/2006/main" l="33" t="0" r="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content-mask">
            <a:extLst xmlns:a="http://schemas.openxmlformats.org/drawingml/2006/main">
              <a:ext uri="{FF2B5EF4-FFF2-40B4-BE49-F238E27FC236}">
                <a16:creationId xmlns:a16="http://schemas.microsoft.com/office/drawing/2014/main" id="{6D7A1AA7-30F7-4DCD-9918-E3206083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6572250" cy="962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old-rule">
            <a:extLst xmlns:a="http://schemas.openxmlformats.org/drawingml/2006/main">
              <a:ext uri="{FF2B5EF4-FFF2-40B4-BE49-F238E27FC236}">
                <a16:creationId xmlns:a16="http://schemas.microsoft.com/office/drawing/2014/main" id="{064D3AFD-D359-4560-A7E9-82124182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19125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rnament">
            <a:extLst xmlns:a="http://schemas.openxmlformats.org/drawingml/2006/main">
              <a:ext uri="{FF2B5EF4-FFF2-40B4-BE49-F238E27FC236}">
                <a16:creationId xmlns:a16="http://schemas.microsoft.com/office/drawing/2014/main" id="{C9CC84BF-BD50-4632-BDE6-C76FB54F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95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A43"/>
                </a:solidFill>
              </a:defRPr>
            </a:pPr>
            <a:r>
              <a:rPr sz="750" b="0" i="0">
                <a:solidFill>
                  <a:srgbClr val="C79A43"/>
                </a:solidFill>
              </a:rPr>
              <a:t>◆</a:t>
            </a:r>
          </a:p>
        </p:txBody>
      </p:sp>
      <p:sp>
        <p:nvSpPr>
          <p:cNvPr id="5" name="gold-rule">
            <a:extLst xmlns:a="http://schemas.openxmlformats.org/drawingml/2006/main">
              <a:ext uri="{FF2B5EF4-FFF2-40B4-BE49-F238E27FC236}">
                <a16:creationId xmlns:a16="http://schemas.microsoft.com/office/drawing/2014/main" id="{E47C2E64-4C9F-4E2F-9729-D849F7CE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19125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title">
            <a:extLst xmlns:a="http://schemas.openxmlformats.org/drawingml/2006/main">
              <a:ext uri="{FF2B5EF4-FFF2-40B4-BE49-F238E27FC236}">
                <a16:creationId xmlns:a16="http://schemas.microsoft.com/office/drawing/2014/main" id="{56105CCB-4A0F-48FA-B68D-367C0725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8200"/>
            <a:ext cx="584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697D62"/>
                </a:solidFill>
              </a:defRPr>
            </a:pPr>
            <a:r>
              <a:rPr sz="2625" b="0" i="0">
                <a:solidFill>
                  <a:srgbClr val="697D62"/>
                </a:solidFill>
              </a:rPr>
              <a:t>GUEST LIST &amp;</a:t>
            </a:r>
          </a:p>
        </p:txBody>
      </p:sp>
      <p:sp>
        <p:nvSpPr>
          <p:cNvPr id="7" name="page-title">
            <a:extLst xmlns:a="http://schemas.openxmlformats.org/drawingml/2006/main">
              <a:ext uri="{FF2B5EF4-FFF2-40B4-BE49-F238E27FC236}">
                <a16:creationId xmlns:a16="http://schemas.microsoft.com/office/drawing/2014/main" id="{BD99CA41-6EF0-46AD-B0BF-4F18E354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584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697D62"/>
                </a:solidFill>
              </a:defRPr>
            </a:pPr>
            <a:r>
              <a:rPr sz="2625" b="0" i="0">
                <a:solidFill>
                  <a:srgbClr val="697D62"/>
                </a:solidFill>
              </a:rPr>
              <a:t>VENDOR DIRECTORY</a:t>
            </a:r>
          </a:p>
        </p:txBody>
      </p:sp>
      <p:sp>
        <p:nvSpPr>
          <p:cNvPr id="8" name="gold-rule">
            <a:extLst xmlns:a="http://schemas.openxmlformats.org/drawingml/2006/main">
              <a:ext uri="{FF2B5EF4-FFF2-40B4-BE49-F238E27FC236}">
                <a16:creationId xmlns:a16="http://schemas.microsoft.com/office/drawing/2014/main" id="{96A51432-27E0-4AA1-A5FC-7A6AE18E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907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rnament">
            <a:extLst xmlns:a="http://schemas.openxmlformats.org/drawingml/2006/main">
              <a:ext uri="{FF2B5EF4-FFF2-40B4-BE49-F238E27FC236}">
                <a16:creationId xmlns:a16="http://schemas.microsoft.com/office/drawing/2014/main" id="{A41E6093-C975-4936-814E-CFE52F00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6668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A43"/>
                </a:solidFill>
              </a:defRPr>
            </a:pPr>
            <a:r>
              <a:rPr sz="750" b="0" i="0">
                <a:solidFill>
                  <a:srgbClr val="C79A43"/>
                </a:solidFill>
              </a:rPr>
              <a:t>◆</a:t>
            </a:r>
          </a:p>
        </p:txBody>
      </p:sp>
      <p:sp>
        <p:nvSpPr>
          <p:cNvPr id="10" name="gold-rule">
            <a:extLst xmlns:a="http://schemas.openxmlformats.org/drawingml/2006/main">
              <a:ext uri="{FF2B5EF4-FFF2-40B4-BE49-F238E27FC236}">
                <a16:creationId xmlns:a16="http://schemas.microsoft.com/office/drawing/2014/main" id="{AE1FA5BB-0174-4A68-8C8E-6AB5A0B4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7907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GUEST LIST">
            <a:extLst xmlns:a="http://schemas.openxmlformats.org/drawingml/2006/main">
              <a:ext uri="{FF2B5EF4-FFF2-40B4-BE49-F238E27FC236}">
                <a16:creationId xmlns:a16="http://schemas.microsoft.com/office/drawing/2014/main" id="{B0B27DB5-0DAB-4BBE-B589-A3A7AFF3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4787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97D62"/>
                </a:solidFill>
              </a:defRPr>
            </a:pPr>
            <a:r>
              <a:rPr sz="1200" b="0" i="0">
                <a:solidFill>
                  <a:srgbClr val="697D62"/>
                </a:solidFill>
              </a:rPr>
              <a:t>GUEST LIST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F4907B8C-177B-4C42-8B19-97376C9A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6343650" cy="263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7620">
            <a:solidFill>
              <a:srgbClr val="697D62"/>
            </a:solidFill>
            <a:prstDash val="solid"/>
          </a:ln>
        </p:spPr>
      </p:sp>
      <p:sp>
        <p:nvSpPr>
          <p:cNvPr id="13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E7076F1-A18C-4B5A-9A5C-62E36AFC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63436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97D62"/>
            </a:solidFill>
            <a:prstDash val="solid"/>
          </a:ln>
        </p:spPr>
      </p:sp>
      <p:sp>
        <p:nvSpPr>
          <p:cNvPr id="14" name="vertical-line">
            <a:extLst xmlns:a="http://schemas.openxmlformats.org/drawingml/2006/main">
              <a:ext uri="{FF2B5EF4-FFF2-40B4-BE49-F238E27FC236}">
                <a16:creationId xmlns:a16="http://schemas.microsoft.com/office/drawing/2014/main" id="{BEAA1312-BA19-4F7D-8369-B97F3A6B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33625"/>
            <a:ext cx="6668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ertical-line">
            <a:extLst xmlns:a="http://schemas.openxmlformats.org/drawingml/2006/main">
              <a:ext uri="{FF2B5EF4-FFF2-40B4-BE49-F238E27FC236}">
                <a16:creationId xmlns:a16="http://schemas.microsoft.com/office/drawing/2014/main" id="{55DACE13-2F3B-41E2-9B11-B53E19E4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333625"/>
            <a:ext cx="6668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vertical-line">
            <a:extLst xmlns:a="http://schemas.openxmlformats.org/drawingml/2006/main">
              <a:ext uri="{FF2B5EF4-FFF2-40B4-BE49-F238E27FC236}">
                <a16:creationId xmlns:a16="http://schemas.microsoft.com/office/drawing/2014/main" id="{760803FB-8C3D-4FB5-8ECE-70EF06E3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33625"/>
            <a:ext cx="6668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vertical-line">
            <a:extLst xmlns:a="http://schemas.openxmlformats.org/drawingml/2006/main">
              <a:ext uri="{FF2B5EF4-FFF2-40B4-BE49-F238E27FC236}">
                <a16:creationId xmlns:a16="http://schemas.microsoft.com/office/drawing/2014/main" id="{4FF5ABB7-7E04-4F5D-8BB6-34C7F5BC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33625"/>
            <a:ext cx="6668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C14F787-4713-4B01-8A4B-A96EA378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7468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2BE3E71-6830-42C8-B1CB-5B40DDBA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1310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3D47CF6-AB60-43BC-AD66-D2EABBA2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5153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DF663AF-2AFE-42F9-87B7-4C60DEB0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8995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7E78E25-2483-411B-A511-9E5C2D1E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2838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12DE082-7A60-40D4-9B4A-2B2903C7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6680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FC2F527-0209-4809-AD7A-3775314F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0523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B6700E6-44F3-4109-9F5C-7DD85677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4365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70E7B6-11A1-4126-A2A2-8587F450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8208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A7167AA-FF5C-40A4-BB01-B830E67C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Name">
            <a:extLst xmlns:a="http://schemas.openxmlformats.org/drawingml/2006/main">
              <a:ext uri="{FF2B5EF4-FFF2-40B4-BE49-F238E27FC236}">
                <a16:creationId xmlns:a16="http://schemas.microsoft.com/office/drawing/2014/main" id="{296996DD-9AB0-4045-BA73-0631D353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305050" cy="263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Name</a:t>
            </a:r>
          </a:p>
        </p:txBody>
      </p:sp>
      <p:sp>
        <p:nvSpPr>
          <p:cNvPr id="29" name="text-Side">
            <a:extLst xmlns:a="http://schemas.openxmlformats.org/drawingml/2006/main">
              <a:ext uri="{FF2B5EF4-FFF2-40B4-BE49-F238E27FC236}">
                <a16:creationId xmlns:a16="http://schemas.microsoft.com/office/drawing/2014/main" id="{E81B0CD5-5A03-4815-90A3-7CD5C076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33625"/>
            <a:ext cx="981075" cy="263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Side</a:t>
            </a:r>
          </a:p>
        </p:txBody>
      </p:sp>
      <p:sp>
        <p:nvSpPr>
          <p:cNvPr id="30" name="text-Invite Sent">
            <a:extLst xmlns:a="http://schemas.openxmlformats.org/drawingml/2006/main">
              <a:ext uri="{FF2B5EF4-FFF2-40B4-BE49-F238E27FC236}">
                <a16:creationId xmlns:a16="http://schemas.microsoft.com/office/drawing/2014/main" id="{8866547B-B949-4C9E-A4A3-B49A29D7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333625"/>
            <a:ext cx="838200" cy="263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Invite Sent</a:t>
            </a:r>
          </a:p>
        </p:txBody>
      </p:sp>
      <p:sp>
        <p:nvSpPr>
          <p:cNvPr id="31" name="text-RSVP">
            <a:extLst xmlns:a="http://schemas.openxmlformats.org/drawingml/2006/main">
              <a:ext uri="{FF2B5EF4-FFF2-40B4-BE49-F238E27FC236}">
                <a16:creationId xmlns:a16="http://schemas.microsoft.com/office/drawing/2014/main" id="{9403BC95-5108-49E6-982B-7CEB3ECA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33625"/>
            <a:ext cx="714375" cy="263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RSVP</a:t>
            </a:r>
          </a:p>
        </p:txBody>
      </p:sp>
      <p:sp>
        <p:nvSpPr>
          <p:cNvPr id="32" name="text-Meal Choice">
            <a:extLst xmlns:a="http://schemas.openxmlformats.org/drawingml/2006/main">
              <a:ext uri="{FF2B5EF4-FFF2-40B4-BE49-F238E27FC236}">
                <a16:creationId xmlns:a16="http://schemas.microsoft.com/office/drawing/2014/main" id="{DC11AA77-2D84-47B2-88FF-3EA72774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33625"/>
            <a:ext cx="1504950" cy="263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Meal Choice</a:t>
            </a:r>
          </a:p>
        </p:txBody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61F42109-6812-4C65-9668-6B01ED06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64143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34" name="checkbox">
            <a:extLst xmlns:a="http://schemas.openxmlformats.org/drawingml/2006/main">
              <a:ext uri="{FF2B5EF4-FFF2-40B4-BE49-F238E27FC236}">
                <a16:creationId xmlns:a16="http://schemas.microsoft.com/office/drawing/2014/main" id="{3A51BCE6-5976-426D-B067-CB33AC76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64143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586E6B4B-D3A9-4E56-96F7-990ECE36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27985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36" name="checkbox">
            <a:extLst xmlns:a="http://schemas.openxmlformats.org/drawingml/2006/main">
              <a:ext uri="{FF2B5EF4-FFF2-40B4-BE49-F238E27FC236}">
                <a16:creationId xmlns:a16="http://schemas.microsoft.com/office/drawing/2014/main" id="{7FDFAA97-C71B-4B4E-86DB-F09ABEC3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27985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5F3AA384-F0C7-4001-90A0-D036486A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91828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38" name="checkbox">
            <a:extLst xmlns:a="http://schemas.openxmlformats.org/drawingml/2006/main">
              <a:ext uri="{FF2B5EF4-FFF2-40B4-BE49-F238E27FC236}">
                <a16:creationId xmlns:a16="http://schemas.microsoft.com/office/drawing/2014/main" id="{93C9850F-1CAB-4E13-8C57-9AB35E91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91828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5F376FFE-CBD9-4140-9381-D5EB0608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55670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40" name="checkbox">
            <a:extLst xmlns:a="http://schemas.openxmlformats.org/drawingml/2006/main">
              <a:ext uri="{FF2B5EF4-FFF2-40B4-BE49-F238E27FC236}">
                <a16:creationId xmlns:a16="http://schemas.microsoft.com/office/drawing/2014/main" id="{A2253AA3-B1DF-44AF-A688-2010F862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55670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82EFDB50-0DAD-4404-BB60-22AE7963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19513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42" name="checkbox">
            <a:extLst xmlns:a="http://schemas.openxmlformats.org/drawingml/2006/main">
              <a:ext uri="{FF2B5EF4-FFF2-40B4-BE49-F238E27FC236}">
                <a16:creationId xmlns:a16="http://schemas.microsoft.com/office/drawing/2014/main" id="{4CBCD059-FA17-41A3-897A-DD25D37B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19513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FEE11715-180E-4A4F-B8C2-86AEF99B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83355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44" name="checkbox">
            <a:extLst xmlns:a="http://schemas.openxmlformats.org/drawingml/2006/main">
              <a:ext uri="{FF2B5EF4-FFF2-40B4-BE49-F238E27FC236}">
                <a16:creationId xmlns:a16="http://schemas.microsoft.com/office/drawing/2014/main" id="{FCD8215C-7CD9-4C3C-894A-89EA3500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83355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B909ABC6-2C76-4C9F-A69F-DC902C53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47198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46" name="checkbox">
            <a:extLst xmlns:a="http://schemas.openxmlformats.org/drawingml/2006/main">
              <a:ext uri="{FF2B5EF4-FFF2-40B4-BE49-F238E27FC236}">
                <a16:creationId xmlns:a16="http://schemas.microsoft.com/office/drawing/2014/main" id="{433BDD24-0CAE-48BC-B8D4-83069E55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47198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D68A02A4-7A75-4C67-820D-86B105D5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11040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48" name="checkbox">
            <a:extLst xmlns:a="http://schemas.openxmlformats.org/drawingml/2006/main">
              <a:ext uri="{FF2B5EF4-FFF2-40B4-BE49-F238E27FC236}">
                <a16:creationId xmlns:a16="http://schemas.microsoft.com/office/drawing/2014/main" id="{0CF9F5AF-CE63-4962-BF91-61BA68A3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11040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49" name="checkbox">
            <a:extLst xmlns:a="http://schemas.openxmlformats.org/drawingml/2006/main">
              <a:ext uri="{FF2B5EF4-FFF2-40B4-BE49-F238E27FC236}">
                <a16:creationId xmlns:a16="http://schemas.microsoft.com/office/drawing/2014/main" id="{657167AB-D6C7-41F8-BC94-97C81BB3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74883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50" name="checkbox">
            <a:extLst xmlns:a="http://schemas.openxmlformats.org/drawingml/2006/main">
              <a:ext uri="{FF2B5EF4-FFF2-40B4-BE49-F238E27FC236}">
                <a16:creationId xmlns:a16="http://schemas.microsoft.com/office/drawing/2014/main" id="{D800DF8F-3601-41D4-8130-0011AFF0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74883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51" name="checkbox">
            <a:extLst xmlns:a="http://schemas.openxmlformats.org/drawingml/2006/main">
              <a:ext uri="{FF2B5EF4-FFF2-40B4-BE49-F238E27FC236}">
                <a16:creationId xmlns:a16="http://schemas.microsoft.com/office/drawing/2014/main" id="{3266E5B6-9C85-4466-928B-C9B29DC4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38725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52" name="checkbox">
            <a:extLst xmlns:a="http://schemas.openxmlformats.org/drawingml/2006/main">
              <a:ext uri="{FF2B5EF4-FFF2-40B4-BE49-F238E27FC236}">
                <a16:creationId xmlns:a16="http://schemas.microsoft.com/office/drawing/2014/main" id="{38B905EE-08BB-4883-831B-1FD6CF32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38725"/>
            <a:ext cx="1238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D62"/>
            </a:solidFill>
            <a:prstDash val="solid"/>
          </a:ln>
        </p:spPr>
      </p:sp>
      <p:sp>
        <p:nvSpPr>
          <p:cNvPr id="53" name="text-VENDOR DIRECTORY">
            <a:extLst xmlns:a="http://schemas.openxmlformats.org/drawingml/2006/main">
              <a:ext uri="{FF2B5EF4-FFF2-40B4-BE49-F238E27FC236}">
                <a16:creationId xmlns:a16="http://schemas.microsoft.com/office/drawing/2014/main" id="{C3B64482-C781-4FBC-B3CB-FFECC2EF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816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97D62"/>
                </a:solidFill>
              </a:defRPr>
            </a:pPr>
            <a:r>
              <a:rPr sz="1200" b="0" i="0">
                <a:solidFill>
                  <a:srgbClr val="697D62"/>
                </a:solidFill>
              </a:rPr>
              <a:t>VENDOR DIRECTORY</a:t>
            </a:r>
          </a:p>
        </p:txBody>
      </p:sp>
      <p:sp>
        <p:nvSpPr>
          <p:cNvPr id="54" name="box">
            <a:extLst xmlns:a="http://schemas.openxmlformats.org/drawingml/2006/main">
              <a:ext uri="{FF2B5EF4-FFF2-40B4-BE49-F238E27FC236}">
                <a16:creationId xmlns:a16="http://schemas.microsoft.com/office/drawing/2014/main" id="{59EEC145-2DE6-4CDD-9B47-9EE567E2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6343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2"/>
          </a:solidFill>
          <a:ln xmlns:a="http://schemas.openxmlformats.org/drawingml/2006/main" w="7620">
            <a:solidFill>
              <a:srgbClr val="697D62"/>
            </a:solidFill>
            <a:prstDash val="solid"/>
          </a:ln>
        </p:spPr>
      </p:sp>
      <p:sp>
        <p:nvSpPr>
          <p:cNvPr id="55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31B0761-A520-43D3-8932-03D26E59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6343650" cy="282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97D62"/>
            </a:solidFill>
            <a:prstDash val="solid"/>
          </a:ln>
        </p:spPr>
      </p:sp>
      <p:sp>
        <p:nvSpPr>
          <p:cNvPr id="56" name="vertical-line">
            <a:extLst xmlns:a="http://schemas.openxmlformats.org/drawingml/2006/main">
              <a:ext uri="{FF2B5EF4-FFF2-40B4-BE49-F238E27FC236}">
                <a16:creationId xmlns:a16="http://schemas.microsoft.com/office/drawing/2014/main" id="{5259038C-14D6-4D66-9E77-FC87D44B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67375"/>
            <a:ext cx="6668" cy="282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vertical-line">
            <a:extLst xmlns:a="http://schemas.openxmlformats.org/drawingml/2006/main">
              <a:ext uri="{FF2B5EF4-FFF2-40B4-BE49-F238E27FC236}">
                <a16:creationId xmlns:a16="http://schemas.microsoft.com/office/drawing/2014/main" id="{9F2EEC74-B45E-4EDD-9807-3D5CE28B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67375"/>
            <a:ext cx="6668" cy="282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vertical-line">
            <a:extLst xmlns:a="http://schemas.openxmlformats.org/drawingml/2006/main">
              <a:ext uri="{FF2B5EF4-FFF2-40B4-BE49-F238E27FC236}">
                <a16:creationId xmlns:a16="http://schemas.microsoft.com/office/drawing/2014/main" id="{E34C518C-67C5-4C24-873D-7799A39B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667375"/>
            <a:ext cx="6668" cy="282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55062E0-99A7-48F7-BC64-5728D9EC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7B6175D-1A48-4D16-B3A8-05ABA4D6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9B33512-3DFA-4014-B93B-F0E8A756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2E3C0E0-7526-4CA5-8B4C-203AAACB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96075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F0D73D-E913-4299-A8D7-509E4A78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0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CDB212A-291B-44FC-AF41-F20D3944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10425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9C46A3A-C407-4A30-B329-A4FB020A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67600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2CDA6DA-1238-4D3E-8CAA-8E0802A3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24775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E5D88CA-0DF7-4AB4-9722-EA4592FF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81950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13BAF34-7047-4AD1-88D6-B6B801DC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39125"/>
            <a:ext cx="63436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text-Service">
            <a:extLst xmlns:a="http://schemas.openxmlformats.org/drawingml/2006/main">
              <a:ext uri="{FF2B5EF4-FFF2-40B4-BE49-F238E27FC236}">
                <a16:creationId xmlns:a16="http://schemas.microsoft.com/office/drawing/2014/main" id="{7E551376-EA1B-41B7-8D29-100EB9CD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Service</a:t>
            </a:r>
          </a:p>
        </p:txBody>
      </p:sp>
      <p:sp>
        <p:nvSpPr>
          <p:cNvPr id="70" name="text-Business">
            <a:extLst xmlns:a="http://schemas.openxmlformats.org/drawingml/2006/main">
              <a:ext uri="{FF2B5EF4-FFF2-40B4-BE49-F238E27FC236}">
                <a16:creationId xmlns:a16="http://schemas.microsoft.com/office/drawing/2014/main" id="{AFCFFEF8-F4E0-4C36-A813-56FE5B9E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673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Business</a:t>
            </a:r>
          </a:p>
        </p:txBody>
      </p:sp>
      <p:sp>
        <p:nvSpPr>
          <p:cNvPr id="71" name="text-Contact">
            <a:extLst xmlns:a="http://schemas.openxmlformats.org/drawingml/2006/main">
              <a:ext uri="{FF2B5EF4-FFF2-40B4-BE49-F238E27FC236}">
                <a16:creationId xmlns:a16="http://schemas.microsoft.com/office/drawing/2014/main" id="{F24E66FB-3C03-4FAD-BA54-8ED622C4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673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Contact</a:t>
            </a:r>
          </a:p>
        </p:txBody>
      </p:sp>
      <p:sp>
        <p:nvSpPr>
          <p:cNvPr id="72" name="text-Phone / Email">
            <a:extLst xmlns:a="http://schemas.openxmlformats.org/drawingml/2006/main">
              <a:ext uri="{FF2B5EF4-FFF2-40B4-BE49-F238E27FC236}">
                <a16:creationId xmlns:a16="http://schemas.microsoft.com/office/drawing/2014/main" id="{8271A219-830B-4643-8CE2-E2DA852E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66737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Phone / Email</a:t>
            </a:r>
          </a:p>
        </p:txBody>
      </p:sp>
      <p:sp>
        <p:nvSpPr>
          <p:cNvPr id="73" name="text-Venue">
            <a:extLst xmlns:a="http://schemas.openxmlformats.org/drawingml/2006/main">
              <a:ext uri="{FF2B5EF4-FFF2-40B4-BE49-F238E27FC236}">
                <a16:creationId xmlns:a16="http://schemas.microsoft.com/office/drawing/2014/main" id="{268802C9-70CE-4DC4-A66B-F6305E97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895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Venue</a:t>
            </a:r>
          </a:p>
        </p:txBody>
      </p:sp>
      <p:sp>
        <p:nvSpPr>
          <p:cNvPr id="74" name="text-Catering">
            <a:extLst xmlns:a="http://schemas.openxmlformats.org/drawingml/2006/main">
              <a:ext uri="{FF2B5EF4-FFF2-40B4-BE49-F238E27FC236}">
                <a16:creationId xmlns:a16="http://schemas.microsoft.com/office/drawing/2014/main" id="{EEE36FD0-4513-4983-A431-EC1FCA4A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895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Catering</a:t>
            </a:r>
          </a:p>
        </p:txBody>
      </p:sp>
      <p:sp>
        <p:nvSpPr>
          <p:cNvPr id="75" name="text-Photography">
            <a:extLst xmlns:a="http://schemas.openxmlformats.org/drawingml/2006/main">
              <a:ext uri="{FF2B5EF4-FFF2-40B4-BE49-F238E27FC236}">
                <a16:creationId xmlns:a16="http://schemas.microsoft.com/office/drawing/2014/main" id="{21D035B8-7EE1-4017-A4B8-A61E7061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95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Photography</a:t>
            </a:r>
          </a:p>
        </p:txBody>
      </p:sp>
      <p:sp>
        <p:nvSpPr>
          <p:cNvPr id="76" name="text-Florist">
            <a:extLst xmlns:a="http://schemas.openxmlformats.org/drawingml/2006/main">
              <a:ext uri="{FF2B5EF4-FFF2-40B4-BE49-F238E27FC236}">
                <a16:creationId xmlns:a16="http://schemas.microsoft.com/office/drawing/2014/main" id="{5FE17D43-8542-4E53-8316-60CF1F8D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96075"/>
            <a:ext cx="895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Florist</a:t>
            </a:r>
          </a:p>
        </p:txBody>
      </p:sp>
      <p:sp>
        <p:nvSpPr>
          <p:cNvPr id="77" name="text-Décor">
            <a:extLst xmlns:a="http://schemas.openxmlformats.org/drawingml/2006/main">
              <a:ext uri="{FF2B5EF4-FFF2-40B4-BE49-F238E27FC236}">
                <a16:creationId xmlns:a16="http://schemas.microsoft.com/office/drawing/2014/main" id="{C8DD8F91-4304-4F04-BF48-D3CA2F3D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0"/>
            <a:ext cx="895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Décor</a:t>
            </a:r>
          </a:p>
        </p:txBody>
      </p:sp>
      <p:sp>
        <p:nvSpPr>
          <p:cNvPr id="78" name="text-Music">
            <a:extLst xmlns:a="http://schemas.openxmlformats.org/drawingml/2006/main">
              <a:ext uri="{FF2B5EF4-FFF2-40B4-BE49-F238E27FC236}">
                <a16:creationId xmlns:a16="http://schemas.microsoft.com/office/drawing/2014/main" id="{30376E40-0DB7-4A41-89BA-8C20FE90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10425"/>
            <a:ext cx="895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Music</a:t>
            </a:r>
          </a:p>
        </p:txBody>
      </p:sp>
      <p:sp>
        <p:nvSpPr>
          <p:cNvPr id="79" name="text-Cake">
            <a:extLst xmlns:a="http://schemas.openxmlformats.org/drawingml/2006/main">
              <a:ext uri="{FF2B5EF4-FFF2-40B4-BE49-F238E27FC236}">
                <a16:creationId xmlns:a16="http://schemas.microsoft.com/office/drawing/2014/main" id="{D3C12CA5-7877-4D75-9ABD-4AF279D4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895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Cake</a:t>
            </a:r>
          </a:p>
        </p:txBody>
      </p:sp>
      <p:sp>
        <p:nvSpPr>
          <p:cNvPr id="80" name="text-Transportation">
            <a:extLst xmlns:a="http://schemas.openxmlformats.org/drawingml/2006/main">
              <a:ext uri="{FF2B5EF4-FFF2-40B4-BE49-F238E27FC236}">
                <a16:creationId xmlns:a16="http://schemas.microsoft.com/office/drawing/2014/main" id="{486BDE26-73B1-467D-AA31-4774E971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24775"/>
            <a:ext cx="895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Transportation</a:t>
            </a:r>
          </a:p>
        </p:txBody>
      </p:sp>
      <p:sp>
        <p:nvSpPr>
          <p:cNvPr id="81" name="text-Beauty">
            <a:extLst xmlns:a="http://schemas.openxmlformats.org/drawingml/2006/main">
              <a:ext uri="{FF2B5EF4-FFF2-40B4-BE49-F238E27FC236}">
                <a16:creationId xmlns:a16="http://schemas.microsoft.com/office/drawing/2014/main" id="{5FD9E105-3BD9-4F22-AB6B-98AA0AB8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81950"/>
            <a:ext cx="895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Beauty</a:t>
            </a:r>
          </a:p>
        </p:txBody>
      </p:sp>
      <p:sp>
        <p:nvSpPr>
          <p:cNvPr id="82" name="text-Other">
            <a:extLst xmlns:a="http://schemas.openxmlformats.org/drawingml/2006/main">
              <a:ext uri="{FF2B5EF4-FFF2-40B4-BE49-F238E27FC236}">
                <a16:creationId xmlns:a16="http://schemas.microsoft.com/office/drawing/2014/main" id="{5C22D9E6-E9E8-4013-BCE8-5C9EB801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39125"/>
            <a:ext cx="895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D62"/>
                </a:solidFill>
              </a:defRPr>
            </a:pPr>
            <a:r>
              <a:rPr sz="825" b="0" i="0">
                <a:solidFill>
                  <a:srgbClr val="697D62"/>
                </a:solidFill>
              </a:rPr>
              <a:t>Other</a:t>
            </a:r>
          </a:p>
        </p:txBody>
      </p:sp>
      <p:sp>
        <p:nvSpPr>
          <p:cNvPr id="83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391442B-84F0-412A-B1D6-C79D8753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858250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84" name="text-GUEST / VENDOR NOTES">
            <a:extLst xmlns:a="http://schemas.openxmlformats.org/drawingml/2006/main">
              <a:ext uri="{FF2B5EF4-FFF2-40B4-BE49-F238E27FC236}">
                <a16:creationId xmlns:a16="http://schemas.microsoft.com/office/drawing/2014/main" id="{0056BA9E-C740-4162-84F6-1869451D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87439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97D62"/>
                </a:solidFill>
              </a:defRPr>
            </a:pPr>
            <a:r>
              <a:rPr sz="975" b="0" i="0">
                <a:solidFill>
                  <a:srgbClr val="697D62"/>
                </a:solidFill>
              </a:rPr>
              <a:t>GUEST / VENDOR NOTES</a:t>
            </a:r>
          </a:p>
        </p:txBody>
      </p:sp>
    </p:spTree>
    <p:extLst>
      <p:ext uri="{BB962C8B-B14F-4D97-AF65-F5344CB8AC3E}">
        <p14:creationId xmlns:p14="http://schemas.microsoft.com/office/powerpoint/2010/main" val="3279973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ee3690dce48c0"/>
          <a:srcRect xmlns:a="http://schemas.openxmlformats.org/drawingml/2006/main" l="33" t="0" r="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content-mask">
            <a:extLst xmlns:a="http://schemas.openxmlformats.org/drawingml/2006/main">
              <a:ext uri="{FF2B5EF4-FFF2-40B4-BE49-F238E27FC236}">
                <a16:creationId xmlns:a16="http://schemas.microsoft.com/office/drawing/2014/main" id="{2D868214-259F-4A76-89F7-C5D5FEED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6191250" cy="928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old-rule">
            <a:extLst xmlns:a="http://schemas.openxmlformats.org/drawingml/2006/main">
              <a:ext uri="{FF2B5EF4-FFF2-40B4-BE49-F238E27FC236}">
                <a16:creationId xmlns:a16="http://schemas.microsoft.com/office/drawing/2014/main" id="{C5AE6813-B465-450C-B42A-F0F54CD1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78105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rnament">
            <a:extLst xmlns:a="http://schemas.openxmlformats.org/drawingml/2006/main">
              <a:ext uri="{FF2B5EF4-FFF2-40B4-BE49-F238E27FC236}">
                <a16:creationId xmlns:a16="http://schemas.microsoft.com/office/drawing/2014/main" id="{95CB03A5-0447-439A-827F-1C733626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657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A43"/>
                </a:solidFill>
              </a:defRPr>
            </a:pPr>
            <a:r>
              <a:rPr sz="750" b="0" i="0">
                <a:solidFill>
                  <a:srgbClr val="C79A43"/>
                </a:solidFill>
              </a:rPr>
              <a:t>◆</a:t>
            </a:r>
          </a:p>
        </p:txBody>
      </p:sp>
      <p:sp>
        <p:nvSpPr>
          <p:cNvPr id="5" name="gold-rule">
            <a:extLst xmlns:a="http://schemas.openxmlformats.org/drawingml/2006/main">
              <a:ext uri="{FF2B5EF4-FFF2-40B4-BE49-F238E27FC236}">
                <a16:creationId xmlns:a16="http://schemas.microsoft.com/office/drawing/2014/main" id="{87681616-39FC-45F5-87D0-EC6BAB39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78105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title">
            <a:extLst xmlns:a="http://schemas.openxmlformats.org/drawingml/2006/main">
              <a:ext uri="{FF2B5EF4-FFF2-40B4-BE49-F238E27FC236}">
                <a16:creationId xmlns:a16="http://schemas.microsoft.com/office/drawing/2014/main" id="{FF16C061-75E7-479B-A27C-4AD12385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584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697D62"/>
                </a:solidFill>
              </a:defRPr>
            </a:pPr>
            <a:r>
              <a:rPr sz="3225" b="0" i="0">
                <a:solidFill>
                  <a:srgbClr val="697D62"/>
                </a:solidFill>
              </a:rPr>
              <a:t>WEDDING DAY</a:t>
            </a:r>
          </a:p>
        </p:txBody>
      </p:sp>
      <p:sp>
        <p:nvSpPr>
          <p:cNvPr id="7" name="text-SCHEDULE &amp; FINAL NOTES">
            <a:extLst xmlns:a="http://schemas.openxmlformats.org/drawingml/2006/main">
              <a:ext uri="{FF2B5EF4-FFF2-40B4-BE49-F238E27FC236}">
                <a16:creationId xmlns:a16="http://schemas.microsoft.com/office/drawing/2014/main" id="{3B49C912-7AB3-4829-BBE3-1ECD5768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71625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697D62"/>
                </a:solidFill>
              </a:defRPr>
            </a:pPr>
            <a:r>
              <a:rPr sz="1425" b="0" i="1">
                <a:solidFill>
                  <a:srgbClr val="697D62"/>
                </a:solidFill>
              </a:rPr>
              <a:t>SCHEDULE &amp; FINAL NOTES</a:t>
            </a:r>
          </a:p>
        </p:txBody>
      </p:sp>
      <p:sp>
        <p:nvSpPr>
          <p:cNvPr id="8" name="gold-rule">
            <a:extLst xmlns:a="http://schemas.openxmlformats.org/drawingml/2006/main">
              <a:ext uri="{FF2B5EF4-FFF2-40B4-BE49-F238E27FC236}">
                <a16:creationId xmlns:a16="http://schemas.microsoft.com/office/drawing/2014/main" id="{2A7D4950-50CD-45C5-9F1E-744DC2B2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193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rnament">
            <a:extLst xmlns:a="http://schemas.openxmlformats.org/drawingml/2006/main">
              <a:ext uri="{FF2B5EF4-FFF2-40B4-BE49-F238E27FC236}">
                <a16:creationId xmlns:a16="http://schemas.microsoft.com/office/drawing/2014/main" id="{27242DA1-5F49-4856-9EF8-1BA4BE53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8954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C79A43"/>
                </a:solidFill>
              </a:defRPr>
            </a:pPr>
            <a:r>
              <a:rPr sz="750" b="0" i="0">
                <a:solidFill>
                  <a:srgbClr val="C79A43"/>
                </a:solidFill>
              </a:rPr>
              <a:t>◆</a:t>
            </a:r>
          </a:p>
        </p:txBody>
      </p:sp>
      <p:sp>
        <p:nvSpPr>
          <p:cNvPr id="10" name="gold-rule">
            <a:extLst xmlns:a="http://schemas.openxmlformats.org/drawingml/2006/main">
              <a:ext uri="{FF2B5EF4-FFF2-40B4-BE49-F238E27FC236}">
                <a16:creationId xmlns:a16="http://schemas.microsoft.com/office/drawing/2014/main" id="{F9C573DB-6798-48A1-B9B3-D55E2BF2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0193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meline">
            <a:extLst xmlns:a="http://schemas.openxmlformats.org/drawingml/2006/main">
              <a:ext uri="{FF2B5EF4-FFF2-40B4-BE49-F238E27FC236}">
                <a16:creationId xmlns:a16="http://schemas.microsoft.com/office/drawing/2014/main" id="{076F58B8-E690-441A-99AB-757B7C2C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6700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A3192D2-604C-4E0A-97BF-CF533FAB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05100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52960EB9-D4B3-471B-8034-D47EEA73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9525">
            <a:solidFill>
              <a:srgbClr val="FCFAF6"/>
            </a:solidFill>
            <a:prstDash val="solid"/>
          </a:ln>
        </p:spPr>
      </p:sp>
      <p:sp>
        <p:nvSpPr>
          <p:cNvPr id="14" name="text-HAIR &amp; MAKEUP">
            <a:extLst xmlns:a="http://schemas.openxmlformats.org/drawingml/2006/main">
              <a:ext uri="{FF2B5EF4-FFF2-40B4-BE49-F238E27FC236}">
                <a16:creationId xmlns:a16="http://schemas.microsoft.com/office/drawing/2014/main" id="{CD98BC79-5E65-4C23-A497-4D4AA349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HAIR &amp; MAKEUP</a:t>
            </a:r>
          </a:p>
        </p:txBody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1370C69-0E64-4195-838A-A6E00C83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204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9F5B48A-8A19-45B5-A864-CF956BDE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28975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3FE72439-B981-4027-B730-DD9621C9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71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9525">
            <a:solidFill>
              <a:srgbClr val="FCFAF6"/>
            </a:solidFill>
            <a:prstDash val="solid"/>
          </a:ln>
        </p:spPr>
      </p:sp>
      <p:sp>
        <p:nvSpPr>
          <p:cNvPr id="18" name="text-GETTING DRESSED">
            <a:extLst xmlns:a="http://schemas.openxmlformats.org/drawingml/2006/main">
              <a:ext uri="{FF2B5EF4-FFF2-40B4-BE49-F238E27FC236}">
                <a16:creationId xmlns:a16="http://schemas.microsoft.com/office/drawing/2014/main" id="{617DF3E9-AC3C-46DB-8C85-F40062B0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003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GETTING DRESSED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309C6D0-8638-4C0F-9853-D22EC596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28975"/>
            <a:ext cx="204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9D701C3-E98B-4FB7-BA91-00E8E37F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52850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F6DC205B-13D9-4FF7-A14F-6C42DB0C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95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9525">
            <a:solidFill>
              <a:srgbClr val="FCFAF6"/>
            </a:solidFill>
            <a:prstDash val="solid"/>
          </a:ln>
        </p:spPr>
      </p:sp>
      <p:sp>
        <p:nvSpPr>
          <p:cNvPr id="22" name="text-FIRST LOOK">
            <a:extLst xmlns:a="http://schemas.openxmlformats.org/drawingml/2006/main">
              <a:ext uri="{FF2B5EF4-FFF2-40B4-BE49-F238E27FC236}">
                <a16:creationId xmlns:a16="http://schemas.microsoft.com/office/drawing/2014/main" id="{C5C549D4-8580-4D38-991A-24734B2D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242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FIRST LOOK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B11FEFD-4AA3-4BD9-8264-511A9939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52850"/>
            <a:ext cx="204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161553D-7834-451D-BCA7-BD6025EC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76725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D6A338F4-52B5-41AF-BD51-5D32B9DC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19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9525">
            <a:solidFill>
              <a:srgbClr val="FCFAF6"/>
            </a:solidFill>
            <a:prstDash val="solid"/>
          </a:ln>
        </p:spPr>
      </p:sp>
      <p:sp>
        <p:nvSpPr>
          <p:cNvPr id="26" name="text-CEREMONY">
            <a:extLst xmlns:a="http://schemas.openxmlformats.org/drawingml/2006/main">
              <a:ext uri="{FF2B5EF4-FFF2-40B4-BE49-F238E27FC236}">
                <a16:creationId xmlns:a16="http://schemas.microsoft.com/office/drawing/2014/main" id="{2D995419-E865-45BA-A94F-941EC77F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481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CEREMONY</a:t>
            </a:r>
          </a:p>
        </p:txBody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AEF4D40-4D0F-4F2A-B3FE-19686808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76725"/>
            <a:ext cx="204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FA07166-4E82-4B17-A037-ADBB4E07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00600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6B76A5F3-4D04-4641-A408-D0D5E07F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43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9525">
            <a:solidFill>
              <a:srgbClr val="FCFAF6"/>
            </a:solidFill>
            <a:prstDash val="solid"/>
          </a:ln>
        </p:spPr>
      </p:sp>
      <p:sp>
        <p:nvSpPr>
          <p:cNvPr id="30" name="text-COCKTAIL HOUR">
            <a:extLst xmlns:a="http://schemas.openxmlformats.org/drawingml/2006/main">
              <a:ext uri="{FF2B5EF4-FFF2-40B4-BE49-F238E27FC236}">
                <a16:creationId xmlns:a16="http://schemas.microsoft.com/office/drawing/2014/main" id="{D89DFAE8-809A-4635-97BA-0C624690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720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COCKTAIL HOUR</a:t>
            </a:r>
          </a:p>
        </p:txBody>
      </p:sp>
      <p:sp>
        <p:nvSpPr>
          <p:cNvPr id="3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C97998D-DC2C-4677-967A-E7B7D18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800600"/>
            <a:ext cx="204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E06885C-5982-4E71-BC38-C3C5C117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24475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EA7960E4-DB4E-482C-8387-6DF688F7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67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9525">
            <a:solidFill>
              <a:srgbClr val="FCFAF6"/>
            </a:solidFill>
            <a:prstDash val="solid"/>
          </a:ln>
        </p:spPr>
      </p:sp>
      <p:sp>
        <p:nvSpPr>
          <p:cNvPr id="34" name="text-RECEPTION">
            <a:extLst xmlns:a="http://schemas.openxmlformats.org/drawingml/2006/main">
              <a:ext uri="{FF2B5EF4-FFF2-40B4-BE49-F238E27FC236}">
                <a16:creationId xmlns:a16="http://schemas.microsoft.com/office/drawing/2014/main" id="{E82136B6-B4D4-4F6E-A8E5-74E6E559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958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RECEPTION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942FD92-6E54-42B2-BB16-2087C89E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24475"/>
            <a:ext cx="204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F31C17-F448-4630-939F-4AA85FEC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48350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BAF22034-0956-4AFE-910D-E7DB1B90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91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9525">
            <a:solidFill>
              <a:srgbClr val="FCFAF6"/>
            </a:solidFill>
            <a:prstDash val="solid"/>
          </a:ln>
        </p:spPr>
      </p:sp>
      <p:sp>
        <p:nvSpPr>
          <p:cNvPr id="38" name="text-CAKE CUTTING">
            <a:extLst xmlns:a="http://schemas.openxmlformats.org/drawingml/2006/main">
              <a:ext uri="{FF2B5EF4-FFF2-40B4-BE49-F238E27FC236}">
                <a16:creationId xmlns:a16="http://schemas.microsoft.com/office/drawing/2014/main" id="{07203E23-5490-4814-9E59-71EB9714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CAKE CUTTING</a:t>
            </a:r>
          </a:p>
        </p:txBody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3A5F485-D184-4456-A30C-CA879617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848350"/>
            <a:ext cx="204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F2A73B9-9806-4D17-BDA0-B2423FF2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72225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5F1EAF01-92B8-4017-A4D9-E67D66CB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315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9525">
            <a:solidFill>
              <a:srgbClr val="FCFAF6"/>
            </a:solidFill>
            <a:prstDash val="solid"/>
          </a:ln>
        </p:spPr>
      </p:sp>
      <p:sp>
        <p:nvSpPr>
          <p:cNvPr id="42" name="text-FIRST DANCE">
            <a:extLst xmlns:a="http://schemas.openxmlformats.org/drawingml/2006/main">
              <a:ext uri="{FF2B5EF4-FFF2-40B4-BE49-F238E27FC236}">
                <a16:creationId xmlns:a16="http://schemas.microsoft.com/office/drawing/2014/main" id="{F5CD4324-E28E-4982-9995-73989929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1436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FIRST DANCE</a:t>
            </a:r>
          </a:p>
        </p:txBody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07DF6CF-E805-4E96-A37B-0A326C92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372225"/>
            <a:ext cx="204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E0DF6EE-1BBE-49E5-A4B8-42FB696B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96100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FA190498-E277-4D3F-9A95-88AA4488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838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43"/>
          </a:solidFill>
          <a:ln xmlns:a="http://schemas.openxmlformats.org/drawingml/2006/main" w="9525">
            <a:solidFill>
              <a:srgbClr val="FCFAF6"/>
            </a:solidFill>
            <a:prstDash val="solid"/>
          </a:ln>
        </p:spPr>
      </p:sp>
      <p:sp>
        <p:nvSpPr>
          <p:cNvPr id="46" name="text-SEND-OFF">
            <a:extLst xmlns:a="http://schemas.openxmlformats.org/drawingml/2006/main">
              <a:ext uri="{FF2B5EF4-FFF2-40B4-BE49-F238E27FC236}">
                <a16:creationId xmlns:a16="http://schemas.microsoft.com/office/drawing/2014/main" id="{B4ACC400-AB5E-4B1F-A7CD-D866E1BD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6675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97D62"/>
                </a:solidFill>
              </a:defRPr>
            </a:pPr>
            <a:r>
              <a:rPr sz="1125" b="0" i="0">
                <a:solidFill>
                  <a:srgbClr val="697D62"/>
                </a:solidFill>
              </a:rPr>
              <a:t>SEND-OFF</a:t>
            </a:r>
          </a:p>
        </p:txBody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0215E1B-C8E1-41C0-B89A-5DBB0D44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896100"/>
            <a:ext cx="204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E82C98A7-E0CB-4E55-BCD0-03B568B6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0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A43"/>
            </a:solidFill>
            <a:prstDash val="solid"/>
          </a:ln>
        </p:spPr>
      </p:sp>
      <p:sp>
        <p:nvSpPr>
          <p:cNvPr id="49" name="text-SPECIAL MOMENTS &amp; FINAL ">
            <a:extLst xmlns:a="http://schemas.openxmlformats.org/drawingml/2006/main">
              <a:ext uri="{FF2B5EF4-FFF2-40B4-BE49-F238E27FC236}">
                <a16:creationId xmlns:a16="http://schemas.microsoft.com/office/drawing/2014/main" id="{DA5BCD60-8700-45F0-A527-F43DF4AB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381875"/>
            <a:ext cx="3924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697D62"/>
                </a:solidFill>
              </a:defRPr>
            </a:pPr>
            <a:r>
              <a:rPr sz="1200" b="0" i="1">
                <a:solidFill>
                  <a:srgbClr val="697D62"/>
                </a:solidFill>
              </a:rPr>
              <a:t>SPECIAL MOMENTS &amp; FINAL NOTES</a:t>
            </a:r>
          </a:p>
        </p:txBody>
      </p:sp>
      <p:sp>
        <p:nvSpPr>
          <p:cNvPr id="50" name="text-♥">
            <a:extLst xmlns:a="http://schemas.openxmlformats.org/drawingml/2006/main">
              <a:ext uri="{FF2B5EF4-FFF2-40B4-BE49-F238E27FC236}">
                <a16:creationId xmlns:a16="http://schemas.microsoft.com/office/drawing/2014/main" id="{93595C54-836C-4E57-87D7-D10AF521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734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79A43"/>
                </a:solidFill>
              </a:defRPr>
            </a:pPr>
            <a:r>
              <a:rPr sz="1200" b="0" i="0">
                <a:solidFill>
                  <a:srgbClr val="C79A43"/>
                </a:solidFill>
              </a:rPr>
              <a:t>♥</a:t>
            </a:r>
          </a:p>
        </p:txBody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019BCE-23F9-4BDB-8EBF-9DF5CBC8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05815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2C417DF-49E4-4A27-AAE5-D64F5728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33437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60F1485-613A-48C3-BEA8-F9E1E0C7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61060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663CA2D-6A92-4E4A-BEF9-A5378441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88682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AA18C8E-FD53-4021-AC75-AABC6174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16305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26D314D-F7A9-4DB4-AA50-40B3CD91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43927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D6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6187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2026-07-16T12:46:30.5040000Z</dcterms:created>
  <dcterms:modified xsi:type="dcterms:W3CDTF">2026-07-16T12:46:30.5040000Z</dcterms:modified>
</coreProperties>
</file>